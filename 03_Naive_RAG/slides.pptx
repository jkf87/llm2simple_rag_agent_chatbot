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8288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8288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8288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8288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8288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8288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8288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288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8288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8288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8288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8288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8288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8288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8288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288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8288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8288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8288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8288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8288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8288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8288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8288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8288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8288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8288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8288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8288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8288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8288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6576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6576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6576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6576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6576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6576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6576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6576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6576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6576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576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576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6576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6576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6576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6576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576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6576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6576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6576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6576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6576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6576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6576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6576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6576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6576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6576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6576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6576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6576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576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6576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6576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6576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6576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6576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6576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4864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4864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4864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4864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4864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4864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4864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4864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4864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4864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4864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4864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4864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4864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4864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4864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4864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4864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4864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54864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4864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4864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4864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4864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4864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4864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4864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864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4864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4864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54864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4864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4864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4864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4864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4864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54864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73152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3152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3152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73152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152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152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152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152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152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152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152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152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152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152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152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3152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3152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3152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3152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3152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3152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3152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3152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3152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3152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3152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3152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3152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3152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3152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3152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3152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73152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3152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3152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3152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3152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3152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1440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1440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9144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91440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91440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91440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91440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91440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91440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91440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1440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1440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144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1440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1440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1440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1440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144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1440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1440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1440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1440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144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1440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1440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1440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1440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144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1440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1440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1440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1440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1440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1440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1440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9728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9728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9728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9728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9728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9728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9728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9728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9728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9728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9728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9728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9728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9728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9728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9728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9728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09728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09728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9728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9728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9728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9728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9728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09728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09728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09728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09728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9728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9728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9728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9728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09728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09728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09728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09728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09728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09728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28016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28016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28016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28016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28016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28016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28016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28016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28016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28016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28016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28016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28016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28016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28016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28016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28016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28016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28016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28016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28016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28016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28016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28016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28016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28016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28016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28016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28016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28016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28016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28016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28016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28016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28016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28016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128016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1463039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1463039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463039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463039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463039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463039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463039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463039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463039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463039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463039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463039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1463039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463039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1463039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1463039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1463039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1463039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1463039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1463039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1463039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1463039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1463039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1463039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1463039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1463039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1463039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1463039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1463039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1463039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463039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463039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463039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463039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463039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463039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1463039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463039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645919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645919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645919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1645919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645919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1645919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645919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1645919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1645919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645919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1645919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645919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1645919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1645919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1645919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1645919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1645919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1645919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1645919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1645919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645919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645919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645919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645919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645919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645919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645919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645919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645919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645919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1645919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1645919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1645919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1645919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1645919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1645919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1645919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1828799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1828799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1828799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1828799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1828799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1828799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1828799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1828799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1828799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1828799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1828799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828799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828799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828799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828799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828799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828799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1828799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828799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828799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828799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828799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1828799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1828799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1828799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1828799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1828799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1828799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1828799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1828799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1828799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1828799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1828799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1828799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1828799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1828799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1828799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1828799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011679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011679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011679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011679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011679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011679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011679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011679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011679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011679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011679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011679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011679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011679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011679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011679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011679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011679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2011679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2011679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2011679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2011679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2011679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2011679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2011679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2011679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2011679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2011679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2011679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2011679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2011679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2011679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2011679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2011679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2011679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2011679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2011679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219456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219456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219456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219456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219456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219456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219456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219456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219456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219456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219456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219456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219456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219456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219456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219456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219456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219456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219456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219456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219456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219456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219456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219456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219456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219456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219456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219456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219456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219456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219456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219456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219456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219456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219456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219456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219456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219456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237744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237744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237744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237744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237744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237744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237744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237744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237744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237744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237744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237744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237744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237744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237744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237744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237744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237744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237744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237744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237744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237744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237744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237744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237744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237744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237744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237744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237744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237744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237744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237744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237744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237744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237744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237744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237744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256032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256032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256032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256032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256032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256032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256032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256032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256032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256032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xfrm>
            <a:off x="256032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256032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256032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256032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256032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256032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xfrm>
            <a:off x="256032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256032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256032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256032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256032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256032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256032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256032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xfrm>
            <a:off x="256032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256032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256032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256032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Oval 555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256032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xfrm>
            <a:off x="256032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256032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256032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256032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Oval 562"/>
          <p:cNvSpPr/>
          <p:nvPr/>
        </p:nvSpPr>
        <p:spPr>
          <a:xfrm>
            <a:off x="256032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256032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xfrm>
            <a:off x="256032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xfrm>
            <a:off x="274320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xfrm>
            <a:off x="274320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27432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274320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274320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274320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274320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274320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xfrm>
            <a:off x="274320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274320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274320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Oval 576"/>
          <p:cNvSpPr/>
          <p:nvPr/>
        </p:nvSpPr>
        <p:spPr>
          <a:xfrm>
            <a:off x="274320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27432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274320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274320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274320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274320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27432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74320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74320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74320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274320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27432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274320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274320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74320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74320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7432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74320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74320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74320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274320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27432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274320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274320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274320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274320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292608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292608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292608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292608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292608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292608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292608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292608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292608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292608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292608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292608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292608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292608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292608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292608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292608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292608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292608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92608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92608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92608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92608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92608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92608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92608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92608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92608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92608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92608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292608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292608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292608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292608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292608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292608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292608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292608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310896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310896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310896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310896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310896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310896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310896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Oval 647"/>
          <p:cNvSpPr/>
          <p:nvPr/>
        </p:nvSpPr>
        <p:spPr>
          <a:xfrm>
            <a:off x="310896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Oval 648"/>
          <p:cNvSpPr/>
          <p:nvPr/>
        </p:nvSpPr>
        <p:spPr>
          <a:xfrm>
            <a:off x="310896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Oval 649"/>
          <p:cNvSpPr/>
          <p:nvPr/>
        </p:nvSpPr>
        <p:spPr>
          <a:xfrm>
            <a:off x="310896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Oval 650"/>
          <p:cNvSpPr/>
          <p:nvPr/>
        </p:nvSpPr>
        <p:spPr>
          <a:xfrm>
            <a:off x="310896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Oval 651"/>
          <p:cNvSpPr/>
          <p:nvPr/>
        </p:nvSpPr>
        <p:spPr>
          <a:xfrm>
            <a:off x="310896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xfrm>
            <a:off x="310896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xfrm>
            <a:off x="310896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xfrm>
            <a:off x="310896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xfrm>
            <a:off x="310896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xfrm>
            <a:off x="310896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xfrm>
            <a:off x="310896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Oval 658"/>
          <p:cNvSpPr/>
          <p:nvPr/>
        </p:nvSpPr>
        <p:spPr>
          <a:xfrm>
            <a:off x="310896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Oval 659"/>
          <p:cNvSpPr/>
          <p:nvPr/>
        </p:nvSpPr>
        <p:spPr>
          <a:xfrm>
            <a:off x="310896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Oval 660"/>
          <p:cNvSpPr/>
          <p:nvPr/>
        </p:nvSpPr>
        <p:spPr>
          <a:xfrm>
            <a:off x="310896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Oval 661"/>
          <p:cNvSpPr/>
          <p:nvPr/>
        </p:nvSpPr>
        <p:spPr>
          <a:xfrm>
            <a:off x="310896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Oval 662"/>
          <p:cNvSpPr/>
          <p:nvPr/>
        </p:nvSpPr>
        <p:spPr>
          <a:xfrm>
            <a:off x="310896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Oval 663"/>
          <p:cNvSpPr/>
          <p:nvPr/>
        </p:nvSpPr>
        <p:spPr>
          <a:xfrm>
            <a:off x="310896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Oval 664"/>
          <p:cNvSpPr/>
          <p:nvPr/>
        </p:nvSpPr>
        <p:spPr>
          <a:xfrm>
            <a:off x="310896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310896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310896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Oval 667"/>
          <p:cNvSpPr/>
          <p:nvPr/>
        </p:nvSpPr>
        <p:spPr>
          <a:xfrm>
            <a:off x="310896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310896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xfrm>
            <a:off x="310896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310896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xfrm>
            <a:off x="310896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310896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310896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Oval 676"/>
          <p:cNvSpPr/>
          <p:nvPr/>
        </p:nvSpPr>
        <p:spPr>
          <a:xfrm>
            <a:off x="310896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329184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329184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xfrm>
            <a:off x="329184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329184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329184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329184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329184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329184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xfrm>
            <a:off x="329184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329184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329184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Oval 688"/>
          <p:cNvSpPr/>
          <p:nvPr/>
        </p:nvSpPr>
        <p:spPr>
          <a:xfrm>
            <a:off x="329184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329184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329184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Oval 691"/>
          <p:cNvSpPr/>
          <p:nvPr/>
        </p:nvSpPr>
        <p:spPr>
          <a:xfrm>
            <a:off x="329184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329184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329184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Oval 694"/>
          <p:cNvSpPr/>
          <p:nvPr/>
        </p:nvSpPr>
        <p:spPr>
          <a:xfrm>
            <a:off x="329184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329184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329184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Oval 697"/>
          <p:cNvSpPr/>
          <p:nvPr/>
        </p:nvSpPr>
        <p:spPr>
          <a:xfrm>
            <a:off x="329184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329184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329184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Oval 700"/>
          <p:cNvSpPr/>
          <p:nvPr/>
        </p:nvSpPr>
        <p:spPr>
          <a:xfrm>
            <a:off x="329184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329184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329184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329184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329184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329184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329184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329184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329184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Oval 709"/>
          <p:cNvSpPr/>
          <p:nvPr/>
        </p:nvSpPr>
        <p:spPr>
          <a:xfrm>
            <a:off x="329184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329184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329184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Oval 712"/>
          <p:cNvSpPr/>
          <p:nvPr/>
        </p:nvSpPr>
        <p:spPr>
          <a:xfrm>
            <a:off x="329184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329184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329184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Oval 715"/>
          <p:cNvSpPr/>
          <p:nvPr/>
        </p:nvSpPr>
        <p:spPr>
          <a:xfrm>
            <a:off x="347472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347472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Oval 717"/>
          <p:cNvSpPr/>
          <p:nvPr/>
        </p:nvSpPr>
        <p:spPr>
          <a:xfrm>
            <a:off x="347472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Oval 718"/>
          <p:cNvSpPr/>
          <p:nvPr/>
        </p:nvSpPr>
        <p:spPr>
          <a:xfrm>
            <a:off x="347472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347472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xfrm>
            <a:off x="347472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Oval 721"/>
          <p:cNvSpPr/>
          <p:nvPr/>
        </p:nvSpPr>
        <p:spPr>
          <a:xfrm>
            <a:off x="347472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347472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Oval 723"/>
          <p:cNvSpPr/>
          <p:nvPr/>
        </p:nvSpPr>
        <p:spPr>
          <a:xfrm>
            <a:off x="347472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Oval 724"/>
          <p:cNvSpPr/>
          <p:nvPr/>
        </p:nvSpPr>
        <p:spPr>
          <a:xfrm>
            <a:off x="347472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xfrm>
            <a:off x="347472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xfrm>
            <a:off x="347472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xfrm>
            <a:off x="347472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347472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xfrm>
            <a:off x="347472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xfrm>
            <a:off x="347472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347472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347472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xfrm>
            <a:off x="347472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347472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347472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347472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347472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347472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Oval 739"/>
          <p:cNvSpPr/>
          <p:nvPr/>
        </p:nvSpPr>
        <p:spPr>
          <a:xfrm>
            <a:off x="347472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xfrm>
            <a:off x="347472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xfrm>
            <a:off x="347472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347472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347472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xfrm>
            <a:off x="347472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347472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xfrm>
            <a:off x="347472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xfrm>
            <a:off x="347472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Oval 748"/>
          <p:cNvSpPr/>
          <p:nvPr/>
        </p:nvSpPr>
        <p:spPr>
          <a:xfrm>
            <a:off x="347472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xfrm>
            <a:off x="347472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xfrm>
            <a:off x="347472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347472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36576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365760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Oval 754"/>
          <p:cNvSpPr/>
          <p:nvPr/>
        </p:nvSpPr>
        <p:spPr>
          <a:xfrm>
            <a:off x="365760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365760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365760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xfrm>
            <a:off x="36576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Oval 758"/>
          <p:cNvSpPr/>
          <p:nvPr/>
        </p:nvSpPr>
        <p:spPr>
          <a:xfrm>
            <a:off x="365760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365760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Oval 760"/>
          <p:cNvSpPr/>
          <p:nvPr/>
        </p:nvSpPr>
        <p:spPr>
          <a:xfrm>
            <a:off x="365760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Oval 761"/>
          <p:cNvSpPr/>
          <p:nvPr/>
        </p:nvSpPr>
        <p:spPr>
          <a:xfrm>
            <a:off x="365760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365760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Oval 763"/>
          <p:cNvSpPr/>
          <p:nvPr/>
        </p:nvSpPr>
        <p:spPr>
          <a:xfrm>
            <a:off x="365760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365760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365760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Oval 766"/>
          <p:cNvSpPr/>
          <p:nvPr/>
        </p:nvSpPr>
        <p:spPr>
          <a:xfrm>
            <a:off x="365760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36576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365760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Oval 769"/>
          <p:cNvSpPr/>
          <p:nvPr/>
        </p:nvSpPr>
        <p:spPr>
          <a:xfrm>
            <a:off x="365760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xfrm>
            <a:off x="365760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365760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Oval 772"/>
          <p:cNvSpPr/>
          <p:nvPr/>
        </p:nvSpPr>
        <p:spPr>
          <a:xfrm>
            <a:off x="36576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xfrm>
            <a:off x="365760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365760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Oval 775"/>
          <p:cNvSpPr/>
          <p:nvPr/>
        </p:nvSpPr>
        <p:spPr>
          <a:xfrm>
            <a:off x="365760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Oval 776"/>
          <p:cNvSpPr/>
          <p:nvPr/>
        </p:nvSpPr>
        <p:spPr>
          <a:xfrm>
            <a:off x="365760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36576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Oval 778"/>
          <p:cNvSpPr/>
          <p:nvPr/>
        </p:nvSpPr>
        <p:spPr>
          <a:xfrm>
            <a:off x="365760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Oval 779"/>
          <p:cNvSpPr/>
          <p:nvPr/>
        </p:nvSpPr>
        <p:spPr>
          <a:xfrm>
            <a:off x="365760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Oval 781"/>
          <p:cNvSpPr/>
          <p:nvPr/>
        </p:nvSpPr>
        <p:spPr>
          <a:xfrm>
            <a:off x="365760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Oval 782"/>
          <p:cNvSpPr/>
          <p:nvPr/>
        </p:nvSpPr>
        <p:spPr>
          <a:xfrm>
            <a:off x="36576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Oval 784"/>
          <p:cNvSpPr/>
          <p:nvPr/>
        </p:nvSpPr>
        <p:spPr>
          <a:xfrm>
            <a:off x="365760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Oval 785"/>
          <p:cNvSpPr/>
          <p:nvPr/>
        </p:nvSpPr>
        <p:spPr>
          <a:xfrm>
            <a:off x="365760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365760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Oval 787"/>
          <p:cNvSpPr/>
          <p:nvPr/>
        </p:nvSpPr>
        <p:spPr>
          <a:xfrm>
            <a:off x="36576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Oval 788"/>
          <p:cNvSpPr/>
          <p:nvPr/>
        </p:nvSpPr>
        <p:spPr>
          <a:xfrm>
            <a:off x="365760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365760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Oval 790"/>
          <p:cNvSpPr/>
          <p:nvPr/>
        </p:nvSpPr>
        <p:spPr>
          <a:xfrm>
            <a:off x="384048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Oval 791"/>
          <p:cNvSpPr/>
          <p:nvPr/>
        </p:nvSpPr>
        <p:spPr>
          <a:xfrm>
            <a:off x="384048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384048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Oval 793"/>
          <p:cNvSpPr/>
          <p:nvPr/>
        </p:nvSpPr>
        <p:spPr>
          <a:xfrm>
            <a:off x="384048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Oval 794"/>
          <p:cNvSpPr/>
          <p:nvPr/>
        </p:nvSpPr>
        <p:spPr>
          <a:xfrm>
            <a:off x="384048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384048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Oval 796"/>
          <p:cNvSpPr/>
          <p:nvPr/>
        </p:nvSpPr>
        <p:spPr>
          <a:xfrm>
            <a:off x="384048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Oval 797"/>
          <p:cNvSpPr/>
          <p:nvPr/>
        </p:nvSpPr>
        <p:spPr>
          <a:xfrm>
            <a:off x="384048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384048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Oval 799"/>
          <p:cNvSpPr/>
          <p:nvPr/>
        </p:nvSpPr>
        <p:spPr>
          <a:xfrm>
            <a:off x="384048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Oval 800"/>
          <p:cNvSpPr/>
          <p:nvPr/>
        </p:nvSpPr>
        <p:spPr>
          <a:xfrm>
            <a:off x="384048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384048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Oval 802"/>
          <p:cNvSpPr/>
          <p:nvPr/>
        </p:nvSpPr>
        <p:spPr>
          <a:xfrm>
            <a:off x="384048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Oval 803"/>
          <p:cNvSpPr/>
          <p:nvPr/>
        </p:nvSpPr>
        <p:spPr>
          <a:xfrm>
            <a:off x="384048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384048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Oval 805"/>
          <p:cNvSpPr/>
          <p:nvPr/>
        </p:nvSpPr>
        <p:spPr>
          <a:xfrm>
            <a:off x="384048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Oval 806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384048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Oval 808"/>
          <p:cNvSpPr/>
          <p:nvPr/>
        </p:nvSpPr>
        <p:spPr>
          <a:xfrm>
            <a:off x="384048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Oval 809"/>
          <p:cNvSpPr/>
          <p:nvPr/>
        </p:nvSpPr>
        <p:spPr>
          <a:xfrm>
            <a:off x="384048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384048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Oval 811"/>
          <p:cNvSpPr/>
          <p:nvPr/>
        </p:nvSpPr>
        <p:spPr>
          <a:xfrm>
            <a:off x="384048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384048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Oval 813"/>
          <p:cNvSpPr/>
          <p:nvPr/>
        </p:nvSpPr>
        <p:spPr>
          <a:xfrm>
            <a:off x="384048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Oval 814"/>
          <p:cNvSpPr/>
          <p:nvPr/>
        </p:nvSpPr>
        <p:spPr>
          <a:xfrm>
            <a:off x="384048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384048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Oval 816"/>
          <p:cNvSpPr/>
          <p:nvPr/>
        </p:nvSpPr>
        <p:spPr>
          <a:xfrm>
            <a:off x="384048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Oval 81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384048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Oval 819"/>
          <p:cNvSpPr/>
          <p:nvPr/>
        </p:nvSpPr>
        <p:spPr>
          <a:xfrm>
            <a:off x="384048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Oval 820"/>
          <p:cNvSpPr/>
          <p:nvPr/>
        </p:nvSpPr>
        <p:spPr>
          <a:xfrm>
            <a:off x="384048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384048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Oval 822"/>
          <p:cNvSpPr/>
          <p:nvPr/>
        </p:nvSpPr>
        <p:spPr>
          <a:xfrm>
            <a:off x="384048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Oval 823"/>
          <p:cNvSpPr/>
          <p:nvPr/>
        </p:nvSpPr>
        <p:spPr>
          <a:xfrm>
            <a:off x="384048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384048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Oval 825"/>
          <p:cNvSpPr/>
          <p:nvPr/>
        </p:nvSpPr>
        <p:spPr>
          <a:xfrm>
            <a:off x="384048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Oval 826"/>
          <p:cNvSpPr/>
          <p:nvPr/>
        </p:nvSpPr>
        <p:spPr>
          <a:xfrm>
            <a:off x="384048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402336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Oval 828"/>
          <p:cNvSpPr/>
          <p:nvPr/>
        </p:nvSpPr>
        <p:spPr>
          <a:xfrm>
            <a:off x="402336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Oval 829"/>
          <p:cNvSpPr/>
          <p:nvPr/>
        </p:nvSpPr>
        <p:spPr>
          <a:xfrm>
            <a:off x="402336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402336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Oval 831"/>
          <p:cNvSpPr/>
          <p:nvPr/>
        </p:nvSpPr>
        <p:spPr>
          <a:xfrm>
            <a:off x="402336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Oval 832"/>
          <p:cNvSpPr/>
          <p:nvPr/>
        </p:nvSpPr>
        <p:spPr>
          <a:xfrm>
            <a:off x="402336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402336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Oval 834"/>
          <p:cNvSpPr/>
          <p:nvPr/>
        </p:nvSpPr>
        <p:spPr>
          <a:xfrm>
            <a:off x="402336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Oval 835"/>
          <p:cNvSpPr/>
          <p:nvPr/>
        </p:nvSpPr>
        <p:spPr>
          <a:xfrm>
            <a:off x="402336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402336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Oval 837"/>
          <p:cNvSpPr/>
          <p:nvPr/>
        </p:nvSpPr>
        <p:spPr>
          <a:xfrm>
            <a:off x="402336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Oval 838"/>
          <p:cNvSpPr/>
          <p:nvPr/>
        </p:nvSpPr>
        <p:spPr>
          <a:xfrm>
            <a:off x="402336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402336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Oval 840"/>
          <p:cNvSpPr/>
          <p:nvPr/>
        </p:nvSpPr>
        <p:spPr>
          <a:xfrm>
            <a:off x="402336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Oval 841"/>
          <p:cNvSpPr/>
          <p:nvPr/>
        </p:nvSpPr>
        <p:spPr>
          <a:xfrm>
            <a:off x="402336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402336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Oval 843"/>
          <p:cNvSpPr/>
          <p:nvPr/>
        </p:nvSpPr>
        <p:spPr>
          <a:xfrm>
            <a:off x="402336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Oval 844"/>
          <p:cNvSpPr/>
          <p:nvPr/>
        </p:nvSpPr>
        <p:spPr>
          <a:xfrm>
            <a:off x="402336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402336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Oval 846"/>
          <p:cNvSpPr/>
          <p:nvPr/>
        </p:nvSpPr>
        <p:spPr>
          <a:xfrm>
            <a:off x="402336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Oval 847"/>
          <p:cNvSpPr/>
          <p:nvPr/>
        </p:nvSpPr>
        <p:spPr>
          <a:xfrm>
            <a:off x="402336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402336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Oval 849"/>
          <p:cNvSpPr/>
          <p:nvPr/>
        </p:nvSpPr>
        <p:spPr>
          <a:xfrm>
            <a:off x="402336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Oval 850"/>
          <p:cNvSpPr/>
          <p:nvPr/>
        </p:nvSpPr>
        <p:spPr>
          <a:xfrm>
            <a:off x="402336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402336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Oval 852"/>
          <p:cNvSpPr/>
          <p:nvPr/>
        </p:nvSpPr>
        <p:spPr>
          <a:xfrm>
            <a:off x="402336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Oval 853"/>
          <p:cNvSpPr/>
          <p:nvPr/>
        </p:nvSpPr>
        <p:spPr>
          <a:xfrm>
            <a:off x="402336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Oval 854"/>
          <p:cNvSpPr/>
          <p:nvPr/>
        </p:nvSpPr>
        <p:spPr>
          <a:xfrm>
            <a:off x="402336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Oval 855"/>
          <p:cNvSpPr/>
          <p:nvPr/>
        </p:nvSpPr>
        <p:spPr>
          <a:xfrm>
            <a:off x="402336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Oval 856"/>
          <p:cNvSpPr/>
          <p:nvPr/>
        </p:nvSpPr>
        <p:spPr>
          <a:xfrm>
            <a:off x="402336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Oval 857"/>
          <p:cNvSpPr/>
          <p:nvPr/>
        </p:nvSpPr>
        <p:spPr>
          <a:xfrm>
            <a:off x="402336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Oval 858"/>
          <p:cNvSpPr/>
          <p:nvPr/>
        </p:nvSpPr>
        <p:spPr>
          <a:xfrm>
            <a:off x="402336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Oval 859"/>
          <p:cNvSpPr/>
          <p:nvPr/>
        </p:nvSpPr>
        <p:spPr>
          <a:xfrm>
            <a:off x="402336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Oval 860"/>
          <p:cNvSpPr/>
          <p:nvPr/>
        </p:nvSpPr>
        <p:spPr>
          <a:xfrm>
            <a:off x="402336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Oval 861"/>
          <p:cNvSpPr/>
          <p:nvPr/>
        </p:nvSpPr>
        <p:spPr>
          <a:xfrm>
            <a:off x="402336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Oval 862"/>
          <p:cNvSpPr/>
          <p:nvPr/>
        </p:nvSpPr>
        <p:spPr>
          <a:xfrm>
            <a:off x="402336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Oval 863"/>
          <p:cNvSpPr/>
          <p:nvPr/>
        </p:nvSpPr>
        <p:spPr>
          <a:xfrm>
            <a:off x="402336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Oval 864"/>
          <p:cNvSpPr/>
          <p:nvPr/>
        </p:nvSpPr>
        <p:spPr>
          <a:xfrm>
            <a:off x="402336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Oval 865"/>
          <p:cNvSpPr/>
          <p:nvPr/>
        </p:nvSpPr>
        <p:spPr>
          <a:xfrm>
            <a:off x="420624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Oval 866"/>
          <p:cNvSpPr/>
          <p:nvPr/>
        </p:nvSpPr>
        <p:spPr>
          <a:xfrm>
            <a:off x="420624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Oval 867"/>
          <p:cNvSpPr/>
          <p:nvPr/>
        </p:nvSpPr>
        <p:spPr>
          <a:xfrm>
            <a:off x="420624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Oval 868"/>
          <p:cNvSpPr/>
          <p:nvPr/>
        </p:nvSpPr>
        <p:spPr>
          <a:xfrm>
            <a:off x="420624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Oval 869"/>
          <p:cNvSpPr/>
          <p:nvPr/>
        </p:nvSpPr>
        <p:spPr>
          <a:xfrm>
            <a:off x="420624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Oval 870"/>
          <p:cNvSpPr/>
          <p:nvPr/>
        </p:nvSpPr>
        <p:spPr>
          <a:xfrm>
            <a:off x="420624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Oval 871"/>
          <p:cNvSpPr/>
          <p:nvPr/>
        </p:nvSpPr>
        <p:spPr>
          <a:xfrm>
            <a:off x="420624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Oval 872"/>
          <p:cNvSpPr/>
          <p:nvPr/>
        </p:nvSpPr>
        <p:spPr>
          <a:xfrm>
            <a:off x="420624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Oval 873"/>
          <p:cNvSpPr/>
          <p:nvPr/>
        </p:nvSpPr>
        <p:spPr>
          <a:xfrm>
            <a:off x="420624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Oval 874"/>
          <p:cNvSpPr/>
          <p:nvPr/>
        </p:nvSpPr>
        <p:spPr>
          <a:xfrm>
            <a:off x="420624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Oval 875"/>
          <p:cNvSpPr/>
          <p:nvPr/>
        </p:nvSpPr>
        <p:spPr>
          <a:xfrm>
            <a:off x="420624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Oval 876"/>
          <p:cNvSpPr/>
          <p:nvPr/>
        </p:nvSpPr>
        <p:spPr>
          <a:xfrm>
            <a:off x="420624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Oval 877"/>
          <p:cNvSpPr/>
          <p:nvPr/>
        </p:nvSpPr>
        <p:spPr>
          <a:xfrm>
            <a:off x="420624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Oval 878"/>
          <p:cNvSpPr/>
          <p:nvPr/>
        </p:nvSpPr>
        <p:spPr>
          <a:xfrm>
            <a:off x="420624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Oval 879"/>
          <p:cNvSpPr/>
          <p:nvPr/>
        </p:nvSpPr>
        <p:spPr>
          <a:xfrm>
            <a:off x="420624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Oval 880"/>
          <p:cNvSpPr/>
          <p:nvPr/>
        </p:nvSpPr>
        <p:spPr>
          <a:xfrm>
            <a:off x="420624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Oval 881"/>
          <p:cNvSpPr/>
          <p:nvPr/>
        </p:nvSpPr>
        <p:spPr>
          <a:xfrm>
            <a:off x="420624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Oval 882"/>
          <p:cNvSpPr/>
          <p:nvPr/>
        </p:nvSpPr>
        <p:spPr>
          <a:xfrm>
            <a:off x="420624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Oval 883"/>
          <p:cNvSpPr/>
          <p:nvPr/>
        </p:nvSpPr>
        <p:spPr>
          <a:xfrm>
            <a:off x="420624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Oval 884"/>
          <p:cNvSpPr/>
          <p:nvPr/>
        </p:nvSpPr>
        <p:spPr>
          <a:xfrm>
            <a:off x="420624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Oval 885"/>
          <p:cNvSpPr/>
          <p:nvPr/>
        </p:nvSpPr>
        <p:spPr>
          <a:xfrm>
            <a:off x="420624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Oval 886"/>
          <p:cNvSpPr/>
          <p:nvPr/>
        </p:nvSpPr>
        <p:spPr>
          <a:xfrm>
            <a:off x="420624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Oval 887"/>
          <p:cNvSpPr/>
          <p:nvPr/>
        </p:nvSpPr>
        <p:spPr>
          <a:xfrm>
            <a:off x="420624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Oval 888"/>
          <p:cNvSpPr/>
          <p:nvPr/>
        </p:nvSpPr>
        <p:spPr>
          <a:xfrm>
            <a:off x="420624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Oval 889"/>
          <p:cNvSpPr/>
          <p:nvPr/>
        </p:nvSpPr>
        <p:spPr>
          <a:xfrm>
            <a:off x="420624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Oval 890"/>
          <p:cNvSpPr/>
          <p:nvPr/>
        </p:nvSpPr>
        <p:spPr>
          <a:xfrm>
            <a:off x="420624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Oval 891"/>
          <p:cNvSpPr/>
          <p:nvPr/>
        </p:nvSpPr>
        <p:spPr>
          <a:xfrm>
            <a:off x="420624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Oval 892"/>
          <p:cNvSpPr/>
          <p:nvPr/>
        </p:nvSpPr>
        <p:spPr>
          <a:xfrm>
            <a:off x="420624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Oval 893"/>
          <p:cNvSpPr/>
          <p:nvPr/>
        </p:nvSpPr>
        <p:spPr>
          <a:xfrm>
            <a:off x="420624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Oval 894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Oval 895"/>
          <p:cNvSpPr/>
          <p:nvPr/>
        </p:nvSpPr>
        <p:spPr>
          <a:xfrm>
            <a:off x="420624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Oval 896"/>
          <p:cNvSpPr/>
          <p:nvPr/>
        </p:nvSpPr>
        <p:spPr>
          <a:xfrm>
            <a:off x="420624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Oval 897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Oval 898"/>
          <p:cNvSpPr/>
          <p:nvPr/>
        </p:nvSpPr>
        <p:spPr>
          <a:xfrm>
            <a:off x="420624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Oval 899"/>
          <p:cNvSpPr/>
          <p:nvPr/>
        </p:nvSpPr>
        <p:spPr>
          <a:xfrm>
            <a:off x="420624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Oval 900"/>
          <p:cNvSpPr/>
          <p:nvPr/>
        </p:nvSpPr>
        <p:spPr>
          <a:xfrm>
            <a:off x="420624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Oval 901"/>
          <p:cNvSpPr/>
          <p:nvPr/>
        </p:nvSpPr>
        <p:spPr>
          <a:xfrm>
            <a:off x="420624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Oval 902"/>
          <p:cNvSpPr/>
          <p:nvPr/>
        </p:nvSpPr>
        <p:spPr>
          <a:xfrm>
            <a:off x="438912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438912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Oval 904"/>
          <p:cNvSpPr/>
          <p:nvPr/>
        </p:nvSpPr>
        <p:spPr>
          <a:xfrm>
            <a:off x="438912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Oval 905"/>
          <p:cNvSpPr/>
          <p:nvPr/>
        </p:nvSpPr>
        <p:spPr>
          <a:xfrm>
            <a:off x="438912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Oval 906"/>
          <p:cNvSpPr/>
          <p:nvPr/>
        </p:nvSpPr>
        <p:spPr>
          <a:xfrm>
            <a:off x="438912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Oval 907"/>
          <p:cNvSpPr/>
          <p:nvPr/>
        </p:nvSpPr>
        <p:spPr>
          <a:xfrm>
            <a:off x="438912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Oval 908"/>
          <p:cNvSpPr/>
          <p:nvPr/>
        </p:nvSpPr>
        <p:spPr>
          <a:xfrm>
            <a:off x="438912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Oval 909"/>
          <p:cNvSpPr/>
          <p:nvPr/>
        </p:nvSpPr>
        <p:spPr>
          <a:xfrm>
            <a:off x="438912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438912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Oval 911"/>
          <p:cNvSpPr/>
          <p:nvPr/>
        </p:nvSpPr>
        <p:spPr>
          <a:xfrm>
            <a:off x="438912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Oval 912"/>
          <p:cNvSpPr/>
          <p:nvPr/>
        </p:nvSpPr>
        <p:spPr>
          <a:xfrm>
            <a:off x="438912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Oval 913"/>
          <p:cNvSpPr/>
          <p:nvPr/>
        </p:nvSpPr>
        <p:spPr>
          <a:xfrm>
            <a:off x="438912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Oval 914"/>
          <p:cNvSpPr/>
          <p:nvPr/>
        </p:nvSpPr>
        <p:spPr>
          <a:xfrm>
            <a:off x="438912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Oval 915"/>
          <p:cNvSpPr/>
          <p:nvPr/>
        </p:nvSpPr>
        <p:spPr>
          <a:xfrm>
            <a:off x="438912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Oval 916"/>
          <p:cNvSpPr/>
          <p:nvPr/>
        </p:nvSpPr>
        <p:spPr>
          <a:xfrm>
            <a:off x="438912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438912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Oval 918"/>
          <p:cNvSpPr/>
          <p:nvPr/>
        </p:nvSpPr>
        <p:spPr>
          <a:xfrm>
            <a:off x="438912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Oval 919"/>
          <p:cNvSpPr/>
          <p:nvPr/>
        </p:nvSpPr>
        <p:spPr>
          <a:xfrm>
            <a:off x="438912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Oval 920"/>
          <p:cNvSpPr/>
          <p:nvPr/>
        </p:nvSpPr>
        <p:spPr>
          <a:xfrm>
            <a:off x="438912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Oval 921"/>
          <p:cNvSpPr/>
          <p:nvPr/>
        </p:nvSpPr>
        <p:spPr>
          <a:xfrm>
            <a:off x="438912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Oval 922"/>
          <p:cNvSpPr/>
          <p:nvPr/>
        </p:nvSpPr>
        <p:spPr>
          <a:xfrm>
            <a:off x="438912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Oval 923"/>
          <p:cNvSpPr/>
          <p:nvPr/>
        </p:nvSpPr>
        <p:spPr>
          <a:xfrm>
            <a:off x="438912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Oval 924"/>
          <p:cNvSpPr/>
          <p:nvPr/>
        </p:nvSpPr>
        <p:spPr>
          <a:xfrm>
            <a:off x="438912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Oval 925"/>
          <p:cNvSpPr/>
          <p:nvPr/>
        </p:nvSpPr>
        <p:spPr>
          <a:xfrm>
            <a:off x="438912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Oval 926"/>
          <p:cNvSpPr/>
          <p:nvPr/>
        </p:nvSpPr>
        <p:spPr>
          <a:xfrm>
            <a:off x="438912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Oval 927"/>
          <p:cNvSpPr/>
          <p:nvPr/>
        </p:nvSpPr>
        <p:spPr>
          <a:xfrm>
            <a:off x="438912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Oval 928"/>
          <p:cNvSpPr/>
          <p:nvPr/>
        </p:nvSpPr>
        <p:spPr>
          <a:xfrm>
            <a:off x="438912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Oval 929"/>
          <p:cNvSpPr/>
          <p:nvPr/>
        </p:nvSpPr>
        <p:spPr>
          <a:xfrm>
            <a:off x="438912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Oval 930"/>
          <p:cNvSpPr/>
          <p:nvPr/>
        </p:nvSpPr>
        <p:spPr>
          <a:xfrm>
            <a:off x="438912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Oval 931"/>
          <p:cNvSpPr/>
          <p:nvPr/>
        </p:nvSpPr>
        <p:spPr>
          <a:xfrm>
            <a:off x="438912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Oval 932"/>
          <p:cNvSpPr/>
          <p:nvPr/>
        </p:nvSpPr>
        <p:spPr>
          <a:xfrm>
            <a:off x="438912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Oval 933"/>
          <p:cNvSpPr/>
          <p:nvPr/>
        </p:nvSpPr>
        <p:spPr>
          <a:xfrm>
            <a:off x="438912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Oval 934"/>
          <p:cNvSpPr/>
          <p:nvPr/>
        </p:nvSpPr>
        <p:spPr>
          <a:xfrm>
            <a:off x="438912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Oval 935"/>
          <p:cNvSpPr/>
          <p:nvPr/>
        </p:nvSpPr>
        <p:spPr>
          <a:xfrm>
            <a:off x="438912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Oval 936"/>
          <p:cNvSpPr/>
          <p:nvPr/>
        </p:nvSpPr>
        <p:spPr>
          <a:xfrm>
            <a:off x="438912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Oval 937"/>
          <p:cNvSpPr/>
          <p:nvPr/>
        </p:nvSpPr>
        <p:spPr>
          <a:xfrm>
            <a:off x="438912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Oval 938"/>
          <p:cNvSpPr/>
          <p:nvPr/>
        </p:nvSpPr>
        <p:spPr>
          <a:xfrm>
            <a:off x="438912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438912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457200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457200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Oval 942"/>
          <p:cNvSpPr/>
          <p:nvPr/>
        </p:nvSpPr>
        <p:spPr>
          <a:xfrm>
            <a:off x="45720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Oval 943"/>
          <p:cNvSpPr/>
          <p:nvPr/>
        </p:nvSpPr>
        <p:spPr>
          <a:xfrm>
            <a:off x="457200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Oval 944"/>
          <p:cNvSpPr/>
          <p:nvPr/>
        </p:nvSpPr>
        <p:spPr>
          <a:xfrm>
            <a:off x="457200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Oval 945"/>
          <p:cNvSpPr/>
          <p:nvPr/>
        </p:nvSpPr>
        <p:spPr>
          <a:xfrm>
            <a:off x="457200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Oval 946"/>
          <p:cNvSpPr/>
          <p:nvPr/>
        </p:nvSpPr>
        <p:spPr>
          <a:xfrm>
            <a:off x="457200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Oval 947"/>
          <p:cNvSpPr/>
          <p:nvPr/>
        </p:nvSpPr>
        <p:spPr>
          <a:xfrm>
            <a:off x="457200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Oval 948"/>
          <p:cNvSpPr/>
          <p:nvPr/>
        </p:nvSpPr>
        <p:spPr>
          <a:xfrm>
            <a:off x="457200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Oval 949"/>
          <p:cNvSpPr/>
          <p:nvPr/>
        </p:nvSpPr>
        <p:spPr>
          <a:xfrm>
            <a:off x="457200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Oval 950"/>
          <p:cNvSpPr/>
          <p:nvPr/>
        </p:nvSpPr>
        <p:spPr>
          <a:xfrm>
            <a:off x="457200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Oval 951"/>
          <p:cNvSpPr/>
          <p:nvPr/>
        </p:nvSpPr>
        <p:spPr>
          <a:xfrm>
            <a:off x="457200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Oval 952"/>
          <p:cNvSpPr/>
          <p:nvPr/>
        </p:nvSpPr>
        <p:spPr>
          <a:xfrm>
            <a:off x="45720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457200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457200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457200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Oval 956"/>
          <p:cNvSpPr/>
          <p:nvPr/>
        </p:nvSpPr>
        <p:spPr>
          <a:xfrm>
            <a:off x="457200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Oval 957"/>
          <p:cNvSpPr/>
          <p:nvPr/>
        </p:nvSpPr>
        <p:spPr>
          <a:xfrm>
            <a:off x="45720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Oval 958"/>
          <p:cNvSpPr/>
          <p:nvPr/>
        </p:nvSpPr>
        <p:spPr>
          <a:xfrm>
            <a:off x="457200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Oval 959"/>
          <p:cNvSpPr/>
          <p:nvPr/>
        </p:nvSpPr>
        <p:spPr>
          <a:xfrm>
            <a:off x="457200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Oval 960"/>
          <p:cNvSpPr/>
          <p:nvPr/>
        </p:nvSpPr>
        <p:spPr>
          <a:xfrm>
            <a:off x="457200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Oval 961"/>
          <p:cNvSpPr/>
          <p:nvPr/>
        </p:nvSpPr>
        <p:spPr>
          <a:xfrm>
            <a:off x="457200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Oval 962"/>
          <p:cNvSpPr/>
          <p:nvPr/>
        </p:nvSpPr>
        <p:spPr>
          <a:xfrm>
            <a:off x="45720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Oval 963"/>
          <p:cNvSpPr/>
          <p:nvPr/>
        </p:nvSpPr>
        <p:spPr>
          <a:xfrm>
            <a:off x="457200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Oval 964"/>
          <p:cNvSpPr/>
          <p:nvPr/>
        </p:nvSpPr>
        <p:spPr>
          <a:xfrm>
            <a:off x="457200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Oval 965"/>
          <p:cNvSpPr/>
          <p:nvPr/>
        </p:nvSpPr>
        <p:spPr>
          <a:xfrm>
            <a:off x="457200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Oval 966"/>
          <p:cNvSpPr/>
          <p:nvPr/>
        </p:nvSpPr>
        <p:spPr>
          <a:xfrm>
            <a:off x="457200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45720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457200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457200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Oval 970"/>
          <p:cNvSpPr/>
          <p:nvPr/>
        </p:nvSpPr>
        <p:spPr>
          <a:xfrm>
            <a:off x="457200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Oval 971"/>
          <p:cNvSpPr/>
          <p:nvPr/>
        </p:nvSpPr>
        <p:spPr>
          <a:xfrm>
            <a:off x="457200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Oval 972"/>
          <p:cNvSpPr/>
          <p:nvPr/>
        </p:nvSpPr>
        <p:spPr>
          <a:xfrm>
            <a:off x="45720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Oval 973"/>
          <p:cNvSpPr/>
          <p:nvPr/>
        </p:nvSpPr>
        <p:spPr>
          <a:xfrm>
            <a:off x="457200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Oval 974"/>
          <p:cNvSpPr/>
          <p:nvPr/>
        </p:nvSpPr>
        <p:spPr>
          <a:xfrm>
            <a:off x="457200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Oval 975"/>
          <p:cNvSpPr/>
          <p:nvPr/>
        </p:nvSpPr>
        <p:spPr>
          <a:xfrm>
            <a:off x="457200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Oval 976"/>
          <p:cNvSpPr/>
          <p:nvPr/>
        </p:nvSpPr>
        <p:spPr>
          <a:xfrm>
            <a:off x="457200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Oval 977"/>
          <p:cNvSpPr/>
          <p:nvPr/>
        </p:nvSpPr>
        <p:spPr>
          <a:xfrm>
            <a:off x="475488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Oval 978"/>
          <p:cNvSpPr/>
          <p:nvPr/>
        </p:nvSpPr>
        <p:spPr>
          <a:xfrm>
            <a:off x="475488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Oval 979"/>
          <p:cNvSpPr/>
          <p:nvPr/>
        </p:nvSpPr>
        <p:spPr>
          <a:xfrm>
            <a:off x="475488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Oval 980"/>
          <p:cNvSpPr/>
          <p:nvPr/>
        </p:nvSpPr>
        <p:spPr>
          <a:xfrm>
            <a:off x="475488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475488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475488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475488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Oval 984"/>
          <p:cNvSpPr/>
          <p:nvPr/>
        </p:nvSpPr>
        <p:spPr>
          <a:xfrm>
            <a:off x="475488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Oval 985"/>
          <p:cNvSpPr/>
          <p:nvPr/>
        </p:nvSpPr>
        <p:spPr>
          <a:xfrm>
            <a:off x="475488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Oval 986"/>
          <p:cNvSpPr/>
          <p:nvPr/>
        </p:nvSpPr>
        <p:spPr>
          <a:xfrm>
            <a:off x="475488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Oval 987"/>
          <p:cNvSpPr/>
          <p:nvPr/>
        </p:nvSpPr>
        <p:spPr>
          <a:xfrm>
            <a:off x="475488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Oval 988"/>
          <p:cNvSpPr/>
          <p:nvPr/>
        </p:nvSpPr>
        <p:spPr>
          <a:xfrm>
            <a:off x="475488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Oval 989"/>
          <p:cNvSpPr/>
          <p:nvPr/>
        </p:nvSpPr>
        <p:spPr>
          <a:xfrm>
            <a:off x="475488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Oval 990"/>
          <p:cNvSpPr/>
          <p:nvPr/>
        </p:nvSpPr>
        <p:spPr>
          <a:xfrm>
            <a:off x="475488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Oval 991"/>
          <p:cNvSpPr/>
          <p:nvPr/>
        </p:nvSpPr>
        <p:spPr>
          <a:xfrm>
            <a:off x="475488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Oval 992"/>
          <p:cNvSpPr/>
          <p:nvPr/>
        </p:nvSpPr>
        <p:spPr>
          <a:xfrm>
            <a:off x="475488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Oval 993"/>
          <p:cNvSpPr/>
          <p:nvPr/>
        </p:nvSpPr>
        <p:spPr>
          <a:xfrm>
            <a:off x="475488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Oval 994"/>
          <p:cNvSpPr/>
          <p:nvPr/>
        </p:nvSpPr>
        <p:spPr>
          <a:xfrm>
            <a:off x="475488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475488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475488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475488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Oval 998"/>
          <p:cNvSpPr/>
          <p:nvPr/>
        </p:nvSpPr>
        <p:spPr>
          <a:xfrm>
            <a:off x="475488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Oval 999"/>
          <p:cNvSpPr/>
          <p:nvPr/>
        </p:nvSpPr>
        <p:spPr>
          <a:xfrm>
            <a:off x="475488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Oval 1000"/>
          <p:cNvSpPr/>
          <p:nvPr/>
        </p:nvSpPr>
        <p:spPr>
          <a:xfrm>
            <a:off x="475488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Oval 1001"/>
          <p:cNvSpPr/>
          <p:nvPr/>
        </p:nvSpPr>
        <p:spPr>
          <a:xfrm>
            <a:off x="475488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Oval 1002"/>
          <p:cNvSpPr/>
          <p:nvPr/>
        </p:nvSpPr>
        <p:spPr>
          <a:xfrm>
            <a:off x="475488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Oval 1003"/>
          <p:cNvSpPr/>
          <p:nvPr/>
        </p:nvSpPr>
        <p:spPr>
          <a:xfrm>
            <a:off x="475488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Oval 1004"/>
          <p:cNvSpPr/>
          <p:nvPr/>
        </p:nvSpPr>
        <p:spPr>
          <a:xfrm>
            <a:off x="475488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Oval 1005"/>
          <p:cNvSpPr/>
          <p:nvPr/>
        </p:nvSpPr>
        <p:spPr>
          <a:xfrm>
            <a:off x="475488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Oval 1006"/>
          <p:cNvSpPr/>
          <p:nvPr/>
        </p:nvSpPr>
        <p:spPr>
          <a:xfrm>
            <a:off x="475488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Oval 1007"/>
          <p:cNvSpPr/>
          <p:nvPr/>
        </p:nvSpPr>
        <p:spPr>
          <a:xfrm>
            <a:off x="475488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Oval 1008"/>
          <p:cNvSpPr/>
          <p:nvPr/>
        </p:nvSpPr>
        <p:spPr>
          <a:xfrm>
            <a:off x="475488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475488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475488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475488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Oval 1012"/>
          <p:cNvSpPr/>
          <p:nvPr/>
        </p:nvSpPr>
        <p:spPr>
          <a:xfrm>
            <a:off x="475488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Oval 1013"/>
          <p:cNvSpPr/>
          <p:nvPr/>
        </p:nvSpPr>
        <p:spPr>
          <a:xfrm>
            <a:off x="475488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Oval 1014"/>
          <p:cNvSpPr/>
          <p:nvPr/>
        </p:nvSpPr>
        <p:spPr>
          <a:xfrm>
            <a:off x="475488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Oval 1015"/>
          <p:cNvSpPr/>
          <p:nvPr/>
        </p:nvSpPr>
        <p:spPr>
          <a:xfrm>
            <a:off x="493776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Oval 1016"/>
          <p:cNvSpPr/>
          <p:nvPr/>
        </p:nvSpPr>
        <p:spPr>
          <a:xfrm>
            <a:off x="493776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Oval 1017"/>
          <p:cNvSpPr/>
          <p:nvPr/>
        </p:nvSpPr>
        <p:spPr>
          <a:xfrm>
            <a:off x="493776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Oval 1018"/>
          <p:cNvSpPr/>
          <p:nvPr/>
        </p:nvSpPr>
        <p:spPr>
          <a:xfrm>
            <a:off x="493776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Oval 1019"/>
          <p:cNvSpPr/>
          <p:nvPr/>
        </p:nvSpPr>
        <p:spPr>
          <a:xfrm>
            <a:off x="493776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Oval 1020"/>
          <p:cNvSpPr/>
          <p:nvPr/>
        </p:nvSpPr>
        <p:spPr>
          <a:xfrm>
            <a:off x="493776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Oval 1021"/>
          <p:cNvSpPr/>
          <p:nvPr/>
        </p:nvSpPr>
        <p:spPr>
          <a:xfrm>
            <a:off x="493776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Oval 1022"/>
          <p:cNvSpPr/>
          <p:nvPr/>
        </p:nvSpPr>
        <p:spPr>
          <a:xfrm>
            <a:off x="493776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493776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493776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493776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Oval 1026"/>
          <p:cNvSpPr/>
          <p:nvPr/>
        </p:nvSpPr>
        <p:spPr>
          <a:xfrm>
            <a:off x="493776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Oval 1027"/>
          <p:cNvSpPr/>
          <p:nvPr/>
        </p:nvSpPr>
        <p:spPr>
          <a:xfrm>
            <a:off x="493776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Oval 1028"/>
          <p:cNvSpPr/>
          <p:nvPr/>
        </p:nvSpPr>
        <p:spPr>
          <a:xfrm>
            <a:off x="493776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Oval 1029"/>
          <p:cNvSpPr/>
          <p:nvPr/>
        </p:nvSpPr>
        <p:spPr>
          <a:xfrm>
            <a:off x="493776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Oval 1030"/>
          <p:cNvSpPr/>
          <p:nvPr/>
        </p:nvSpPr>
        <p:spPr>
          <a:xfrm>
            <a:off x="493776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Oval 1031"/>
          <p:cNvSpPr/>
          <p:nvPr/>
        </p:nvSpPr>
        <p:spPr>
          <a:xfrm>
            <a:off x="493776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Oval 1032"/>
          <p:cNvSpPr/>
          <p:nvPr/>
        </p:nvSpPr>
        <p:spPr>
          <a:xfrm>
            <a:off x="493776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val 1033"/>
          <p:cNvSpPr/>
          <p:nvPr/>
        </p:nvSpPr>
        <p:spPr>
          <a:xfrm>
            <a:off x="493776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Oval 1034"/>
          <p:cNvSpPr/>
          <p:nvPr/>
        </p:nvSpPr>
        <p:spPr>
          <a:xfrm>
            <a:off x="493776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Oval 1035"/>
          <p:cNvSpPr/>
          <p:nvPr/>
        </p:nvSpPr>
        <p:spPr>
          <a:xfrm>
            <a:off x="493776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Oval 1036"/>
          <p:cNvSpPr/>
          <p:nvPr/>
        </p:nvSpPr>
        <p:spPr>
          <a:xfrm>
            <a:off x="493776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493776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493776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493776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Oval 1040"/>
          <p:cNvSpPr/>
          <p:nvPr/>
        </p:nvSpPr>
        <p:spPr>
          <a:xfrm>
            <a:off x="493776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Oval 1041"/>
          <p:cNvSpPr/>
          <p:nvPr/>
        </p:nvSpPr>
        <p:spPr>
          <a:xfrm>
            <a:off x="493776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Oval 1042"/>
          <p:cNvSpPr/>
          <p:nvPr/>
        </p:nvSpPr>
        <p:spPr>
          <a:xfrm>
            <a:off x="493776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Oval 1043"/>
          <p:cNvSpPr/>
          <p:nvPr/>
        </p:nvSpPr>
        <p:spPr>
          <a:xfrm>
            <a:off x="493776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Oval 1044"/>
          <p:cNvSpPr/>
          <p:nvPr/>
        </p:nvSpPr>
        <p:spPr>
          <a:xfrm>
            <a:off x="493776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Oval 1045"/>
          <p:cNvSpPr/>
          <p:nvPr/>
        </p:nvSpPr>
        <p:spPr>
          <a:xfrm>
            <a:off x="493776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Oval 1046"/>
          <p:cNvSpPr/>
          <p:nvPr/>
        </p:nvSpPr>
        <p:spPr>
          <a:xfrm>
            <a:off x="493776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Oval 1047"/>
          <p:cNvSpPr/>
          <p:nvPr/>
        </p:nvSpPr>
        <p:spPr>
          <a:xfrm>
            <a:off x="493776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Oval 1048"/>
          <p:cNvSpPr/>
          <p:nvPr/>
        </p:nvSpPr>
        <p:spPr>
          <a:xfrm>
            <a:off x="493776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Oval 1049"/>
          <p:cNvSpPr/>
          <p:nvPr/>
        </p:nvSpPr>
        <p:spPr>
          <a:xfrm>
            <a:off x="493776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Oval 1050"/>
          <p:cNvSpPr/>
          <p:nvPr/>
        </p:nvSpPr>
        <p:spPr>
          <a:xfrm>
            <a:off x="493776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493776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512064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512064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Oval 1054"/>
          <p:cNvSpPr/>
          <p:nvPr/>
        </p:nvSpPr>
        <p:spPr>
          <a:xfrm>
            <a:off x="512064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Oval 1055"/>
          <p:cNvSpPr/>
          <p:nvPr/>
        </p:nvSpPr>
        <p:spPr>
          <a:xfrm>
            <a:off x="512064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Oval 1056"/>
          <p:cNvSpPr/>
          <p:nvPr/>
        </p:nvSpPr>
        <p:spPr>
          <a:xfrm>
            <a:off x="512064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Oval 1057"/>
          <p:cNvSpPr/>
          <p:nvPr/>
        </p:nvSpPr>
        <p:spPr>
          <a:xfrm>
            <a:off x="512064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Oval 1058"/>
          <p:cNvSpPr/>
          <p:nvPr/>
        </p:nvSpPr>
        <p:spPr>
          <a:xfrm>
            <a:off x="512064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Oval 1059"/>
          <p:cNvSpPr/>
          <p:nvPr/>
        </p:nvSpPr>
        <p:spPr>
          <a:xfrm>
            <a:off x="512064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Oval 1060"/>
          <p:cNvSpPr/>
          <p:nvPr/>
        </p:nvSpPr>
        <p:spPr>
          <a:xfrm>
            <a:off x="512064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Oval 1061"/>
          <p:cNvSpPr/>
          <p:nvPr/>
        </p:nvSpPr>
        <p:spPr>
          <a:xfrm>
            <a:off x="512064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Oval 1062"/>
          <p:cNvSpPr/>
          <p:nvPr/>
        </p:nvSpPr>
        <p:spPr>
          <a:xfrm>
            <a:off x="512064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Oval 1063"/>
          <p:cNvSpPr/>
          <p:nvPr/>
        </p:nvSpPr>
        <p:spPr>
          <a:xfrm>
            <a:off x="512064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Oval 1064"/>
          <p:cNvSpPr/>
          <p:nvPr/>
        </p:nvSpPr>
        <p:spPr>
          <a:xfrm>
            <a:off x="512064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512064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512064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512064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Oval 1068"/>
          <p:cNvSpPr/>
          <p:nvPr/>
        </p:nvSpPr>
        <p:spPr>
          <a:xfrm>
            <a:off x="512064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Oval 1069"/>
          <p:cNvSpPr/>
          <p:nvPr/>
        </p:nvSpPr>
        <p:spPr>
          <a:xfrm>
            <a:off x="512064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Oval 1070"/>
          <p:cNvSpPr/>
          <p:nvPr/>
        </p:nvSpPr>
        <p:spPr>
          <a:xfrm>
            <a:off x="512064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Oval 1071"/>
          <p:cNvSpPr/>
          <p:nvPr/>
        </p:nvSpPr>
        <p:spPr>
          <a:xfrm>
            <a:off x="512064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Oval 1072"/>
          <p:cNvSpPr/>
          <p:nvPr/>
        </p:nvSpPr>
        <p:spPr>
          <a:xfrm>
            <a:off x="512064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Oval 1073"/>
          <p:cNvSpPr/>
          <p:nvPr/>
        </p:nvSpPr>
        <p:spPr>
          <a:xfrm>
            <a:off x="512064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Oval 1074"/>
          <p:cNvSpPr/>
          <p:nvPr/>
        </p:nvSpPr>
        <p:spPr>
          <a:xfrm>
            <a:off x="512064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Oval 1075"/>
          <p:cNvSpPr/>
          <p:nvPr/>
        </p:nvSpPr>
        <p:spPr>
          <a:xfrm>
            <a:off x="512064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Oval 1076"/>
          <p:cNvSpPr/>
          <p:nvPr/>
        </p:nvSpPr>
        <p:spPr>
          <a:xfrm>
            <a:off x="512064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Oval 1077"/>
          <p:cNvSpPr/>
          <p:nvPr/>
        </p:nvSpPr>
        <p:spPr>
          <a:xfrm>
            <a:off x="512064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Oval 1078"/>
          <p:cNvSpPr/>
          <p:nvPr/>
        </p:nvSpPr>
        <p:spPr>
          <a:xfrm>
            <a:off x="512064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Oval 1079"/>
          <p:cNvSpPr/>
          <p:nvPr/>
        </p:nvSpPr>
        <p:spPr>
          <a:xfrm>
            <a:off x="512064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Oval 1080"/>
          <p:cNvSpPr/>
          <p:nvPr/>
        </p:nvSpPr>
        <p:spPr>
          <a:xfrm>
            <a:off x="512064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Oval 1081"/>
          <p:cNvSpPr/>
          <p:nvPr/>
        </p:nvSpPr>
        <p:spPr>
          <a:xfrm>
            <a:off x="512064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Oval 1082"/>
          <p:cNvSpPr/>
          <p:nvPr/>
        </p:nvSpPr>
        <p:spPr>
          <a:xfrm>
            <a:off x="512064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Oval 1083"/>
          <p:cNvSpPr/>
          <p:nvPr/>
        </p:nvSpPr>
        <p:spPr>
          <a:xfrm>
            <a:off x="512064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Oval 1084"/>
          <p:cNvSpPr/>
          <p:nvPr/>
        </p:nvSpPr>
        <p:spPr>
          <a:xfrm>
            <a:off x="512064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Oval 1085"/>
          <p:cNvSpPr/>
          <p:nvPr/>
        </p:nvSpPr>
        <p:spPr>
          <a:xfrm>
            <a:off x="512064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Oval 1086"/>
          <p:cNvSpPr/>
          <p:nvPr/>
        </p:nvSpPr>
        <p:spPr>
          <a:xfrm>
            <a:off x="512064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Oval 1087"/>
          <p:cNvSpPr/>
          <p:nvPr/>
        </p:nvSpPr>
        <p:spPr>
          <a:xfrm>
            <a:off x="512064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Oval 1088"/>
          <p:cNvSpPr/>
          <p:nvPr/>
        </p:nvSpPr>
        <p:spPr>
          <a:xfrm>
            <a:off x="512064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Oval 1089"/>
          <p:cNvSpPr/>
          <p:nvPr/>
        </p:nvSpPr>
        <p:spPr>
          <a:xfrm>
            <a:off x="512064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Oval 1090"/>
          <p:cNvSpPr/>
          <p:nvPr/>
        </p:nvSpPr>
        <p:spPr>
          <a:xfrm>
            <a:off x="530352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Oval 1091"/>
          <p:cNvSpPr/>
          <p:nvPr/>
        </p:nvSpPr>
        <p:spPr>
          <a:xfrm>
            <a:off x="530352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Oval 1092"/>
          <p:cNvSpPr/>
          <p:nvPr/>
        </p:nvSpPr>
        <p:spPr>
          <a:xfrm>
            <a:off x="530352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Oval 1093"/>
          <p:cNvSpPr/>
          <p:nvPr/>
        </p:nvSpPr>
        <p:spPr>
          <a:xfrm>
            <a:off x="530352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Oval 1094"/>
          <p:cNvSpPr/>
          <p:nvPr/>
        </p:nvSpPr>
        <p:spPr>
          <a:xfrm>
            <a:off x="530352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Oval 1095"/>
          <p:cNvSpPr/>
          <p:nvPr/>
        </p:nvSpPr>
        <p:spPr>
          <a:xfrm>
            <a:off x="530352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Oval 1096"/>
          <p:cNvSpPr/>
          <p:nvPr/>
        </p:nvSpPr>
        <p:spPr>
          <a:xfrm>
            <a:off x="530352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Oval 1097"/>
          <p:cNvSpPr/>
          <p:nvPr/>
        </p:nvSpPr>
        <p:spPr>
          <a:xfrm>
            <a:off x="530352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Oval 1098"/>
          <p:cNvSpPr/>
          <p:nvPr/>
        </p:nvSpPr>
        <p:spPr>
          <a:xfrm>
            <a:off x="530352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Oval 1099"/>
          <p:cNvSpPr/>
          <p:nvPr/>
        </p:nvSpPr>
        <p:spPr>
          <a:xfrm>
            <a:off x="530352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Oval 1100"/>
          <p:cNvSpPr/>
          <p:nvPr/>
        </p:nvSpPr>
        <p:spPr>
          <a:xfrm>
            <a:off x="530352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Oval 1101"/>
          <p:cNvSpPr/>
          <p:nvPr/>
        </p:nvSpPr>
        <p:spPr>
          <a:xfrm>
            <a:off x="530352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Oval 1102"/>
          <p:cNvSpPr/>
          <p:nvPr/>
        </p:nvSpPr>
        <p:spPr>
          <a:xfrm>
            <a:off x="530352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Oval 1103"/>
          <p:cNvSpPr/>
          <p:nvPr/>
        </p:nvSpPr>
        <p:spPr>
          <a:xfrm>
            <a:off x="530352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Oval 1104"/>
          <p:cNvSpPr/>
          <p:nvPr/>
        </p:nvSpPr>
        <p:spPr>
          <a:xfrm>
            <a:off x="530352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Oval 1105"/>
          <p:cNvSpPr/>
          <p:nvPr/>
        </p:nvSpPr>
        <p:spPr>
          <a:xfrm>
            <a:off x="530352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Oval 1106"/>
          <p:cNvSpPr/>
          <p:nvPr/>
        </p:nvSpPr>
        <p:spPr>
          <a:xfrm>
            <a:off x="530352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Oval 1107"/>
          <p:cNvSpPr/>
          <p:nvPr/>
        </p:nvSpPr>
        <p:spPr>
          <a:xfrm>
            <a:off x="530352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Oval 1108"/>
          <p:cNvSpPr/>
          <p:nvPr/>
        </p:nvSpPr>
        <p:spPr>
          <a:xfrm>
            <a:off x="530352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Oval 1109"/>
          <p:cNvSpPr/>
          <p:nvPr/>
        </p:nvSpPr>
        <p:spPr>
          <a:xfrm>
            <a:off x="530352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Oval 1110"/>
          <p:cNvSpPr/>
          <p:nvPr/>
        </p:nvSpPr>
        <p:spPr>
          <a:xfrm>
            <a:off x="530352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Oval 1111"/>
          <p:cNvSpPr/>
          <p:nvPr/>
        </p:nvSpPr>
        <p:spPr>
          <a:xfrm>
            <a:off x="530352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Oval 1112"/>
          <p:cNvSpPr/>
          <p:nvPr/>
        </p:nvSpPr>
        <p:spPr>
          <a:xfrm>
            <a:off x="530352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Oval 1113"/>
          <p:cNvSpPr/>
          <p:nvPr/>
        </p:nvSpPr>
        <p:spPr>
          <a:xfrm>
            <a:off x="530352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Oval 1114"/>
          <p:cNvSpPr/>
          <p:nvPr/>
        </p:nvSpPr>
        <p:spPr>
          <a:xfrm>
            <a:off x="530352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Oval 1115"/>
          <p:cNvSpPr/>
          <p:nvPr/>
        </p:nvSpPr>
        <p:spPr>
          <a:xfrm>
            <a:off x="530352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Oval 1116"/>
          <p:cNvSpPr/>
          <p:nvPr/>
        </p:nvSpPr>
        <p:spPr>
          <a:xfrm>
            <a:off x="530352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Oval 1117"/>
          <p:cNvSpPr/>
          <p:nvPr/>
        </p:nvSpPr>
        <p:spPr>
          <a:xfrm>
            <a:off x="530352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Oval 1118"/>
          <p:cNvSpPr/>
          <p:nvPr/>
        </p:nvSpPr>
        <p:spPr>
          <a:xfrm>
            <a:off x="530352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Oval 1119"/>
          <p:cNvSpPr/>
          <p:nvPr/>
        </p:nvSpPr>
        <p:spPr>
          <a:xfrm>
            <a:off x="530352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Oval 1120"/>
          <p:cNvSpPr/>
          <p:nvPr/>
        </p:nvSpPr>
        <p:spPr>
          <a:xfrm>
            <a:off x="530352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Oval 1121"/>
          <p:cNvSpPr/>
          <p:nvPr/>
        </p:nvSpPr>
        <p:spPr>
          <a:xfrm>
            <a:off x="530352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Oval 1122"/>
          <p:cNvSpPr/>
          <p:nvPr/>
        </p:nvSpPr>
        <p:spPr>
          <a:xfrm>
            <a:off x="530352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Oval 1123"/>
          <p:cNvSpPr/>
          <p:nvPr/>
        </p:nvSpPr>
        <p:spPr>
          <a:xfrm>
            <a:off x="530352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Oval 1124"/>
          <p:cNvSpPr/>
          <p:nvPr/>
        </p:nvSpPr>
        <p:spPr>
          <a:xfrm>
            <a:off x="530352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Oval 1125"/>
          <p:cNvSpPr/>
          <p:nvPr/>
        </p:nvSpPr>
        <p:spPr>
          <a:xfrm>
            <a:off x="530352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Oval 1126"/>
          <p:cNvSpPr/>
          <p:nvPr/>
        </p:nvSpPr>
        <p:spPr>
          <a:xfrm>
            <a:off x="530352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Oval 1127"/>
          <p:cNvSpPr/>
          <p:nvPr/>
        </p:nvSpPr>
        <p:spPr>
          <a:xfrm>
            <a:off x="54864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Oval 1128"/>
          <p:cNvSpPr/>
          <p:nvPr/>
        </p:nvSpPr>
        <p:spPr>
          <a:xfrm>
            <a:off x="548640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Oval 1129"/>
          <p:cNvSpPr/>
          <p:nvPr/>
        </p:nvSpPr>
        <p:spPr>
          <a:xfrm>
            <a:off x="548640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Oval 1130"/>
          <p:cNvSpPr/>
          <p:nvPr/>
        </p:nvSpPr>
        <p:spPr>
          <a:xfrm>
            <a:off x="548640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Oval 1131"/>
          <p:cNvSpPr/>
          <p:nvPr/>
        </p:nvSpPr>
        <p:spPr>
          <a:xfrm>
            <a:off x="548640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Oval 1132"/>
          <p:cNvSpPr/>
          <p:nvPr/>
        </p:nvSpPr>
        <p:spPr>
          <a:xfrm>
            <a:off x="54864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Oval 1133"/>
          <p:cNvSpPr/>
          <p:nvPr/>
        </p:nvSpPr>
        <p:spPr>
          <a:xfrm>
            <a:off x="548640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Oval 1134"/>
          <p:cNvSpPr/>
          <p:nvPr/>
        </p:nvSpPr>
        <p:spPr>
          <a:xfrm>
            <a:off x="548640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Oval 1135"/>
          <p:cNvSpPr/>
          <p:nvPr/>
        </p:nvSpPr>
        <p:spPr>
          <a:xfrm>
            <a:off x="548640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Oval 1136"/>
          <p:cNvSpPr/>
          <p:nvPr/>
        </p:nvSpPr>
        <p:spPr>
          <a:xfrm>
            <a:off x="548640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Oval 1137"/>
          <p:cNvSpPr/>
          <p:nvPr/>
        </p:nvSpPr>
        <p:spPr>
          <a:xfrm>
            <a:off x="548640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Oval 1138"/>
          <p:cNvSpPr/>
          <p:nvPr/>
        </p:nvSpPr>
        <p:spPr>
          <a:xfrm>
            <a:off x="548640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Oval 1139"/>
          <p:cNvSpPr/>
          <p:nvPr/>
        </p:nvSpPr>
        <p:spPr>
          <a:xfrm>
            <a:off x="548640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Oval 1140"/>
          <p:cNvSpPr/>
          <p:nvPr/>
        </p:nvSpPr>
        <p:spPr>
          <a:xfrm>
            <a:off x="548640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Oval 1141"/>
          <p:cNvSpPr/>
          <p:nvPr/>
        </p:nvSpPr>
        <p:spPr>
          <a:xfrm>
            <a:off x="548640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Oval 1142"/>
          <p:cNvSpPr/>
          <p:nvPr/>
        </p:nvSpPr>
        <p:spPr>
          <a:xfrm>
            <a:off x="54864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Oval 1143"/>
          <p:cNvSpPr/>
          <p:nvPr/>
        </p:nvSpPr>
        <p:spPr>
          <a:xfrm>
            <a:off x="548640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Oval 1144"/>
          <p:cNvSpPr/>
          <p:nvPr/>
        </p:nvSpPr>
        <p:spPr>
          <a:xfrm>
            <a:off x="548640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Oval 1145"/>
          <p:cNvSpPr/>
          <p:nvPr/>
        </p:nvSpPr>
        <p:spPr>
          <a:xfrm>
            <a:off x="548640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Oval 1146"/>
          <p:cNvSpPr/>
          <p:nvPr/>
        </p:nvSpPr>
        <p:spPr>
          <a:xfrm>
            <a:off x="548640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Oval 1147"/>
          <p:cNvSpPr/>
          <p:nvPr/>
        </p:nvSpPr>
        <p:spPr>
          <a:xfrm>
            <a:off x="54864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Oval 1148"/>
          <p:cNvSpPr/>
          <p:nvPr/>
        </p:nvSpPr>
        <p:spPr>
          <a:xfrm>
            <a:off x="548640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Oval 1149"/>
          <p:cNvSpPr/>
          <p:nvPr/>
        </p:nvSpPr>
        <p:spPr>
          <a:xfrm>
            <a:off x="548640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Oval 1150"/>
          <p:cNvSpPr/>
          <p:nvPr/>
        </p:nvSpPr>
        <p:spPr>
          <a:xfrm>
            <a:off x="548640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Oval 1151"/>
          <p:cNvSpPr/>
          <p:nvPr/>
        </p:nvSpPr>
        <p:spPr>
          <a:xfrm>
            <a:off x="548640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Oval 1152"/>
          <p:cNvSpPr/>
          <p:nvPr/>
        </p:nvSpPr>
        <p:spPr>
          <a:xfrm>
            <a:off x="54864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Oval 1153"/>
          <p:cNvSpPr/>
          <p:nvPr/>
        </p:nvSpPr>
        <p:spPr>
          <a:xfrm>
            <a:off x="548640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Oval 1154"/>
          <p:cNvSpPr/>
          <p:nvPr/>
        </p:nvSpPr>
        <p:spPr>
          <a:xfrm>
            <a:off x="548640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Oval 1155"/>
          <p:cNvSpPr/>
          <p:nvPr/>
        </p:nvSpPr>
        <p:spPr>
          <a:xfrm>
            <a:off x="548640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Oval 1156"/>
          <p:cNvSpPr/>
          <p:nvPr/>
        </p:nvSpPr>
        <p:spPr>
          <a:xfrm>
            <a:off x="548640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Oval 1157"/>
          <p:cNvSpPr/>
          <p:nvPr/>
        </p:nvSpPr>
        <p:spPr>
          <a:xfrm>
            <a:off x="54864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Oval 1158"/>
          <p:cNvSpPr/>
          <p:nvPr/>
        </p:nvSpPr>
        <p:spPr>
          <a:xfrm>
            <a:off x="548640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Oval 1159"/>
          <p:cNvSpPr/>
          <p:nvPr/>
        </p:nvSpPr>
        <p:spPr>
          <a:xfrm>
            <a:off x="548640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Oval 1160"/>
          <p:cNvSpPr/>
          <p:nvPr/>
        </p:nvSpPr>
        <p:spPr>
          <a:xfrm>
            <a:off x="548640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Oval 1161"/>
          <p:cNvSpPr/>
          <p:nvPr/>
        </p:nvSpPr>
        <p:spPr>
          <a:xfrm>
            <a:off x="548640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Oval 1162"/>
          <p:cNvSpPr/>
          <p:nvPr/>
        </p:nvSpPr>
        <p:spPr>
          <a:xfrm>
            <a:off x="54864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Oval 1163"/>
          <p:cNvSpPr/>
          <p:nvPr/>
        </p:nvSpPr>
        <p:spPr>
          <a:xfrm>
            <a:off x="548640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Oval 1164"/>
          <p:cNvSpPr/>
          <p:nvPr/>
        </p:nvSpPr>
        <p:spPr>
          <a:xfrm>
            <a:off x="548640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Oval 1165"/>
          <p:cNvSpPr/>
          <p:nvPr/>
        </p:nvSpPr>
        <p:spPr>
          <a:xfrm>
            <a:off x="566928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Oval 1166"/>
          <p:cNvSpPr/>
          <p:nvPr/>
        </p:nvSpPr>
        <p:spPr>
          <a:xfrm>
            <a:off x="566928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Oval 1167"/>
          <p:cNvSpPr/>
          <p:nvPr/>
        </p:nvSpPr>
        <p:spPr>
          <a:xfrm>
            <a:off x="566928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Oval 1168"/>
          <p:cNvSpPr/>
          <p:nvPr/>
        </p:nvSpPr>
        <p:spPr>
          <a:xfrm>
            <a:off x="566928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Oval 1169"/>
          <p:cNvSpPr/>
          <p:nvPr/>
        </p:nvSpPr>
        <p:spPr>
          <a:xfrm>
            <a:off x="566928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Oval 1170"/>
          <p:cNvSpPr/>
          <p:nvPr/>
        </p:nvSpPr>
        <p:spPr>
          <a:xfrm>
            <a:off x="566928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Oval 1171"/>
          <p:cNvSpPr/>
          <p:nvPr/>
        </p:nvSpPr>
        <p:spPr>
          <a:xfrm>
            <a:off x="566928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Oval 1172"/>
          <p:cNvSpPr/>
          <p:nvPr/>
        </p:nvSpPr>
        <p:spPr>
          <a:xfrm>
            <a:off x="566928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Oval 1173"/>
          <p:cNvSpPr/>
          <p:nvPr/>
        </p:nvSpPr>
        <p:spPr>
          <a:xfrm>
            <a:off x="566928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Oval 1174"/>
          <p:cNvSpPr/>
          <p:nvPr/>
        </p:nvSpPr>
        <p:spPr>
          <a:xfrm>
            <a:off x="566928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Oval 1175"/>
          <p:cNvSpPr/>
          <p:nvPr/>
        </p:nvSpPr>
        <p:spPr>
          <a:xfrm>
            <a:off x="566928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Oval 1176"/>
          <p:cNvSpPr/>
          <p:nvPr/>
        </p:nvSpPr>
        <p:spPr>
          <a:xfrm>
            <a:off x="566928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Oval 1177"/>
          <p:cNvSpPr/>
          <p:nvPr/>
        </p:nvSpPr>
        <p:spPr>
          <a:xfrm>
            <a:off x="566928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Oval 1178"/>
          <p:cNvSpPr/>
          <p:nvPr/>
        </p:nvSpPr>
        <p:spPr>
          <a:xfrm>
            <a:off x="566928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Oval 1179"/>
          <p:cNvSpPr/>
          <p:nvPr/>
        </p:nvSpPr>
        <p:spPr>
          <a:xfrm>
            <a:off x="566928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Oval 1180"/>
          <p:cNvSpPr/>
          <p:nvPr/>
        </p:nvSpPr>
        <p:spPr>
          <a:xfrm>
            <a:off x="566928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Oval 1181"/>
          <p:cNvSpPr/>
          <p:nvPr/>
        </p:nvSpPr>
        <p:spPr>
          <a:xfrm>
            <a:off x="566928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Oval 1182"/>
          <p:cNvSpPr/>
          <p:nvPr/>
        </p:nvSpPr>
        <p:spPr>
          <a:xfrm>
            <a:off x="566928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Oval 1183"/>
          <p:cNvSpPr/>
          <p:nvPr/>
        </p:nvSpPr>
        <p:spPr>
          <a:xfrm>
            <a:off x="566928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Oval 1184"/>
          <p:cNvSpPr/>
          <p:nvPr/>
        </p:nvSpPr>
        <p:spPr>
          <a:xfrm>
            <a:off x="566928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Oval 1185"/>
          <p:cNvSpPr/>
          <p:nvPr/>
        </p:nvSpPr>
        <p:spPr>
          <a:xfrm>
            <a:off x="566928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Oval 1186"/>
          <p:cNvSpPr/>
          <p:nvPr/>
        </p:nvSpPr>
        <p:spPr>
          <a:xfrm>
            <a:off x="566928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Oval 1187"/>
          <p:cNvSpPr/>
          <p:nvPr/>
        </p:nvSpPr>
        <p:spPr>
          <a:xfrm>
            <a:off x="566928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Oval 1188"/>
          <p:cNvSpPr/>
          <p:nvPr/>
        </p:nvSpPr>
        <p:spPr>
          <a:xfrm>
            <a:off x="566928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Oval 1189"/>
          <p:cNvSpPr/>
          <p:nvPr/>
        </p:nvSpPr>
        <p:spPr>
          <a:xfrm>
            <a:off x="566928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Oval 1190"/>
          <p:cNvSpPr/>
          <p:nvPr/>
        </p:nvSpPr>
        <p:spPr>
          <a:xfrm>
            <a:off x="566928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Oval 1191"/>
          <p:cNvSpPr/>
          <p:nvPr/>
        </p:nvSpPr>
        <p:spPr>
          <a:xfrm>
            <a:off x="566928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Oval 1192"/>
          <p:cNvSpPr/>
          <p:nvPr/>
        </p:nvSpPr>
        <p:spPr>
          <a:xfrm>
            <a:off x="566928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Oval 1193"/>
          <p:cNvSpPr/>
          <p:nvPr/>
        </p:nvSpPr>
        <p:spPr>
          <a:xfrm>
            <a:off x="566928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Oval 1194"/>
          <p:cNvSpPr/>
          <p:nvPr/>
        </p:nvSpPr>
        <p:spPr>
          <a:xfrm>
            <a:off x="566928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Oval 1195"/>
          <p:cNvSpPr/>
          <p:nvPr/>
        </p:nvSpPr>
        <p:spPr>
          <a:xfrm>
            <a:off x="566928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Oval 1196"/>
          <p:cNvSpPr/>
          <p:nvPr/>
        </p:nvSpPr>
        <p:spPr>
          <a:xfrm>
            <a:off x="566928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Oval 1197"/>
          <p:cNvSpPr/>
          <p:nvPr/>
        </p:nvSpPr>
        <p:spPr>
          <a:xfrm>
            <a:off x="566928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Oval 1198"/>
          <p:cNvSpPr/>
          <p:nvPr/>
        </p:nvSpPr>
        <p:spPr>
          <a:xfrm>
            <a:off x="566928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Oval 1199"/>
          <p:cNvSpPr/>
          <p:nvPr/>
        </p:nvSpPr>
        <p:spPr>
          <a:xfrm>
            <a:off x="566928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Oval 1200"/>
          <p:cNvSpPr/>
          <p:nvPr/>
        </p:nvSpPr>
        <p:spPr>
          <a:xfrm>
            <a:off x="566928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Oval 1201"/>
          <p:cNvSpPr/>
          <p:nvPr/>
        </p:nvSpPr>
        <p:spPr>
          <a:xfrm>
            <a:off x="566928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Oval 1202"/>
          <p:cNvSpPr/>
          <p:nvPr/>
        </p:nvSpPr>
        <p:spPr>
          <a:xfrm>
            <a:off x="585216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Oval 1203"/>
          <p:cNvSpPr/>
          <p:nvPr/>
        </p:nvSpPr>
        <p:spPr>
          <a:xfrm>
            <a:off x="585216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Oval 1204"/>
          <p:cNvSpPr/>
          <p:nvPr/>
        </p:nvSpPr>
        <p:spPr>
          <a:xfrm>
            <a:off x="585216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Oval 1205"/>
          <p:cNvSpPr/>
          <p:nvPr/>
        </p:nvSpPr>
        <p:spPr>
          <a:xfrm>
            <a:off x="585216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Oval 1206"/>
          <p:cNvSpPr/>
          <p:nvPr/>
        </p:nvSpPr>
        <p:spPr>
          <a:xfrm>
            <a:off x="585216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Oval 1207"/>
          <p:cNvSpPr/>
          <p:nvPr/>
        </p:nvSpPr>
        <p:spPr>
          <a:xfrm>
            <a:off x="585216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Oval 1208"/>
          <p:cNvSpPr/>
          <p:nvPr/>
        </p:nvSpPr>
        <p:spPr>
          <a:xfrm>
            <a:off x="585216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Oval 1209"/>
          <p:cNvSpPr/>
          <p:nvPr/>
        </p:nvSpPr>
        <p:spPr>
          <a:xfrm>
            <a:off x="585216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Oval 1210"/>
          <p:cNvSpPr/>
          <p:nvPr/>
        </p:nvSpPr>
        <p:spPr>
          <a:xfrm>
            <a:off x="585216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Oval 1211"/>
          <p:cNvSpPr/>
          <p:nvPr/>
        </p:nvSpPr>
        <p:spPr>
          <a:xfrm>
            <a:off x="585216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Oval 1212"/>
          <p:cNvSpPr/>
          <p:nvPr/>
        </p:nvSpPr>
        <p:spPr>
          <a:xfrm>
            <a:off x="585216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Oval 1213"/>
          <p:cNvSpPr/>
          <p:nvPr/>
        </p:nvSpPr>
        <p:spPr>
          <a:xfrm>
            <a:off x="585216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Oval 1214"/>
          <p:cNvSpPr/>
          <p:nvPr/>
        </p:nvSpPr>
        <p:spPr>
          <a:xfrm>
            <a:off x="585216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Oval 1215"/>
          <p:cNvSpPr/>
          <p:nvPr/>
        </p:nvSpPr>
        <p:spPr>
          <a:xfrm>
            <a:off x="585216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Oval 1216"/>
          <p:cNvSpPr/>
          <p:nvPr/>
        </p:nvSpPr>
        <p:spPr>
          <a:xfrm>
            <a:off x="585216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Oval 1217"/>
          <p:cNvSpPr/>
          <p:nvPr/>
        </p:nvSpPr>
        <p:spPr>
          <a:xfrm>
            <a:off x="585216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Oval 1218"/>
          <p:cNvSpPr/>
          <p:nvPr/>
        </p:nvSpPr>
        <p:spPr>
          <a:xfrm>
            <a:off x="585216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Oval 1219"/>
          <p:cNvSpPr/>
          <p:nvPr/>
        </p:nvSpPr>
        <p:spPr>
          <a:xfrm>
            <a:off x="585216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Oval 1220"/>
          <p:cNvSpPr/>
          <p:nvPr/>
        </p:nvSpPr>
        <p:spPr>
          <a:xfrm>
            <a:off x="585216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Oval 1221"/>
          <p:cNvSpPr/>
          <p:nvPr/>
        </p:nvSpPr>
        <p:spPr>
          <a:xfrm>
            <a:off x="585216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Oval 1222"/>
          <p:cNvSpPr/>
          <p:nvPr/>
        </p:nvSpPr>
        <p:spPr>
          <a:xfrm>
            <a:off x="585216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Oval 1223"/>
          <p:cNvSpPr/>
          <p:nvPr/>
        </p:nvSpPr>
        <p:spPr>
          <a:xfrm>
            <a:off x="585216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Oval 1224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Oval 1225"/>
          <p:cNvSpPr/>
          <p:nvPr/>
        </p:nvSpPr>
        <p:spPr>
          <a:xfrm>
            <a:off x="585216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Oval 1226"/>
          <p:cNvSpPr/>
          <p:nvPr/>
        </p:nvSpPr>
        <p:spPr>
          <a:xfrm>
            <a:off x="585216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Oval 1227"/>
          <p:cNvSpPr/>
          <p:nvPr/>
        </p:nvSpPr>
        <p:spPr>
          <a:xfrm>
            <a:off x="585216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Oval 1228"/>
          <p:cNvSpPr/>
          <p:nvPr/>
        </p:nvSpPr>
        <p:spPr>
          <a:xfrm>
            <a:off x="585216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Oval 1229"/>
          <p:cNvSpPr/>
          <p:nvPr/>
        </p:nvSpPr>
        <p:spPr>
          <a:xfrm>
            <a:off x="585216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Oval 1230"/>
          <p:cNvSpPr/>
          <p:nvPr/>
        </p:nvSpPr>
        <p:spPr>
          <a:xfrm>
            <a:off x="585216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Oval 1231"/>
          <p:cNvSpPr/>
          <p:nvPr/>
        </p:nvSpPr>
        <p:spPr>
          <a:xfrm>
            <a:off x="585216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Oval 1232"/>
          <p:cNvSpPr/>
          <p:nvPr/>
        </p:nvSpPr>
        <p:spPr>
          <a:xfrm>
            <a:off x="585216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Oval 1233"/>
          <p:cNvSpPr/>
          <p:nvPr/>
        </p:nvSpPr>
        <p:spPr>
          <a:xfrm>
            <a:off x="585216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Oval 1234"/>
          <p:cNvSpPr/>
          <p:nvPr/>
        </p:nvSpPr>
        <p:spPr>
          <a:xfrm>
            <a:off x="585216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Oval 1235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Oval 1236"/>
          <p:cNvSpPr/>
          <p:nvPr/>
        </p:nvSpPr>
        <p:spPr>
          <a:xfrm>
            <a:off x="585216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Oval 1237"/>
          <p:cNvSpPr/>
          <p:nvPr/>
        </p:nvSpPr>
        <p:spPr>
          <a:xfrm>
            <a:off x="585216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Oval 1238"/>
          <p:cNvSpPr/>
          <p:nvPr/>
        </p:nvSpPr>
        <p:spPr>
          <a:xfrm>
            <a:off x="585216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Oval 1239"/>
          <p:cNvSpPr/>
          <p:nvPr/>
        </p:nvSpPr>
        <p:spPr>
          <a:xfrm>
            <a:off x="585216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Oval 1240"/>
          <p:cNvSpPr/>
          <p:nvPr/>
        </p:nvSpPr>
        <p:spPr>
          <a:xfrm>
            <a:off x="603504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Oval 1241"/>
          <p:cNvSpPr/>
          <p:nvPr/>
        </p:nvSpPr>
        <p:spPr>
          <a:xfrm>
            <a:off x="603504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Oval 1242"/>
          <p:cNvSpPr/>
          <p:nvPr/>
        </p:nvSpPr>
        <p:spPr>
          <a:xfrm>
            <a:off x="603504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Oval 1243"/>
          <p:cNvSpPr/>
          <p:nvPr/>
        </p:nvSpPr>
        <p:spPr>
          <a:xfrm>
            <a:off x="603504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Oval 1244"/>
          <p:cNvSpPr/>
          <p:nvPr/>
        </p:nvSpPr>
        <p:spPr>
          <a:xfrm>
            <a:off x="603504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Oval 1245"/>
          <p:cNvSpPr/>
          <p:nvPr/>
        </p:nvSpPr>
        <p:spPr>
          <a:xfrm>
            <a:off x="603504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Oval 1246"/>
          <p:cNvSpPr/>
          <p:nvPr/>
        </p:nvSpPr>
        <p:spPr>
          <a:xfrm>
            <a:off x="603504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Oval 1247"/>
          <p:cNvSpPr/>
          <p:nvPr/>
        </p:nvSpPr>
        <p:spPr>
          <a:xfrm>
            <a:off x="603504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Oval 1248"/>
          <p:cNvSpPr/>
          <p:nvPr/>
        </p:nvSpPr>
        <p:spPr>
          <a:xfrm>
            <a:off x="603504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Oval 1249"/>
          <p:cNvSpPr/>
          <p:nvPr/>
        </p:nvSpPr>
        <p:spPr>
          <a:xfrm>
            <a:off x="603504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Oval 1250"/>
          <p:cNvSpPr/>
          <p:nvPr/>
        </p:nvSpPr>
        <p:spPr>
          <a:xfrm>
            <a:off x="603504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Oval 1251"/>
          <p:cNvSpPr/>
          <p:nvPr/>
        </p:nvSpPr>
        <p:spPr>
          <a:xfrm>
            <a:off x="603504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Oval 1252"/>
          <p:cNvSpPr/>
          <p:nvPr/>
        </p:nvSpPr>
        <p:spPr>
          <a:xfrm>
            <a:off x="603504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Oval 1253"/>
          <p:cNvSpPr/>
          <p:nvPr/>
        </p:nvSpPr>
        <p:spPr>
          <a:xfrm>
            <a:off x="603504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Oval 1254"/>
          <p:cNvSpPr/>
          <p:nvPr/>
        </p:nvSpPr>
        <p:spPr>
          <a:xfrm>
            <a:off x="603504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Oval 1255"/>
          <p:cNvSpPr/>
          <p:nvPr/>
        </p:nvSpPr>
        <p:spPr>
          <a:xfrm>
            <a:off x="603504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Oval 1256"/>
          <p:cNvSpPr/>
          <p:nvPr/>
        </p:nvSpPr>
        <p:spPr>
          <a:xfrm>
            <a:off x="603504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Oval 1257"/>
          <p:cNvSpPr/>
          <p:nvPr/>
        </p:nvSpPr>
        <p:spPr>
          <a:xfrm>
            <a:off x="603504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Oval 1258"/>
          <p:cNvSpPr/>
          <p:nvPr/>
        </p:nvSpPr>
        <p:spPr>
          <a:xfrm>
            <a:off x="603504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Oval 1259"/>
          <p:cNvSpPr/>
          <p:nvPr/>
        </p:nvSpPr>
        <p:spPr>
          <a:xfrm>
            <a:off x="603504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Oval 1260"/>
          <p:cNvSpPr/>
          <p:nvPr/>
        </p:nvSpPr>
        <p:spPr>
          <a:xfrm>
            <a:off x="603504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Oval 1261"/>
          <p:cNvSpPr/>
          <p:nvPr/>
        </p:nvSpPr>
        <p:spPr>
          <a:xfrm>
            <a:off x="603504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Oval 1262"/>
          <p:cNvSpPr/>
          <p:nvPr/>
        </p:nvSpPr>
        <p:spPr>
          <a:xfrm>
            <a:off x="603504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Oval 1263"/>
          <p:cNvSpPr/>
          <p:nvPr/>
        </p:nvSpPr>
        <p:spPr>
          <a:xfrm>
            <a:off x="603504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Oval 1264"/>
          <p:cNvSpPr/>
          <p:nvPr/>
        </p:nvSpPr>
        <p:spPr>
          <a:xfrm>
            <a:off x="603504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Oval 1265"/>
          <p:cNvSpPr/>
          <p:nvPr/>
        </p:nvSpPr>
        <p:spPr>
          <a:xfrm>
            <a:off x="603504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Oval 1266"/>
          <p:cNvSpPr/>
          <p:nvPr/>
        </p:nvSpPr>
        <p:spPr>
          <a:xfrm>
            <a:off x="603504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Oval 1267"/>
          <p:cNvSpPr/>
          <p:nvPr/>
        </p:nvSpPr>
        <p:spPr>
          <a:xfrm>
            <a:off x="603504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Oval 1268"/>
          <p:cNvSpPr/>
          <p:nvPr/>
        </p:nvSpPr>
        <p:spPr>
          <a:xfrm>
            <a:off x="603504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Oval 1269"/>
          <p:cNvSpPr/>
          <p:nvPr/>
        </p:nvSpPr>
        <p:spPr>
          <a:xfrm>
            <a:off x="603504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Oval 1270"/>
          <p:cNvSpPr/>
          <p:nvPr/>
        </p:nvSpPr>
        <p:spPr>
          <a:xfrm>
            <a:off x="603504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Oval 1271"/>
          <p:cNvSpPr/>
          <p:nvPr/>
        </p:nvSpPr>
        <p:spPr>
          <a:xfrm>
            <a:off x="603504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Oval 1272"/>
          <p:cNvSpPr/>
          <p:nvPr/>
        </p:nvSpPr>
        <p:spPr>
          <a:xfrm>
            <a:off x="603504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Oval 1273"/>
          <p:cNvSpPr/>
          <p:nvPr/>
        </p:nvSpPr>
        <p:spPr>
          <a:xfrm>
            <a:off x="603504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Oval 1274"/>
          <p:cNvSpPr/>
          <p:nvPr/>
        </p:nvSpPr>
        <p:spPr>
          <a:xfrm>
            <a:off x="603504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Oval 1275"/>
          <p:cNvSpPr/>
          <p:nvPr/>
        </p:nvSpPr>
        <p:spPr>
          <a:xfrm>
            <a:off x="603504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Oval 1276"/>
          <p:cNvSpPr/>
          <p:nvPr/>
        </p:nvSpPr>
        <p:spPr>
          <a:xfrm>
            <a:off x="603504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Oval 1277"/>
          <p:cNvSpPr/>
          <p:nvPr/>
        </p:nvSpPr>
        <p:spPr>
          <a:xfrm>
            <a:off x="621792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Oval 1278"/>
          <p:cNvSpPr/>
          <p:nvPr/>
        </p:nvSpPr>
        <p:spPr>
          <a:xfrm>
            <a:off x="621792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Oval 1279"/>
          <p:cNvSpPr/>
          <p:nvPr/>
        </p:nvSpPr>
        <p:spPr>
          <a:xfrm>
            <a:off x="621792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Oval 1280"/>
          <p:cNvSpPr/>
          <p:nvPr/>
        </p:nvSpPr>
        <p:spPr>
          <a:xfrm>
            <a:off x="621792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Oval 1281"/>
          <p:cNvSpPr/>
          <p:nvPr/>
        </p:nvSpPr>
        <p:spPr>
          <a:xfrm>
            <a:off x="621792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Oval 1282"/>
          <p:cNvSpPr/>
          <p:nvPr/>
        </p:nvSpPr>
        <p:spPr>
          <a:xfrm>
            <a:off x="621792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Oval 1283"/>
          <p:cNvSpPr/>
          <p:nvPr/>
        </p:nvSpPr>
        <p:spPr>
          <a:xfrm>
            <a:off x="621792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Oval 1284"/>
          <p:cNvSpPr/>
          <p:nvPr/>
        </p:nvSpPr>
        <p:spPr>
          <a:xfrm>
            <a:off x="621792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Oval 1285"/>
          <p:cNvSpPr/>
          <p:nvPr/>
        </p:nvSpPr>
        <p:spPr>
          <a:xfrm>
            <a:off x="621792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Oval 1286"/>
          <p:cNvSpPr/>
          <p:nvPr/>
        </p:nvSpPr>
        <p:spPr>
          <a:xfrm>
            <a:off x="621792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Oval 1287"/>
          <p:cNvSpPr/>
          <p:nvPr/>
        </p:nvSpPr>
        <p:spPr>
          <a:xfrm>
            <a:off x="621792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Oval 1288"/>
          <p:cNvSpPr/>
          <p:nvPr/>
        </p:nvSpPr>
        <p:spPr>
          <a:xfrm>
            <a:off x="621792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Oval 1289"/>
          <p:cNvSpPr/>
          <p:nvPr/>
        </p:nvSpPr>
        <p:spPr>
          <a:xfrm>
            <a:off x="621792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Oval 1290"/>
          <p:cNvSpPr/>
          <p:nvPr/>
        </p:nvSpPr>
        <p:spPr>
          <a:xfrm>
            <a:off x="621792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Oval 1291"/>
          <p:cNvSpPr/>
          <p:nvPr/>
        </p:nvSpPr>
        <p:spPr>
          <a:xfrm>
            <a:off x="621792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Oval 1292"/>
          <p:cNvSpPr/>
          <p:nvPr/>
        </p:nvSpPr>
        <p:spPr>
          <a:xfrm>
            <a:off x="621792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Oval 1293"/>
          <p:cNvSpPr/>
          <p:nvPr/>
        </p:nvSpPr>
        <p:spPr>
          <a:xfrm>
            <a:off x="621792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Oval 1294"/>
          <p:cNvSpPr/>
          <p:nvPr/>
        </p:nvSpPr>
        <p:spPr>
          <a:xfrm>
            <a:off x="621792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Oval 1295"/>
          <p:cNvSpPr/>
          <p:nvPr/>
        </p:nvSpPr>
        <p:spPr>
          <a:xfrm>
            <a:off x="621792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Oval 1296"/>
          <p:cNvSpPr/>
          <p:nvPr/>
        </p:nvSpPr>
        <p:spPr>
          <a:xfrm>
            <a:off x="621792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Oval 1297"/>
          <p:cNvSpPr/>
          <p:nvPr/>
        </p:nvSpPr>
        <p:spPr>
          <a:xfrm>
            <a:off x="621792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Oval 1298"/>
          <p:cNvSpPr/>
          <p:nvPr/>
        </p:nvSpPr>
        <p:spPr>
          <a:xfrm>
            <a:off x="621792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Oval 1299"/>
          <p:cNvSpPr/>
          <p:nvPr/>
        </p:nvSpPr>
        <p:spPr>
          <a:xfrm>
            <a:off x="621792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Oval 1300"/>
          <p:cNvSpPr/>
          <p:nvPr/>
        </p:nvSpPr>
        <p:spPr>
          <a:xfrm>
            <a:off x="621792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Oval 1301"/>
          <p:cNvSpPr/>
          <p:nvPr/>
        </p:nvSpPr>
        <p:spPr>
          <a:xfrm>
            <a:off x="621792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Oval 1302"/>
          <p:cNvSpPr/>
          <p:nvPr/>
        </p:nvSpPr>
        <p:spPr>
          <a:xfrm>
            <a:off x="621792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Oval 1303"/>
          <p:cNvSpPr/>
          <p:nvPr/>
        </p:nvSpPr>
        <p:spPr>
          <a:xfrm>
            <a:off x="621792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Oval 1304"/>
          <p:cNvSpPr/>
          <p:nvPr/>
        </p:nvSpPr>
        <p:spPr>
          <a:xfrm>
            <a:off x="621792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Oval 1305"/>
          <p:cNvSpPr/>
          <p:nvPr/>
        </p:nvSpPr>
        <p:spPr>
          <a:xfrm>
            <a:off x="621792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Oval 1306"/>
          <p:cNvSpPr/>
          <p:nvPr/>
        </p:nvSpPr>
        <p:spPr>
          <a:xfrm>
            <a:off x="621792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Oval 1307"/>
          <p:cNvSpPr/>
          <p:nvPr/>
        </p:nvSpPr>
        <p:spPr>
          <a:xfrm>
            <a:off x="621792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Oval 1308"/>
          <p:cNvSpPr/>
          <p:nvPr/>
        </p:nvSpPr>
        <p:spPr>
          <a:xfrm>
            <a:off x="621792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Oval 1309"/>
          <p:cNvSpPr/>
          <p:nvPr/>
        </p:nvSpPr>
        <p:spPr>
          <a:xfrm>
            <a:off x="621792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Oval 1310"/>
          <p:cNvSpPr/>
          <p:nvPr/>
        </p:nvSpPr>
        <p:spPr>
          <a:xfrm>
            <a:off x="621792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Oval 1311"/>
          <p:cNvSpPr/>
          <p:nvPr/>
        </p:nvSpPr>
        <p:spPr>
          <a:xfrm>
            <a:off x="621792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Oval 1312"/>
          <p:cNvSpPr/>
          <p:nvPr/>
        </p:nvSpPr>
        <p:spPr>
          <a:xfrm>
            <a:off x="621792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Oval 1313"/>
          <p:cNvSpPr/>
          <p:nvPr/>
        </p:nvSpPr>
        <p:spPr>
          <a:xfrm>
            <a:off x="621792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Oval 1314"/>
          <p:cNvSpPr/>
          <p:nvPr/>
        </p:nvSpPr>
        <p:spPr>
          <a:xfrm>
            <a:off x="621792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Oval 1315"/>
          <p:cNvSpPr/>
          <p:nvPr/>
        </p:nvSpPr>
        <p:spPr>
          <a:xfrm>
            <a:off x="640080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Oval 1316"/>
          <p:cNvSpPr/>
          <p:nvPr/>
        </p:nvSpPr>
        <p:spPr>
          <a:xfrm>
            <a:off x="640080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Oval 1317"/>
          <p:cNvSpPr/>
          <p:nvPr/>
        </p:nvSpPr>
        <p:spPr>
          <a:xfrm>
            <a:off x="64008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Oval 1318"/>
          <p:cNvSpPr/>
          <p:nvPr/>
        </p:nvSpPr>
        <p:spPr>
          <a:xfrm>
            <a:off x="640080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Oval 1319"/>
          <p:cNvSpPr/>
          <p:nvPr/>
        </p:nvSpPr>
        <p:spPr>
          <a:xfrm>
            <a:off x="640080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Oval 1320"/>
          <p:cNvSpPr/>
          <p:nvPr/>
        </p:nvSpPr>
        <p:spPr>
          <a:xfrm>
            <a:off x="640080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Oval 1321"/>
          <p:cNvSpPr/>
          <p:nvPr/>
        </p:nvSpPr>
        <p:spPr>
          <a:xfrm>
            <a:off x="640080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Oval 1322"/>
          <p:cNvSpPr/>
          <p:nvPr/>
        </p:nvSpPr>
        <p:spPr>
          <a:xfrm>
            <a:off x="640080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Oval 1323"/>
          <p:cNvSpPr/>
          <p:nvPr/>
        </p:nvSpPr>
        <p:spPr>
          <a:xfrm>
            <a:off x="640080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Oval 1324"/>
          <p:cNvSpPr/>
          <p:nvPr/>
        </p:nvSpPr>
        <p:spPr>
          <a:xfrm>
            <a:off x="640080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Oval 1325"/>
          <p:cNvSpPr/>
          <p:nvPr/>
        </p:nvSpPr>
        <p:spPr>
          <a:xfrm>
            <a:off x="640080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Oval 1326"/>
          <p:cNvSpPr/>
          <p:nvPr/>
        </p:nvSpPr>
        <p:spPr>
          <a:xfrm>
            <a:off x="640080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Oval 1327"/>
          <p:cNvSpPr/>
          <p:nvPr/>
        </p:nvSpPr>
        <p:spPr>
          <a:xfrm>
            <a:off x="64008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Oval 1328"/>
          <p:cNvSpPr/>
          <p:nvPr/>
        </p:nvSpPr>
        <p:spPr>
          <a:xfrm>
            <a:off x="640080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Oval 1329"/>
          <p:cNvSpPr/>
          <p:nvPr/>
        </p:nvSpPr>
        <p:spPr>
          <a:xfrm>
            <a:off x="640080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Oval 1330"/>
          <p:cNvSpPr/>
          <p:nvPr/>
        </p:nvSpPr>
        <p:spPr>
          <a:xfrm>
            <a:off x="640080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Oval 1331"/>
          <p:cNvSpPr/>
          <p:nvPr/>
        </p:nvSpPr>
        <p:spPr>
          <a:xfrm>
            <a:off x="640080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Oval 1332"/>
          <p:cNvSpPr/>
          <p:nvPr/>
        </p:nvSpPr>
        <p:spPr>
          <a:xfrm>
            <a:off x="64008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Oval 1333"/>
          <p:cNvSpPr/>
          <p:nvPr/>
        </p:nvSpPr>
        <p:spPr>
          <a:xfrm>
            <a:off x="640080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Oval 1334"/>
          <p:cNvSpPr/>
          <p:nvPr/>
        </p:nvSpPr>
        <p:spPr>
          <a:xfrm>
            <a:off x="640080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Oval 1335"/>
          <p:cNvSpPr/>
          <p:nvPr/>
        </p:nvSpPr>
        <p:spPr>
          <a:xfrm>
            <a:off x="640080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Oval 1336"/>
          <p:cNvSpPr/>
          <p:nvPr/>
        </p:nvSpPr>
        <p:spPr>
          <a:xfrm>
            <a:off x="640080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Oval 1337"/>
          <p:cNvSpPr/>
          <p:nvPr/>
        </p:nvSpPr>
        <p:spPr>
          <a:xfrm>
            <a:off x="64008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Oval 1338"/>
          <p:cNvSpPr/>
          <p:nvPr/>
        </p:nvSpPr>
        <p:spPr>
          <a:xfrm>
            <a:off x="640080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Oval 1339"/>
          <p:cNvSpPr/>
          <p:nvPr/>
        </p:nvSpPr>
        <p:spPr>
          <a:xfrm>
            <a:off x="640080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Oval 1340"/>
          <p:cNvSpPr/>
          <p:nvPr/>
        </p:nvSpPr>
        <p:spPr>
          <a:xfrm>
            <a:off x="640080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Oval 1341"/>
          <p:cNvSpPr/>
          <p:nvPr/>
        </p:nvSpPr>
        <p:spPr>
          <a:xfrm>
            <a:off x="640080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Oval 1342"/>
          <p:cNvSpPr/>
          <p:nvPr/>
        </p:nvSpPr>
        <p:spPr>
          <a:xfrm>
            <a:off x="64008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Oval 1343"/>
          <p:cNvSpPr/>
          <p:nvPr/>
        </p:nvSpPr>
        <p:spPr>
          <a:xfrm>
            <a:off x="640080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Oval 1344"/>
          <p:cNvSpPr/>
          <p:nvPr/>
        </p:nvSpPr>
        <p:spPr>
          <a:xfrm>
            <a:off x="640080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Oval 1345"/>
          <p:cNvSpPr/>
          <p:nvPr/>
        </p:nvSpPr>
        <p:spPr>
          <a:xfrm>
            <a:off x="640080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Oval 1346"/>
          <p:cNvSpPr/>
          <p:nvPr/>
        </p:nvSpPr>
        <p:spPr>
          <a:xfrm>
            <a:off x="640080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Oval 1347"/>
          <p:cNvSpPr/>
          <p:nvPr/>
        </p:nvSpPr>
        <p:spPr>
          <a:xfrm>
            <a:off x="64008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Oval 1348"/>
          <p:cNvSpPr/>
          <p:nvPr/>
        </p:nvSpPr>
        <p:spPr>
          <a:xfrm>
            <a:off x="640080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Oval 1349"/>
          <p:cNvSpPr/>
          <p:nvPr/>
        </p:nvSpPr>
        <p:spPr>
          <a:xfrm>
            <a:off x="640080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Oval 1350"/>
          <p:cNvSpPr/>
          <p:nvPr/>
        </p:nvSpPr>
        <p:spPr>
          <a:xfrm>
            <a:off x="640080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Oval 1351"/>
          <p:cNvSpPr/>
          <p:nvPr/>
        </p:nvSpPr>
        <p:spPr>
          <a:xfrm>
            <a:off x="640080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Oval 1352"/>
          <p:cNvSpPr/>
          <p:nvPr/>
        </p:nvSpPr>
        <p:spPr>
          <a:xfrm>
            <a:off x="658368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Oval 1353"/>
          <p:cNvSpPr/>
          <p:nvPr/>
        </p:nvSpPr>
        <p:spPr>
          <a:xfrm>
            <a:off x="658368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Oval 1354"/>
          <p:cNvSpPr/>
          <p:nvPr/>
        </p:nvSpPr>
        <p:spPr>
          <a:xfrm>
            <a:off x="658368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Oval 1355"/>
          <p:cNvSpPr/>
          <p:nvPr/>
        </p:nvSpPr>
        <p:spPr>
          <a:xfrm>
            <a:off x="658368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Oval 1356"/>
          <p:cNvSpPr/>
          <p:nvPr/>
        </p:nvSpPr>
        <p:spPr>
          <a:xfrm>
            <a:off x="658368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Oval 1357"/>
          <p:cNvSpPr/>
          <p:nvPr/>
        </p:nvSpPr>
        <p:spPr>
          <a:xfrm>
            <a:off x="658368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Oval 1358"/>
          <p:cNvSpPr/>
          <p:nvPr/>
        </p:nvSpPr>
        <p:spPr>
          <a:xfrm>
            <a:off x="658368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Oval 1359"/>
          <p:cNvSpPr/>
          <p:nvPr/>
        </p:nvSpPr>
        <p:spPr>
          <a:xfrm>
            <a:off x="658368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Oval 1360"/>
          <p:cNvSpPr/>
          <p:nvPr/>
        </p:nvSpPr>
        <p:spPr>
          <a:xfrm>
            <a:off x="658368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Oval 1361"/>
          <p:cNvSpPr/>
          <p:nvPr/>
        </p:nvSpPr>
        <p:spPr>
          <a:xfrm>
            <a:off x="658368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Oval 1362"/>
          <p:cNvSpPr/>
          <p:nvPr/>
        </p:nvSpPr>
        <p:spPr>
          <a:xfrm>
            <a:off x="658368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Oval 1363"/>
          <p:cNvSpPr/>
          <p:nvPr/>
        </p:nvSpPr>
        <p:spPr>
          <a:xfrm>
            <a:off x="658368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Oval 1364"/>
          <p:cNvSpPr/>
          <p:nvPr/>
        </p:nvSpPr>
        <p:spPr>
          <a:xfrm>
            <a:off x="658368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Oval 1365"/>
          <p:cNvSpPr/>
          <p:nvPr/>
        </p:nvSpPr>
        <p:spPr>
          <a:xfrm>
            <a:off x="658368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Oval 1366"/>
          <p:cNvSpPr/>
          <p:nvPr/>
        </p:nvSpPr>
        <p:spPr>
          <a:xfrm>
            <a:off x="658368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Oval 1367"/>
          <p:cNvSpPr/>
          <p:nvPr/>
        </p:nvSpPr>
        <p:spPr>
          <a:xfrm>
            <a:off x="658368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Oval 1368"/>
          <p:cNvSpPr/>
          <p:nvPr/>
        </p:nvSpPr>
        <p:spPr>
          <a:xfrm>
            <a:off x="658368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Oval 1369"/>
          <p:cNvSpPr/>
          <p:nvPr/>
        </p:nvSpPr>
        <p:spPr>
          <a:xfrm>
            <a:off x="658368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Oval 1370"/>
          <p:cNvSpPr/>
          <p:nvPr/>
        </p:nvSpPr>
        <p:spPr>
          <a:xfrm>
            <a:off x="658368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Oval 1371"/>
          <p:cNvSpPr/>
          <p:nvPr/>
        </p:nvSpPr>
        <p:spPr>
          <a:xfrm>
            <a:off x="658368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Oval 1372"/>
          <p:cNvSpPr/>
          <p:nvPr/>
        </p:nvSpPr>
        <p:spPr>
          <a:xfrm>
            <a:off x="658368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Oval 1373"/>
          <p:cNvSpPr/>
          <p:nvPr/>
        </p:nvSpPr>
        <p:spPr>
          <a:xfrm>
            <a:off x="658368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Oval 1374"/>
          <p:cNvSpPr/>
          <p:nvPr/>
        </p:nvSpPr>
        <p:spPr>
          <a:xfrm>
            <a:off x="658368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Oval 1375"/>
          <p:cNvSpPr/>
          <p:nvPr/>
        </p:nvSpPr>
        <p:spPr>
          <a:xfrm>
            <a:off x="658368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Oval 1376"/>
          <p:cNvSpPr/>
          <p:nvPr/>
        </p:nvSpPr>
        <p:spPr>
          <a:xfrm>
            <a:off x="658368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Oval 1377"/>
          <p:cNvSpPr/>
          <p:nvPr/>
        </p:nvSpPr>
        <p:spPr>
          <a:xfrm>
            <a:off x="658368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Oval 1378"/>
          <p:cNvSpPr/>
          <p:nvPr/>
        </p:nvSpPr>
        <p:spPr>
          <a:xfrm>
            <a:off x="658368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Oval 1379"/>
          <p:cNvSpPr/>
          <p:nvPr/>
        </p:nvSpPr>
        <p:spPr>
          <a:xfrm>
            <a:off x="658368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Oval 1380"/>
          <p:cNvSpPr/>
          <p:nvPr/>
        </p:nvSpPr>
        <p:spPr>
          <a:xfrm>
            <a:off x="658368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Oval 1381"/>
          <p:cNvSpPr/>
          <p:nvPr/>
        </p:nvSpPr>
        <p:spPr>
          <a:xfrm>
            <a:off x="658368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Oval 1382"/>
          <p:cNvSpPr/>
          <p:nvPr/>
        </p:nvSpPr>
        <p:spPr>
          <a:xfrm>
            <a:off x="658368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Oval 1383"/>
          <p:cNvSpPr/>
          <p:nvPr/>
        </p:nvSpPr>
        <p:spPr>
          <a:xfrm>
            <a:off x="658368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Oval 1384"/>
          <p:cNvSpPr/>
          <p:nvPr/>
        </p:nvSpPr>
        <p:spPr>
          <a:xfrm>
            <a:off x="658368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Oval 1385"/>
          <p:cNvSpPr/>
          <p:nvPr/>
        </p:nvSpPr>
        <p:spPr>
          <a:xfrm>
            <a:off x="658368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Oval 1386"/>
          <p:cNvSpPr/>
          <p:nvPr/>
        </p:nvSpPr>
        <p:spPr>
          <a:xfrm>
            <a:off x="658368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Oval 1387"/>
          <p:cNvSpPr/>
          <p:nvPr/>
        </p:nvSpPr>
        <p:spPr>
          <a:xfrm>
            <a:off x="658368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Oval 1388"/>
          <p:cNvSpPr/>
          <p:nvPr/>
        </p:nvSpPr>
        <p:spPr>
          <a:xfrm>
            <a:off x="658368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Oval 1389"/>
          <p:cNvSpPr/>
          <p:nvPr/>
        </p:nvSpPr>
        <p:spPr>
          <a:xfrm>
            <a:off x="658368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Oval 1390"/>
          <p:cNvSpPr/>
          <p:nvPr/>
        </p:nvSpPr>
        <p:spPr>
          <a:xfrm>
            <a:off x="676656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Oval 1391"/>
          <p:cNvSpPr/>
          <p:nvPr/>
        </p:nvSpPr>
        <p:spPr>
          <a:xfrm>
            <a:off x="676656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Oval 1392"/>
          <p:cNvSpPr/>
          <p:nvPr/>
        </p:nvSpPr>
        <p:spPr>
          <a:xfrm>
            <a:off x="676656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Oval 1393"/>
          <p:cNvSpPr/>
          <p:nvPr/>
        </p:nvSpPr>
        <p:spPr>
          <a:xfrm>
            <a:off x="676656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Oval 1394"/>
          <p:cNvSpPr/>
          <p:nvPr/>
        </p:nvSpPr>
        <p:spPr>
          <a:xfrm>
            <a:off x="676656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Oval 1395"/>
          <p:cNvSpPr/>
          <p:nvPr/>
        </p:nvSpPr>
        <p:spPr>
          <a:xfrm>
            <a:off x="676656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Oval 1396"/>
          <p:cNvSpPr/>
          <p:nvPr/>
        </p:nvSpPr>
        <p:spPr>
          <a:xfrm>
            <a:off x="676656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Oval 1397"/>
          <p:cNvSpPr/>
          <p:nvPr/>
        </p:nvSpPr>
        <p:spPr>
          <a:xfrm>
            <a:off x="676656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Oval 1398"/>
          <p:cNvSpPr/>
          <p:nvPr/>
        </p:nvSpPr>
        <p:spPr>
          <a:xfrm>
            <a:off x="676656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Oval 1399"/>
          <p:cNvSpPr/>
          <p:nvPr/>
        </p:nvSpPr>
        <p:spPr>
          <a:xfrm>
            <a:off x="676656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Oval 1400"/>
          <p:cNvSpPr/>
          <p:nvPr/>
        </p:nvSpPr>
        <p:spPr>
          <a:xfrm>
            <a:off x="676656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Oval 1401"/>
          <p:cNvSpPr/>
          <p:nvPr/>
        </p:nvSpPr>
        <p:spPr>
          <a:xfrm>
            <a:off x="676656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Oval 1402"/>
          <p:cNvSpPr/>
          <p:nvPr/>
        </p:nvSpPr>
        <p:spPr>
          <a:xfrm>
            <a:off x="676656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Oval 1403"/>
          <p:cNvSpPr/>
          <p:nvPr/>
        </p:nvSpPr>
        <p:spPr>
          <a:xfrm>
            <a:off x="676656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Oval 1404"/>
          <p:cNvSpPr/>
          <p:nvPr/>
        </p:nvSpPr>
        <p:spPr>
          <a:xfrm>
            <a:off x="676656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Oval 1405"/>
          <p:cNvSpPr/>
          <p:nvPr/>
        </p:nvSpPr>
        <p:spPr>
          <a:xfrm>
            <a:off x="676656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Oval 1406"/>
          <p:cNvSpPr/>
          <p:nvPr/>
        </p:nvSpPr>
        <p:spPr>
          <a:xfrm>
            <a:off x="676656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Oval 1407"/>
          <p:cNvSpPr/>
          <p:nvPr/>
        </p:nvSpPr>
        <p:spPr>
          <a:xfrm>
            <a:off x="676656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Oval 1408"/>
          <p:cNvSpPr/>
          <p:nvPr/>
        </p:nvSpPr>
        <p:spPr>
          <a:xfrm>
            <a:off x="676656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Oval 1409"/>
          <p:cNvSpPr/>
          <p:nvPr/>
        </p:nvSpPr>
        <p:spPr>
          <a:xfrm>
            <a:off x="676656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Oval 1410"/>
          <p:cNvSpPr/>
          <p:nvPr/>
        </p:nvSpPr>
        <p:spPr>
          <a:xfrm>
            <a:off x="676656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Oval 1411"/>
          <p:cNvSpPr/>
          <p:nvPr/>
        </p:nvSpPr>
        <p:spPr>
          <a:xfrm>
            <a:off x="676656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Oval 1412"/>
          <p:cNvSpPr/>
          <p:nvPr/>
        </p:nvSpPr>
        <p:spPr>
          <a:xfrm>
            <a:off x="676656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Oval 1413"/>
          <p:cNvSpPr/>
          <p:nvPr/>
        </p:nvSpPr>
        <p:spPr>
          <a:xfrm>
            <a:off x="676656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Oval 1414"/>
          <p:cNvSpPr/>
          <p:nvPr/>
        </p:nvSpPr>
        <p:spPr>
          <a:xfrm>
            <a:off x="676656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Oval 1415"/>
          <p:cNvSpPr/>
          <p:nvPr/>
        </p:nvSpPr>
        <p:spPr>
          <a:xfrm>
            <a:off x="676656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Oval 1416"/>
          <p:cNvSpPr/>
          <p:nvPr/>
        </p:nvSpPr>
        <p:spPr>
          <a:xfrm>
            <a:off x="676656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Oval 1417"/>
          <p:cNvSpPr/>
          <p:nvPr/>
        </p:nvSpPr>
        <p:spPr>
          <a:xfrm>
            <a:off x="676656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Oval 1418"/>
          <p:cNvSpPr/>
          <p:nvPr/>
        </p:nvSpPr>
        <p:spPr>
          <a:xfrm>
            <a:off x="676656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Oval 1419"/>
          <p:cNvSpPr/>
          <p:nvPr/>
        </p:nvSpPr>
        <p:spPr>
          <a:xfrm>
            <a:off x="676656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Oval 1420"/>
          <p:cNvSpPr/>
          <p:nvPr/>
        </p:nvSpPr>
        <p:spPr>
          <a:xfrm>
            <a:off x="676656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Oval 1421"/>
          <p:cNvSpPr/>
          <p:nvPr/>
        </p:nvSpPr>
        <p:spPr>
          <a:xfrm>
            <a:off x="676656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Oval 1422"/>
          <p:cNvSpPr/>
          <p:nvPr/>
        </p:nvSpPr>
        <p:spPr>
          <a:xfrm>
            <a:off x="676656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Oval 1423"/>
          <p:cNvSpPr/>
          <p:nvPr/>
        </p:nvSpPr>
        <p:spPr>
          <a:xfrm>
            <a:off x="676656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Oval 1424"/>
          <p:cNvSpPr/>
          <p:nvPr/>
        </p:nvSpPr>
        <p:spPr>
          <a:xfrm>
            <a:off x="676656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Oval 1425"/>
          <p:cNvSpPr/>
          <p:nvPr/>
        </p:nvSpPr>
        <p:spPr>
          <a:xfrm>
            <a:off x="676656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Oval 1426"/>
          <p:cNvSpPr/>
          <p:nvPr/>
        </p:nvSpPr>
        <p:spPr>
          <a:xfrm>
            <a:off x="676656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Oval 1427"/>
          <p:cNvSpPr/>
          <p:nvPr/>
        </p:nvSpPr>
        <p:spPr>
          <a:xfrm>
            <a:off x="694944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Oval 1428"/>
          <p:cNvSpPr/>
          <p:nvPr/>
        </p:nvSpPr>
        <p:spPr>
          <a:xfrm>
            <a:off x="694944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Oval 1429"/>
          <p:cNvSpPr/>
          <p:nvPr/>
        </p:nvSpPr>
        <p:spPr>
          <a:xfrm>
            <a:off x="694944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Oval 1430"/>
          <p:cNvSpPr/>
          <p:nvPr/>
        </p:nvSpPr>
        <p:spPr>
          <a:xfrm>
            <a:off x="694944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Oval 1431"/>
          <p:cNvSpPr/>
          <p:nvPr/>
        </p:nvSpPr>
        <p:spPr>
          <a:xfrm>
            <a:off x="694944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Oval 1432"/>
          <p:cNvSpPr/>
          <p:nvPr/>
        </p:nvSpPr>
        <p:spPr>
          <a:xfrm>
            <a:off x="694944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Oval 1433"/>
          <p:cNvSpPr/>
          <p:nvPr/>
        </p:nvSpPr>
        <p:spPr>
          <a:xfrm>
            <a:off x="694944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Oval 1434"/>
          <p:cNvSpPr/>
          <p:nvPr/>
        </p:nvSpPr>
        <p:spPr>
          <a:xfrm>
            <a:off x="694944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Oval 1435"/>
          <p:cNvSpPr/>
          <p:nvPr/>
        </p:nvSpPr>
        <p:spPr>
          <a:xfrm>
            <a:off x="694944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Oval 1436"/>
          <p:cNvSpPr/>
          <p:nvPr/>
        </p:nvSpPr>
        <p:spPr>
          <a:xfrm>
            <a:off x="694944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Oval 1437"/>
          <p:cNvSpPr/>
          <p:nvPr/>
        </p:nvSpPr>
        <p:spPr>
          <a:xfrm>
            <a:off x="694944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Oval 1438"/>
          <p:cNvSpPr/>
          <p:nvPr/>
        </p:nvSpPr>
        <p:spPr>
          <a:xfrm>
            <a:off x="694944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Oval 1439"/>
          <p:cNvSpPr/>
          <p:nvPr/>
        </p:nvSpPr>
        <p:spPr>
          <a:xfrm>
            <a:off x="694944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Oval 1440"/>
          <p:cNvSpPr/>
          <p:nvPr/>
        </p:nvSpPr>
        <p:spPr>
          <a:xfrm>
            <a:off x="694944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Oval 1441"/>
          <p:cNvSpPr/>
          <p:nvPr/>
        </p:nvSpPr>
        <p:spPr>
          <a:xfrm>
            <a:off x="694944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Oval 1442"/>
          <p:cNvSpPr/>
          <p:nvPr/>
        </p:nvSpPr>
        <p:spPr>
          <a:xfrm>
            <a:off x="694944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Oval 1443"/>
          <p:cNvSpPr/>
          <p:nvPr/>
        </p:nvSpPr>
        <p:spPr>
          <a:xfrm>
            <a:off x="694944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Oval 1444"/>
          <p:cNvSpPr/>
          <p:nvPr/>
        </p:nvSpPr>
        <p:spPr>
          <a:xfrm>
            <a:off x="694944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Oval 1445"/>
          <p:cNvSpPr/>
          <p:nvPr/>
        </p:nvSpPr>
        <p:spPr>
          <a:xfrm>
            <a:off x="694944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Oval 1446"/>
          <p:cNvSpPr/>
          <p:nvPr/>
        </p:nvSpPr>
        <p:spPr>
          <a:xfrm>
            <a:off x="694944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Oval 1447"/>
          <p:cNvSpPr/>
          <p:nvPr/>
        </p:nvSpPr>
        <p:spPr>
          <a:xfrm>
            <a:off x="694944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Oval 1448"/>
          <p:cNvSpPr/>
          <p:nvPr/>
        </p:nvSpPr>
        <p:spPr>
          <a:xfrm>
            <a:off x="694944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Oval 1449"/>
          <p:cNvSpPr/>
          <p:nvPr/>
        </p:nvSpPr>
        <p:spPr>
          <a:xfrm>
            <a:off x="694944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Oval 1450"/>
          <p:cNvSpPr/>
          <p:nvPr/>
        </p:nvSpPr>
        <p:spPr>
          <a:xfrm>
            <a:off x="694944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Oval 1451"/>
          <p:cNvSpPr/>
          <p:nvPr/>
        </p:nvSpPr>
        <p:spPr>
          <a:xfrm>
            <a:off x="694944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Oval 1452"/>
          <p:cNvSpPr/>
          <p:nvPr/>
        </p:nvSpPr>
        <p:spPr>
          <a:xfrm>
            <a:off x="694944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Oval 1453"/>
          <p:cNvSpPr/>
          <p:nvPr/>
        </p:nvSpPr>
        <p:spPr>
          <a:xfrm>
            <a:off x="694944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Oval 1454"/>
          <p:cNvSpPr/>
          <p:nvPr/>
        </p:nvSpPr>
        <p:spPr>
          <a:xfrm>
            <a:off x="694944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Oval 1455"/>
          <p:cNvSpPr/>
          <p:nvPr/>
        </p:nvSpPr>
        <p:spPr>
          <a:xfrm>
            <a:off x="694944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Oval 1456"/>
          <p:cNvSpPr/>
          <p:nvPr/>
        </p:nvSpPr>
        <p:spPr>
          <a:xfrm>
            <a:off x="694944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Oval 1457"/>
          <p:cNvSpPr/>
          <p:nvPr/>
        </p:nvSpPr>
        <p:spPr>
          <a:xfrm>
            <a:off x="694944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Oval 1458"/>
          <p:cNvSpPr/>
          <p:nvPr/>
        </p:nvSpPr>
        <p:spPr>
          <a:xfrm>
            <a:off x="694944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Oval 1459"/>
          <p:cNvSpPr/>
          <p:nvPr/>
        </p:nvSpPr>
        <p:spPr>
          <a:xfrm>
            <a:off x="694944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Oval 1460"/>
          <p:cNvSpPr/>
          <p:nvPr/>
        </p:nvSpPr>
        <p:spPr>
          <a:xfrm>
            <a:off x="694944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Oval 1461"/>
          <p:cNvSpPr/>
          <p:nvPr/>
        </p:nvSpPr>
        <p:spPr>
          <a:xfrm>
            <a:off x="694944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Oval 1462"/>
          <p:cNvSpPr/>
          <p:nvPr/>
        </p:nvSpPr>
        <p:spPr>
          <a:xfrm>
            <a:off x="694944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Oval 1463"/>
          <p:cNvSpPr/>
          <p:nvPr/>
        </p:nvSpPr>
        <p:spPr>
          <a:xfrm>
            <a:off x="694944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Oval 1464"/>
          <p:cNvSpPr/>
          <p:nvPr/>
        </p:nvSpPr>
        <p:spPr>
          <a:xfrm>
            <a:off x="694944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Oval 1465"/>
          <p:cNvSpPr/>
          <p:nvPr/>
        </p:nvSpPr>
        <p:spPr>
          <a:xfrm>
            <a:off x="713232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Oval 1466"/>
          <p:cNvSpPr/>
          <p:nvPr/>
        </p:nvSpPr>
        <p:spPr>
          <a:xfrm>
            <a:off x="713232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Oval 1467"/>
          <p:cNvSpPr/>
          <p:nvPr/>
        </p:nvSpPr>
        <p:spPr>
          <a:xfrm>
            <a:off x="713232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Oval 1468"/>
          <p:cNvSpPr/>
          <p:nvPr/>
        </p:nvSpPr>
        <p:spPr>
          <a:xfrm>
            <a:off x="713232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Oval 1469"/>
          <p:cNvSpPr/>
          <p:nvPr/>
        </p:nvSpPr>
        <p:spPr>
          <a:xfrm>
            <a:off x="713232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Oval 1470"/>
          <p:cNvSpPr/>
          <p:nvPr/>
        </p:nvSpPr>
        <p:spPr>
          <a:xfrm>
            <a:off x="713232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Oval 1471"/>
          <p:cNvSpPr/>
          <p:nvPr/>
        </p:nvSpPr>
        <p:spPr>
          <a:xfrm>
            <a:off x="713232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Oval 1472"/>
          <p:cNvSpPr/>
          <p:nvPr/>
        </p:nvSpPr>
        <p:spPr>
          <a:xfrm>
            <a:off x="713232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Oval 1473"/>
          <p:cNvSpPr/>
          <p:nvPr/>
        </p:nvSpPr>
        <p:spPr>
          <a:xfrm>
            <a:off x="713232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Oval 1474"/>
          <p:cNvSpPr/>
          <p:nvPr/>
        </p:nvSpPr>
        <p:spPr>
          <a:xfrm>
            <a:off x="713232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Oval 1475"/>
          <p:cNvSpPr/>
          <p:nvPr/>
        </p:nvSpPr>
        <p:spPr>
          <a:xfrm>
            <a:off x="713232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Oval 1476"/>
          <p:cNvSpPr/>
          <p:nvPr/>
        </p:nvSpPr>
        <p:spPr>
          <a:xfrm>
            <a:off x="713232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Oval 1477"/>
          <p:cNvSpPr/>
          <p:nvPr/>
        </p:nvSpPr>
        <p:spPr>
          <a:xfrm>
            <a:off x="713232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Oval 1478"/>
          <p:cNvSpPr/>
          <p:nvPr/>
        </p:nvSpPr>
        <p:spPr>
          <a:xfrm>
            <a:off x="713232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Oval 1479"/>
          <p:cNvSpPr/>
          <p:nvPr/>
        </p:nvSpPr>
        <p:spPr>
          <a:xfrm>
            <a:off x="713232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Oval 1480"/>
          <p:cNvSpPr/>
          <p:nvPr/>
        </p:nvSpPr>
        <p:spPr>
          <a:xfrm>
            <a:off x="713232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Oval 1481"/>
          <p:cNvSpPr/>
          <p:nvPr/>
        </p:nvSpPr>
        <p:spPr>
          <a:xfrm>
            <a:off x="713232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Oval 1482"/>
          <p:cNvSpPr/>
          <p:nvPr/>
        </p:nvSpPr>
        <p:spPr>
          <a:xfrm>
            <a:off x="713232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Oval 1483"/>
          <p:cNvSpPr/>
          <p:nvPr/>
        </p:nvSpPr>
        <p:spPr>
          <a:xfrm>
            <a:off x="713232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Oval 1484"/>
          <p:cNvSpPr/>
          <p:nvPr/>
        </p:nvSpPr>
        <p:spPr>
          <a:xfrm>
            <a:off x="713232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Oval 1485"/>
          <p:cNvSpPr/>
          <p:nvPr/>
        </p:nvSpPr>
        <p:spPr>
          <a:xfrm>
            <a:off x="713232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Oval 1486"/>
          <p:cNvSpPr/>
          <p:nvPr/>
        </p:nvSpPr>
        <p:spPr>
          <a:xfrm>
            <a:off x="713232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Oval 1487"/>
          <p:cNvSpPr/>
          <p:nvPr/>
        </p:nvSpPr>
        <p:spPr>
          <a:xfrm>
            <a:off x="713232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Oval 1488"/>
          <p:cNvSpPr/>
          <p:nvPr/>
        </p:nvSpPr>
        <p:spPr>
          <a:xfrm>
            <a:off x="713232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Oval 1489"/>
          <p:cNvSpPr/>
          <p:nvPr/>
        </p:nvSpPr>
        <p:spPr>
          <a:xfrm>
            <a:off x="713232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Oval 1490"/>
          <p:cNvSpPr/>
          <p:nvPr/>
        </p:nvSpPr>
        <p:spPr>
          <a:xfrm>
            <a:off x="713232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Oval 1491"/>
          <p:cNvSpPr/>
          <p:nvPr/>
        </p:nvSpPr>
        <p:spPr>
          <a:xfrm>
            <a:off x="713232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Oval 1492"/>
          <p:cNvSpPr/>
          <p:nvPr/>
        </p:nvSpPr>
        <p:spPr>
          <a:xfrm>
            <a:off x="713232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Oval 1493"/>
          <p:cNvSpPr/>
          <p:nvPr/>
        </p:nvSpPr>
        <p:spPr>
          <a:xfrm>
            <a:off x="713232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Oval 1494"/>
          <p:cNvSpPr/>
          <p:nvPr/>
        </p:nvSpPr>
        <p:spPr>
          <a:xfrm>
            <a:off x="713232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Oval 1495"/>
          <p:cNvSpPr/>
          <p:nvPr/>
        </p:nvSpPr>
        <p:spPr>
          <a:xfrm>
            <a:off x="713232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Oval 1496"/>
          <p:cNvSpPr/>
          <p:nvPr/>
        </p:nvSpPr>
        <p:spPr>
          <a:xfrm>
            <a:off x="713232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Oval 1497"/>
          <p:cNvSpPr/>
          <p:nvPr/>
        </p:nvSpPr>
        <p:spPr>
          <a:xfrm>
            <a:off x="713232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Oval 1498"/>
          <p:cNvSpPr/>
          <p:nvPr/>
        </p:nvSpPr>
        <p:spPr>
          <a:xfrm>
            <a:off x="713232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Oval 1499"/>
          <p:cNvSpPr/>
          <p:nvPr/>
        </p:nvSpPr>
        <p:spPr>
          <a:xfrm>
            <a:off x="713232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Oval 1500"/>
          <p:cNvSpPr/>
          <p:nvPr/>
        </p:nvSpPr>
        <p:spPr>
          <a:xfrm>
            <a:off x="713232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Oval 1501"/>
          <p:cNvSpPr/>
          <p:nvPr/>
        </p:nvSpPr>
        <p:spPr>
          <a:xfrm>
            <a:off x="713232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Oval 1502"/>
          <p:cNvSpPr/>
          <p:nvPr/>
        </p:nvSpPr>
        <p:spPr>
          <a:xfrm>
            <a:off x="73152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Oval 1503"/>
          <p:cNvSpPr/>
          <p:nvPr/>
        </p:nvSpPr>
        <p:spPr>
          <a:xfrm>
            <a:off x="731520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Oval 1504"/>
          <p:cNvSpPr/>
          <p:nvPr/>
        </p:nvSpPr>
        <p:spPr>
          <a:xfrm>
            <a:off x="731520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Oval 1505"/>
          <p:cNvSpPr/>
          <p:nvPr/>
        </p:nvSpPr>
        <p:spPr>
          <a:xfrm>
            <a:off x="731520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Oval 1506"/>
          <p:cNvSpPr/>
          <p:nvPr/>
        </p:nvSpPr>
        <p:spPr>
          <a:xfrm>
            <a:off x="731520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Oval 1507"/>
          <p:cNvSpPr/>
          <p:nvPr/>
        </p:nvSpPr>
        <p:spPr>
          <a:xfrm>
            <a:off x="73152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Oval 1508"/>
          <p:cNvSpPr/>
          <p:nvPr/>
        </p:nvSpPr>
        <p:spPr>
          <a:xfrm>
            <a:off x="731520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Oval 1509"/>
          <p:cNvSpPr/>
          <p:nvPr/>
        </p:nvSpPr>
        <p:spPr>
          <a:xfrm>
            <a:off x="731520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Oval 1510"/>
          <p:cNvSpPr/>
          <p:nvPr/>
        </p:nvSpPr>
        <p:spPr>
          <a:xfrm>
            <a:off x="731520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Oval 1511"/>
          <p:cNvSpPr/>
          <p:nvPr/>
        </p:nvSpPr>
        <p:spPr>
          <a:xfrm>
            <a:off x="731520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Oval 1512"/>
          <p:cNvSpPr/>
          <p:nvPr/>
        </p:nvSpPr>
        <p:spPr>
          <a:xfrm>
            <a:off x="731520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Oval 1513"/>
          <p:cNvSpPr/>
          <p:nvPr/>
        </p:nvSpPr>
        <p:spPr>
          <a:xfrm>
            <a:off x="731520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Oval 1514"/>
          <p:cNvSpPr/>
          <p:nvPr/>
        </p:nvSpPr>
        <p:spPr>
          <a:xfrm>
            <a:off x="731520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Oval 1515"/>
          <p:cNvSpPr/>
          <p:nvPr/>
        </p:nvSpPr>
        <p:spPr>
          <a:xfrm>
            <a:off x="731520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Oval 1516"/>
          <p:cNvSpPr/>
          <p:nvPr/>
        </p:nvSpPr>
        <p:spPr>
          <a:xfrm>
            <a:off x="731520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Oval 1517"/>
          <p:cNvSpPr/>
          <p:nvPr/>
        </p:nvSpPr>
        <p:spPr>
          <a:xfrm>
            <a:off x="73152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Oval 1518"/>
          <p:cNvSpPr/>
          <p:nvPr/>
        </p:nvSpPr>
        <p:spPr>
          <a:xfrm>
            <a:off x="731520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Oval 1519"/>
          <p:cNvSpPr/>
          <p:nvPr/>
        </p:nvSpPr>
        <p:spPr>
          <a:xfrm>
            <a:off x="731520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Oval 1520"/>
          <p:cNvSpPr/>
          <p:nvPr/>
        </p:nvSpPr>
        <p:spPr>
          <a:xfrm>
            <a:off x="731520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Oval 1521"/>
          <p:cNvSpPr/>
          <p:nvPr/>
        </p:nvSpPr>
        <p:spPr>
          <a:xfrm>
            <a:off x="731520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Oval 1522"/>
          <p:cNvSpPr/>
          <p:nvPr/>
        </p:nvSpPr>
        <p:spPr>
          <a:xfrm>
            <a:off x="73152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Oval 1523"/>
          <p:cNvSpPr/>
          <p:nvPr/>
        </p:nvSpPr>
        <p:spPr>
          <a:xfrm>
            <a:off x="731520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Oval 1524"/>
          <p:cNvSpPr/>
          <p:nvPr/>
        </p:nvSpPr>
        <p:spPr>
          <a:xfrm>
            <a:off x="731520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Oval 1525"/>
          <p:cNvSpPr/>
          <p:nvPr/>
        </p:nvSpPr>
        <p:spPr>
          <a:xfrm>
            <a:off x="731520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Oval 1526"/>
          <p:cNvSpPr/>
          <p:nvPr/>
        </p:nvSpPr>
        <p:spPr>
          <a:xfrm>
            <a:off x="731520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Oval 1527"/>
          <p:cNvSpPr/>
          <p:nvPr/>
        </p:nvSpPr>
        <p:spPr>
          <a:xfrm>
            <a:off x="73152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Oval 1528"/>
          <p:cNvSpPr/>
          <p:nvPr/>
        </p:nvSpPr>
        <p:spPr>
          <a:xfrm>
            <a:off x="731520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Oval 1529"/>
          <p:cNvSpPr/>
          <p:nvPr/>
        </p:nvSpPr>
        <p:spPr>
          <a:xfrm>
            <a:off x="731520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Oval 1530"/>
          <p:cNvSpPr/>
          <p:nvPr/>
        </p:nvSpPr>
        <p:spPr>
          <a:xfrm>
            <a:off x="731520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Oval 1531"/>
          <p:cNvSpPr/>
          <p:nvPr/>
        </p:nvSpPr>
        <p:spPr>
          <a:xfrm>
            <a:off x="731520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Oval 1532"/>
          <p:cNvSpPr/>
          <p:nvPr/>
        </p:nvSpPr>
        <p:spPr>
          <a:xfrm>
            <a:off x="73152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Oval 1533"/>
          <p:cNvSpPr/>
          <p:nvPr/>
        </p:nvSpPr>
        <p:spPr>
          <a:xfrm>
            <a:off x="731520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Oval 1534"/>
          <p:cNvSpPr/>
          <p:nvPr/>
        </p:nvSpPr>
        <p:spPr>
          <a:xfrm>
            <a:off x="731520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Oval 1535"/>
          <p:cNvSpPr/>
          <p:nvPr/>
        </p:nvSpPr>
        <p:spPr>
          <a:xfrm>
            <a:off x="731520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Oval 1536"/>
          <p:cNvSpPr/>
          <p:nvPr/>
        </p:nvSpPr>
        <p:spPr>
          <a:xfrm>
            <a:off x="731520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Oval 1537"/>
          <p:cNvSpPr/>
          <p:nvPr/>
        </p:nvSpPr>
        <p:spPr>
          <a:xfrm>
            <a:off x="73152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Oval 1538"/>
          <p:cNvSpPr/>
          <p:nvPr/>
        </p:nvSpPr>
        <p:spPr>
          <a:xfrm>
            <a:off x="731520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Oval 1539"/>
          <p:cNvSpPr/>
          <p:nvPr/>
        </p:nvSpPr>
        <p:spPr>
          <a:xfrm>
            <a:off x="731520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Oval 1540"/>
          <p:cNvSpPr/>
          <p:nvPr/>
        </p:nvSpPr>
        <p:spPr>
          <a:xfrm>
            <a:off x="749808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Oval 1541"/>
          <p:cNvSpPr/>
          <p:nvPr/>
        </p:nvSpPr>
        <p:spPr>
          <a:xfrm>
            <a:off x="749808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Oval 1542"/>
          <p:cNvSpPr/>
          <p:nvPr/>
        </p:nvSpPr>
        <p:spPr>
          <a:xfrm>
            <a:off x="749808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Oval 1543"/>
          <p:cNvSpPr/>
          <p:nvPr/>
        </p:nvSpPr>
        <p:spPr>
          <a:xfrm>
            <a:off x="749808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Oval 1544"/>
          <p:cNvSpPr/>
          <p:nvPr/>
        </p:nvSpPr>
        <p:spPr>
          <a:xfrm>
            <a:off x="749808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Oval 1545"/>
          <p:cNvSpPr/>
          <p:nvPr/>
        </p:nvSpPr>
        <p:spPr>
          <a:xfrm>
            <a:off x="749808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Oval 1546"/>
          <p:cNvSpPr/>
          <p:nvPr/>
        </p:nvSpPr>
        <p:spPr>
          <a:xfrm>
            <a:off x="749808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Oval 1547"/>
          <p:cNvSpPr/>
          <p:nvPr/>
        </p:nvSpPr>
        <p:spPr>
          <a:xfrm>
            <a:off x="749808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Oval 1548"/>
          <p:cNvSpPr/>
          <p:nvPr/>
        </p:nvSpPr>
        <p:spPr>
          <a:xfrm>
            <a:off x="749808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Oval 1549"/>
          <p:cNvSpPr/>
          <p:nvPr/>
        </p:nvSpPr>
        <p:spPr>
          <a:xfrm>
            <a:off x="749808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Oval 1550"/>
          <p:cNvSpPr/>
          <p:nvPr/>
        </p:nvSpPr>
        <p:spPr>
          <a:xfrm>
            <a:off x="749808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Oval 1551"/>
          <p:cNvSpPr/>
          <p:nvPr/>
        </p:nvSpPr>
        <p:spPr>
          <a:xfrm>
            <a:off x="749808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Oval 1552"/>
          <p:cNvSpPr/>
          <p:nvPr/>
        </p:nvSpPr>
        <p:spPr>
          <a:xfrm>
            <a:off x="749808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Oval 1553"/>
          <p:cNvSpPr/>
          <p:nvPr/>
        </p:nvSpPr>
        <p:spPr>
          <a:xfrm>
            <a:off x="749808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Oval 1554"/>
          <p:cNvSpPr/>
          <p:nvPr/>
        </p:nvSpPr>
        <p:spPr>
          <a:xfrm>
            <a:off x="749808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Oval 1555"/>
          <p:cNvSpPr/>
          <p:nvPr/>
        </p:nvSpPr>
        <p:spPr>
          <a:xfrm>
            <a:off x="749808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Oval 1556"/>
          <p:cNvSpPr/>
          <p:nvPr/>
        </p:nvSpPr>
        <p:spPr>
          <a:xfrm>
            <a:off x="749808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Oval 1557"/>
          <p:cNvSpPr/>
          <p:nvPr/>
        </p:nvSpPr>
        <p:spPr>
          <a:xfrm>
            <a:off x="749808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Oval 1558"/>
          <p:cNvSpPr/>
          <p:nvPr/>
        </p:nvSpPr>
        <p:spPr>
          <a:xfrm>
            <a:off x="749808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Oval 1559"/>
          <p:cNvSpPr/>
          <p:nvPr/>
        </p:nvSpPr>
        <p:spPr>
          <a:xfrm>
            <a:off x="749808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Oval 1560"/>
          <p:cNvSpPr/>
          <p:nvPr/>
        </p:nvSpPr>
        <p:spPr>
          <a:xfrm>
            <a:off x="749808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Oval 1561"/>
          <p:cNvSpPr/>
          <p:nvPr/>
        </p:nvSpPr>
        <p:spPr>
          <a:xfrm>
            <a:off x="749808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Oval 1562"/>
          <p:cNvSpPr/>
          <p:nvPr/>
        </p:nvSpPr>
        <p:spPr>
          <a:xfrm>
            <a:off x="749808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Oval 1563"/>
          <p:cNvSpPr/>
          <p:nvPr/>
        </p:nvSpPr>
        <p:spPr>
          <a:xfrm>
            <a:off x="749808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Oval 1564"/>
          <p:cNvSpPr/>
          <p:nvPr/>
        </p:nvSpPr>
        <p:spPr>
          <a:xfrm>
            <a:off x="749808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Oval 1565"/>
          <p:cNvSpPr/>
          <p:nvPr/>
        </p:nvSpPr>
        <p:spPr>
          <a:xfrm>
            <a:off x="749808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Oval 1566"/>
          <p:cNvSpPr/>
          <p:nvPr/>
        </p:nvSpPr>
        <p:spPr>
          <a:xfrm>
            <a:off x="749808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Oval 1567"/>
          <p:cNvSpPr/>
          <p:nvPr/>
        </p:nvSpPr>
        <p:spPr>
          <a:xfrm>
            <a:off x="749808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Oval 1568"/>
          <p:cNvSpPr/>
          <p:nvPr/>
        </p:nvSpPr>
        <p:spPr>
          <a:xfrm>
            <a:off x="749808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Oval 1569"/>
          <p:cNvSpPr/>
          <p:nvPr/>
        </p:nvSpPr>
        <p:spPr>
          <a:xfrm>
            <a:off x="749808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Oval 1570"/>
          <p:cNvSpPr/>
          <p:nvPr/>
        </p:nvSpPr>
        <p:spPr>
          <a:xfrm>
            <a:off x="749808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Oval 1571"/>
          <p:cNvSpPr/>
          <p:nvPr/>
        </p:nvSpPr>
        <p:spPr>
          <a:xfrm>
            <a:off x="749808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Oval 1572"/>
          <p:cNvSpPr/>
          <p:nvPr/>
        </p:nvSpPr>
        <p:spPr>
          <a:xfrm>
            <a:off x="749808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Oval 1573"/>
          <p:cNvSpPr/>
          <p:nvPr/>
        </p:nvSpPr>
        <p:spPr>
          <a:xfrm>
            <a:off x="749808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Oval 1574"/>
          <p:cNvSpPr/>
          <p:nvPr/>
        </p:nvSpPr>
        <p:spPr>
          <a:xfrm>
            <a:off x="749808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Oval 1575"/>
          <p:cNvSpPr/>
          <p:nvPr/>
        </p:nvSpPr>
        <p:spPr>
          <a:xfrm>
            <a:off x="749808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Oval 1576"/>
          <p:cNvSpPr/>
          <p:nvPr/>
        </p:nvSpPr>
        <p:spPr>
          <a:xfrm>
            <a:off x="749808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Oval 1577"/>
          <p:cNvSpPr/>
          <p:nvPr/>
        </p:nvSpPr>
        <p:spPr>
          <a:xfrm>
            <a:off x="768096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Oval 1578"/>
          <p:cNvSpPr/>
          <p:nvPr/>
        </p:nvSpPr>
        <p:spPr>
          <a:xfrm>
            <a:off x="768096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Oval 1579"/>
          <p:cNvSpPr/>
          <p:nvPr/>
        </p:nvSpPr>
        <p:spPr>
          <a:xfrm>
            <a:off x="768096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Oval 1580"/>
          <p:cNvSpPr/>
          <p:nvPr/>
        </p:nvSpPr>
        <p:spPr>
          <a:xfrm>
            <a:off x="768096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Oval 1581"/>
          <p:cNvSpPr/>
          <p:nvPr/>
        </p:nvSpPr>
        <p:spPr>
          <a:xfrm>
            <a:off x="768096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Oval 1582"/>
          <p:cNvSpPr/>
          <p:nvPr/>
        </p:nvSpPr>
        <p:spPr>
          <a:xfrm>
            <a:off x="768096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Oval 1583"/>
          <p:cNvSpPr/>
          <p:nvPr/>
        </p:nvSpPr>
        <p:spPr>
          <a:xfrm>
            <a:off x="768096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Oval 1584"/>
          <p:cNvSpPr/>
          <p:nvPr/>
        </p:nvSpPr>
        <p:spPr>
          <a:xfrm>
            <a:off x="768096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Oval 1585"/>
          <p:cNvSpPr/>
          <p:nvPr/>
        </p:nvSpPr>
        <p:spPr>
          <a:xfrm>
            <a:off x="768096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Oval 1586"/>
          <p:cNvSpPr/>
          <p:nvPr/>
        </p:nvSpPr>
        <p:spPr>
          <a:xfrm>
            <a:off x="768096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Oval 1587"/>
          <p:cNvSpPr/>
          <p:nvPr/>
        </p:nvSpPr>
        <p:spPr>
          <a:xfrm>
            <a:off x="768096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Oval 1588"/>
          <p:cNvSpPr/>
          <p:nvPr/>
        </p:nvSpPr>
        <p:spPr>
          <a:xfrm>
            <a:off x="768096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Oval 1589"/>
          <p:cNvSpPr/>
          <p:nvPr/>
        </p:nvSpPr>
        <p:spPr>
          <a:xfrm>
            <a:off x="768096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Oval 1590"/>
          <p:cNvSpPr/>
          <p:nvPr/>
        </p:nvSpPr>
        <p:spPr>
          <a:xfrm>
            <a:off x="768096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Oval 1591"/>
          <p:cNvSpPr/>
          <p:nvPr/>
        </p:nvSpPr>
        <p:spPr>
          <a:xfrm>
            <a:off x="768096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Oval 1592"/>
          <p:cNvSpPr/>
          <p:nvPr/>
        </p:nvSpPr>
        <p:spPr>
          <a:xfrm>
            <a:off x="768096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Oval 1593"/>
          <p:cNvSpPr/>
          <p:nvPr/>
        </p:nvSpPr>
        <p:spPr>
          <a:xfrm>
            <a:off x="768096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Oval 1594"/>
          <p:cNvSpPr/>
          <p:nvPr/>
        </p:nvSpPr>
        <p:spPr>
          <a:xfrm>
            <a:off x="768096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Oval 1595"/>
          <p:cNvSpPr/>
          <p:nvPr/>
        </p:nvSpPr>
        <p:spPr>
          <a:xfrm>
            <a:off x="768096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Oval 1596"/>
          <p:cNvSpPr/>
          <p:nvPr/>
        </p:nvSpPr>
        <p:spPr>
          <a:xfrm>
            <a:off x="768096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Oval 1597"/>
          <p:cNvSpPr/>
          <p:nvPr/>
        </p:nvSpPr>
        <p:spPr>
          <a:xfrm>
            <a:off x="768096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Oval 1598"/>
          <p:cNvSpPr/>
          <p:nvPr/>
        </p:nvSpPr>
        <p:spPr>
          <a:xfrm>
            <a:off x="768096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Oval 1599"/>
          <p:cNvSpPr/>
          <p:nvPr/>
        </p:nvSpPr>
        <p:spPr>
          <a:xfrm>
            <a:off x="768096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Oval 1600"/>
          <p:cNvSpPr/>
          <p:nvPr/>
        </p:nvSpPr>
        <p:spPr>
          <a:xfrm>
            <a:off x="768096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Oval 1601"/>
          <p:cNvSpPr/>
          <p:nvPr/>
        </p:nvSpPr>
        <p:spPr>
          <a:xfrm>
            <a:off x="768096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Oval 1602"/>
          <p:cNvSpPr/>
          <p:nvPr/>
        </p:nvSpPr>
        <p:spPr>
          <a:xfrm>
            <a:off x="768096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Oval 1603"/>
          <p:cNvSpPr/>
          <p:nvPr/>
        </p:nvSpPr>
        <p:spPr>
          <a:xfrm>
            <a:off x="768096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Oval 1604"/>
          <p:cNvSpPr/>
          <p:nvPr/>
        </p:nvSpPr>
        <p:spPr>
          <a:xfrm>
            <a:off x="768096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Oval 1605"/>
          <p:cNvSpPr/>
          <p:nvPr/>
        </p:nvSpPr>
        <p:spPr>
          <a:xfrm>
            <a:off x="768096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Oval 1606"/>
          <p:cNvSpPr/>
          <p:nvPr/>
        </p:nvSpPr>
        <p:spPr>
          <a:xfrm>
            <a:off x="768096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Oval 1607"/>
          <p:cNvSpPr/>
          <p:nvPr/>
        </p:nvSpPr>
        <p:spPr>
          <a:xfrm>
            <a:off x="768096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Oval 1608"/>
          <p:cNvSpPr/>
          <p:nvPr/>
        </p:nvSpPr>
        <p:spPr>
          <a:xfrm>
            <a:off x="768096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Oval 1609"/>
          <p:cNvSpPr/>
          <p:nvPr/>
        </p:nvSpPr>
        <p:spPr>
          <a:xfrm>
            <a:off x="768096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Oval 1610"/>
          <p:cNvSpPr/>
          <p:nvPr/>
        </p:nvSpPr>
        <p:spPr>
          <a:xfrm>
            <a:off x="768096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Oval 1611"/>
          <p:cNvSpPr/>
          <p:nvPr/>
        </p:nvSpPr>
        <p:spPr>
          <a:xfrm>
            <a:off x="768096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Oval 1612"/>
          <p:cNvSpPr/>
          <p:nvPr/>
        </p:nvSpPr>
        <p:spPr>
          <a:xfrm>
            <a:off x="768096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Oval 1613"/>
          <p:cNvSpPr/>
          <p:nvPr/>
        </p:nvSpPr>
        <p:spPr>
          <a:xfrm>
            <a:off x="768096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Oval 1614"/>
          <p:cNvSpPr/>
          <p:nvPr/>
        </p:nvSpPr>
        <p:spPr>
          <a:xfrm>
            <a:off x="768096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Oval 1615"/>
          <p:cNvSpPr/>
          <p:nvPr/>
        </p:nvSpPr>
        <p:spPr>
          <a:xfrm>
            <a:off x="786384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Oval 1616"/>
          <p:cNvSpPr/>
          <p:nvPr/>
        </p:nvSpPr>
        <p:spPr>
          <a:xfrm>
            <a:off x="786384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Oval 1617"/>
          <p:cNvSpPr/>
          <p:nvPr/>
        </p:nvSpPr>
        <p:spPr>
          <a:xfrm>
            <a:off x="786384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Oval 1618"/>
          <p:cNvSpPr/>
          <p:nvPr/>
        </p:nvSpPr>
        <p:spPr>
          <a:xfrm>
            <a:off x="786384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Oval 1619"/>
          <p:cNvSpPr/>
          <p:nvPr/>
        </p:nvSpPr>
        <p:spPr>
          <a:xfrm>
            <a:off x="786384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Oval 1620"/>
          <p:cNvSpPr/>
          <p:nvPr/>
        </p:nvSpPr>
        <p:spPr>
          <a:xfrm>
            <a:off x="786384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Oval 1621"/>
          <p:cNvSpPr/>
          <p:nvPr/>
        </p:nvSpPr>
        <p:spPr>
          <a:xfrm>
            <a:off x="786384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Oval 1622"/>
          <p:cNvSpPr/>
          <p:nvPr/>
        </p:nvSpPr>
        <p:spPr>
          <a:xfrm>
            <a:off x="786384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Oval 1623"/>
          <p:cNvSpPr/>
          <p:nvPr/>
        </p:nvSpPr>
        <p:spPr>
          <a:xfrm>
            <a:off x="786384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Oval 1624"/>
          <p:cNvSpPr/>
          <p:nvPr/>
        </p:nvSpPr>
        <p:spPr>
          <a:xfrm>
            <a:off x="786384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Oval 1625"/>
          <p:cNvSpPr/>
          <p:nvPr/>
        </p:nvSpPr>
        <p:spPr>
          <a:xfrm>
            <a:off x="786384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Oval 1626"/>
          <p:cNvSpPr/>
          <p:nvPr/>
        </p:nvSpPr>
        <p:spPr>
          <a:xfrm>
            <a:off x="786384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Oval 1627"/>
          <p:cNvSpPr/>
          <p:nvPr/>
        </p:nvSpPr>
        <p:spPr>
          <a:xfrm>
            <a:off x="786384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Oval 1628"/>
          <p:cNvSpPr/>
          <p:nvPr/>
        </p:nvSpPr>
        <p:spPr>
          <a:xfrm>
            <a:off x="786384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Oval 1629"/>
          <p:cNvSpPr/>
          <p:nvPr/>
        </p:nvSpPr>
        <p:spPr>
          <a:xfrm>
            <a:off x="786384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Oval 1630"/>
          <p:cNvSpPr/>
          <p:nvPr/>
        </p:nvSpPr>
        <p:spPr>
          <a:xfrm>
            <a:off x="786384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Oval 163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Oval 1632"/>
          <p:cNvSpPr/>
          <p:nvPr/>
        </p:nvSpPr>
        <p:spPr>
          <a:xfrm>
            <a:off x="786384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Oval 1633"/>
          <p:cNvSpPr/>
          <p:nvPr/>
        </p:nvSpPr>
        <p:spPr>
          <a:xfrm>
            <a:off x="786384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Oval 1634"/>
          <p:cNvSpPr/>
          <p:nvPr/>
        </p:nvSpPr>
        <p:spPr>
          <a:xfrm>
            <a:off x="786384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Oval 1635"/>
          <p:cNvSpPr/>
          <p:nvPr/>
        </p:nvSpPr>
        <p:spPr>
          <a:xfrm>
            <a:off x="786384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Oval 1636"/>
          <p:cNvSpPr/>
          <p:nvPr/>
        </p:nvSpPr>
        <p:spPr>
          <a:xfrm>
            <a:off x="786384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Oval 1637"/>
          <p:cNvSpPr/>
          <p:nvPr/>
        </p:nvSpPr>
        <p:spPr>
          <a:xfrm>
            <a:off x="786384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Oval 1638"/>
          <p:cNvSpPr/>
          <p:nvPr/>
        </p:nvSpPr>
        <p:spPr>
          <a:xfrm>
            <a:off x="786384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Oval 1639"/>
          <p:cNvSpPr/>
          <p:nvPr/>
        </p:nvSpPr>
        <p:spPr>
          <a:xfrm>
            <a:off x="786384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Oval 1640"/>
          <p:cNvSpPr/>
          <p:nvPr/>
        </p:nvSpPr>
        <p:spPr>
          <a:xfrm>
            <a:off x="786384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Oval 1641"/>
          <p:cNvSpPr/>
          <p:nvPr/>
        </p:nvSpPr>
        <p:spPr>
          <a:xfrm>
            <a:off x="786384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Oval 1642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Oval 1643"/>
          <p:cNvSpPr/>
          <p:nvPr/>
        </p:nvSpPr>
        <p:spPr>
          <a:xfrm>
            <a:off x="786384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Oval 1644"/>
          <p:cNvSpPr/>
          <p:nvPr/>
        </p:nvSpPr>
        <p:spPr>
          <a:xfrm>
            <a:off x="786384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Oval 1645"/>
          <p:cNvSpPr/>
          <p:nvPr/>
        </p:nvSpPr>
        <p:spPr>
          <a:xfrm>
            <a:off x="786384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Oval 1646"/>
          <p:cNvSpPr/>
          <p:nvPr/>
        </p:nvSpPr>
        <p:spPr>
          <a:xfrm>
            <a:off x="786384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Oval 1647"/>
          <p:cNvSpPr/>
          <p:nvPr/>
        </p:nvSpPr>
        <p:spPr>
          <a:xfrm>
            <a:off x="786384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Oval 1648"/>
          <p:cNvSpPr/>
          <p:nvPr/>
        </p:nvSpPr>
        <p:spPr>
          <a:xfrm>
            <a:off x="786384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Oval 1649"/>
          <p:cNvSpPr/>
          <p:nvPr/>
        </p:nvSpPr>
        <p:spPr>
          <a:xfrm>
            <a:off x="786384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Oval 1650"/>
          <p:cNvSpPr/>
          <p:nvPr/>
        </p:nvSpPr>
        <p:spPr>
          <a:xfrm>
            <a:off x="786384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Oval 1651"/>
          <p:cNvSpPr/>
          <p:nvPr/>
        </p:nvSpPr>
        <p:spPr>
          <a:xfrm>
            <a:off x="786384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Oval 1652"/>
          <p:cNvSpPr/>
          <p:nvPr/>
        </p:nvSpPr>
        <p:spPr>
          <a:xfrm>
            <a:off x="804672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Oval 1653"/>
          <p:cNvSpPr/>
          <p:nvPr/>
        </p:nvSpPr>
        <p:spPr>
          <a:xfrm>
            <a:off x="804672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Oval 1654"/>
          <p:cNvSpPr/>
          <p:nvPr/>
        </p:nvSpPr>
        <p:spPr>
          <a:xfrm>
            <a:off x="804672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Oval 1655"/>
          <p:cNvSpPr/>
          <p:nvPr/>
        </p:nvSpPr>
        <p:spPr>
          <a:xfrm>
            <a:off x="804672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Oval 1656"/>
          <p:cNvSpPr/>
          <p:nvPr/>
        </p:nvSpPr>
        <p:spPr>
          <a:xfrm>
            <a:off x="804672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Oval 1657"/>
          <p:cNvSpPr/>
          <p:nvPr/>
        </p:nvSpPr>
        <p:spPr>
          <a:xfrm>
            <a:off x="804672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Oval 1658"/>
          <p:cNvSpPr/>
          <p:nvPr/>
        </p:nvSpPr>
        <p:spPr>
          <a:xfrm>
            <a:off x="804672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Oval 1659"/>
          <p:cNvSpPr/>
          <p:nvPr/>
        </p:nvSpPr>
        <p:spPr>
          <a:xfrm>
            <a:off x="804672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Oval 1660"/>
          <p:cNvSpPr/>
          <p:nvPr/>
        </p:nvSpPr>
        <p:spPr>
          <a:xfrm>
            <a:off x="804672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Oval 1661"/>
          <p:cNvSpPr/>
          <p:nvPr/>
        </p:nvSpPr>
        <p:spPr>
          <a:xfrm>
            <a:off x="804672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Oval 1662"/>
          <p:cNvSpPr/>
          <p:nvPr/>
        </p:nvSpPr>
        <p:spPr>
          <a:xfrm>
            <a:off x="804672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Oval 1663"/>
          <p:cNvSpPr/>
          <p:nvPr/>
        </p:nvSpPr>
        <p:spPr>
          <a:xfrm>
            <a:off x="804672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Oval 1664"/>
          <p:cNvSpPr/>
          <p:nvPr/>
        </p:nvSpPr>
        <p:spPr>
          <a:xfrm>
            <a:off x="804672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Oval 1665"/>
          <p:cNvSpPr/>
          <p:nvPr/>
        </p:nvSpPr>
        <p:spPr>
          <a:xfrm>
            <a:off x="804672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Oval 1666"/>
          <p:cNvSpPr/>
          <p:nvPr/>
        </p:nvSpPr>
        <p:spPr>
          <a:xfrm>
            <a:off x="804672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Oval 1667"/>
          <p:cNvSpPr/>
          <p:nvPr/>
        </p:nvSpPr>
        <p:spPr>
          <a:xfrm>
            <a:off x="804672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Oval 1668"/>
          <p:cNvSpPr/>
          <p:nvPr/>
        </p:nvSpPr>
        <p:spPr>
          <a:xfrm>
            <a:off x="804672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Oval 1669"/>
          <p:cNvSpPr/>
          <p:nvPr/>
        </p:nvSpPr>
        <p:spPr>
          <a:xfrm>
            <a:off x="804672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Oval 1670"/>
          <p:cNvSpPr/>
          <p:nvPr/>
        </p:nvSpPr>
        <p:spPr>
          <a:xfrm>
            <a:off x="804672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Oval 1671"/>
          <p:cNvSpPr/>
          <p:nvPr/>
        </p:nvSpPr>
        <p:spPr>
          <a:xfrm>
            <a:off x="804672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Oval 1672"/>
          <p:cNvSpPr/>
          <p:nvPr/>
        </p:nvSpPr>
        <p:spPr>
          <a:xfrm>
            <a:off x="804672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Oval 1673"/>
          <p:cNvSpPr/>
          <p:nvPr/>
        </p:nvSpPr>
        <p:spPr>
          <a:xfrm>
            <a:off x="804672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Oval 1674"/>
          <p:cNvSpPr/>
          <p:nvPr/>
        </p:nvSpPr>
        <p:spPr>
          <a:xfrm>
            <a:off x="804672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Oval 1675"/>
          <p:cNvSpPr/>
          <p:nvPr/>
        </p:nvSpPr>
        <p:spPr>
          <a:xfrm>
            <a:off x="804672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Oval 1676"/>
          <p:cNvSpPr/>
          <p:nvPr/>
        </p:nvSpPr>
        <p:spPr>
          <a:xfrm>
            <a:off x="804672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Oval 1677"/>
          <p:cNvSpPr/>
          <p:nvPr/>
        </p:nvSpPr>
        <p:spPr>
          <a:xfrm>
            <a:off x="804672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Oval 1678"/>
          <p:cNvSpPr/>
          <p:nvPr/>
        </p:nvSpPr>
        <p:spPr>
          <a:xfrm>
            <a:off x="804672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Oval 1679"/>
          <p:cNvSpPr/>
          <p:nvPr/>
        </p:nvSpPr>
        <p:spPr>
          <a:xfrm>
            <a:off x="804672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Oval 1680"/>
          <p:cNvSpPr/>
          <p:nvPr/>
        </p:nvSpPr>
        <p:spPr>
          <a:xfrm>
            <a:off x="804672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Oval 1681"/>
          <p:cNvSpPr/>
          <p:nvPr/>
        </p:nvSpPr>
        <p:spPr>
          <a:xfrm>
            <a:off x="804672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Oval 1682"/>
          <p:cNvSpPr/>
          <p:nvPr/>
        </p:nvSpPr>
        <p:spPr>
          <a:xfrm>
            <a:off x="804672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Oval 1683"/>
          <p:cNvSpPr/>
          <p:nvPr/>
        </p:nvSpPr>
        <p:spPr>
          <a:xfrm>
            <a:off x="804672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Oval 1684"/>
          <p:cNvSpPr/>
          <p:nvPr/>
        </p:nvSpPr>
        <p:spPr>
          <a:xfrm>
            <a:off x="804672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Oval 1685"/>
          <p:cNvSpPr/>
          <p:nvPr/>
        </p:nvSpPr>
        <p:spPr>
          <a:xfrm>
            <a:off x="804672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Oval 1686"/>
          <p:cNvSpPr/>
          <p:nvPr/>
        </p:nvSpPr>
        <p:spPr>
          <a:xfrm>
            <a:off x="804672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Oval 1687"/>
          <p:cNvSpPr/>
          <p:nvPr/>
        </p:nvSpPr>
        <p:spPr>
          <a:xfrm>
            <a:off x="804672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Oval 1688"/>
          <p:cNvSpPr/>
          <p:nvPr/>
        </p:nvSpPr>
        <p:spPr>
          <a:xfrm>
            <a:off x="804672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Oval 1689"/>
          <p:cNvSpPr/>
          <p:nvPr/>
        </p:nvSpPr>
        <p:spPr>
          <a:xfrm>
            <a:off x="804672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Oval 1690"/>
          <p:cNvSpPr/>
          <p:nvPr/>
        </p:nvSpPr>
        <p:spPr>
          <a:xfrm>
            <a:off x="8229600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Oval 1691"/>
          <p:cNvSpPr/>
          <p:nvPr/>
        </p:nvSpPr>
        <p:spPr>
          <a:xfrm>
            <a:off x="8229600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Oval 1692"/>
          <p:cNvSpPr/>
          <p:nvPr/>
        </p:nvSpPr>
        <p:spPr>
          <a:xfrm>
            <a:off x="82296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Oval 1693"/>
          <p:cNvSpPr/>
          <p:nvPr/>
        </p:nvSpPr>
        <p:spPr>
          <a:xfrm>
            <a:off x="8229600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Oval 1694"/>
          <p:cNvSpPr/>
          <p:nvPr/>
        </p:nvSpPr>
        <p:spPr>
          <a:xfrm>
            <a:off x="8229600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Oval 1695"/>
          <p:cNvSpPr/>
          <p:nvPr/>
        </p:nvSpPr>
        <p:spPr>
          <a:xfrm>
            <a:off x="8229600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Oval 1696"/>
          <p:cNvSpPr/>
          <p:nvPr/>
        </p:nvSpPr>
        <p:spPr>
          <a:xfrm>
            <a:off x="8229600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Oval 1697"/>
          <p:cNvSpPr/>
          <p:nvPr/>
        </p:nvSpPr>
        <p:spPr>
          <a:xfrm>
            <a:off x="8229600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Oval 1698"/>
          <p:cNvSpPr/>
          <p:nvPr/>
        </p:nvSpPr>
        <p:spPr>
          <a:xfrm>
            <a:off x="8229600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Oval 1699"/>
          <p:cNvSpPr/>
          <p:nvPr/>
        </p:nvSpPr>
        <p:spPr>
          <a:xfrm>
            <a:off x="8229600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Oval 1700"/>
          <p:cNvSpPr/>
          <p:nvPr/>
        </p:nvSpPr>
        <p:spPr>
          <a:xfrm>
            <a:off x="8229600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Oval 1701"/>
          <p:cNvSpPr/>
          <p:nvPr/>
        </p:nvSpPr>
        <p:spPr>
          <a:xfrm>
            <a:off x="8229600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Oval 1702"/>
          <p:cNvSpPr/>
          <p:nvPr/>
        </p:nvSpPr>
        <p:spPr>
          <a:xfrm>
            <a:off x="82296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Oval 1703"/>
          <p:cNvSpPr/>
          <p:nvPr/>
        </p:nvSpPr>
        <p:spPr>
          <a:xfrm>
            <a:off x="8229600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Oval 1704"/>
          <p:cNvSpPr/>
          <p:nvPr/>
        </p:nvSpPr>
        <p:spPr>
          <a:xfrm>
            <a:off x="8229600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Oval 1705"/>
          <p:cNvSpPr/>
          <p:nvPr/>
        </p:nvSpPr>
        <p:spPr>
          <a:xfrm>
            <a:off x="8229600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Oval 1706"/>
          <p:cNvSpPr/>
          <p:nvPr/>
        </p:nvSpPr>
        <p:spPr>
          <a:xfrm>
            <a:off x="8229600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Oval 1707"/>
          <p:cNvSpPr/>
          <p:nvPr/>
        </p:nvSpPr>
        <p:spPr>
          <a:xfrm>
            <a:off x="82296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Oval 1708"/>
          <p:cNvSpPr/>
          <p:nvPr/>
        </p:nvSpPr>
        <p:spPr>
          <a:xfrm>
            <a:off x="8229600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Oval 1709"/>
          <p:cNvSpPr/>
          <p:nvPr/>
        </p:nvSpPr>
        <p:spPr>
          <a:xfrm>
            <a:off x="8229600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Oval 1710"/>
          <p:cNvSpPr/>
          <p:nvPr/>
        </p:nvSpPr>
        <p:spPr>
          <a:xfrm>
            <a:off x="8229600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Oval 1711"/>
          <p:cNvSpPr/>
          <p:nvPr/>
        </p:nvSpPr>
        <p:spPr>
          <a:xfrm>
            <a:off x="8229600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Oval 1712"/>
          <p:cNvSpPr/>
          <p:nvPr/>
        </p:nvSpPr>
        <p:spPr>
          <a:xfrm>
            <a:off x="82296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Oval 1713"/>
          <p:cNvSpPr/>
          <p:nvPr/>
        </p:nvSpPr>
        <p:spPr>
          <a:xfrm>
            <a:off x="8229600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Oval 1714"/>
          <p:cNvSpPr/>
          <p:nvPr/>
        </p:nvSpPr>
        <p:spPr>
          <a:xfrm>
            <a:off x="8229600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Oval 1715"/>
          <p:cNvSpPr/>
          <p:nvPr/>
        </p:nvSpPr>
        <p:spPr>
          <a:xfrm>
            <a:off x="8229600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Oval 1716"/>
          <p:cNvSpPr/>
          <p:nvPr/>
        </p:nvSpPr>
        <p:spPr>
          <a:xfrm>
            <a:off x="8229600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Oval 1717"/>
          <p:cNvSpPr/>
          <p:nvPr/>
        </p:nvSpPr>
        <p:spPr>
          <a:xfrm>
            <a:off x="82296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Oval 1718"/>
          <p:cNvSpPr/>
          <p:nvPr/>
        </p:nvSpPr>
        <p:spPr>
          <a:xfrm>
            <a:off x="8229600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Oval 1719"/>
          <p:cNvSpPr/>
          <p:nvPr/>
        </p:nvSpPr>
        <p:spPr>
          <a:xfrm>
            <a:off x="8229600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Oval 1720"/>
          <p:cNvSpPr/>
          <p:nvPr/>
        </p:nvSpPr>
        <p:spPr>
          <a:xfrm>
            <a:off x="8229600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Oval 1721"/>
          <p:cNvSpPr/>
          <p:nvPr/>
        </p:nvSpPr>
        <p:spPr>
          <a:xfrm>
            <a:off x="8229600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Oval 1722"/>
          <p:cNvSpPr/>
          <p:nvPr/>
        </p:nvSpPr>
        <p:spPr>
          <a:xfrm>
            <a:off x="82296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Oval 1723"/>
          <p:cNvSpPr/>
          <p:nvPr/>
        </p:nvSpPr>
        <p:spPr>
          <a:xfrm>
            <a:off x="8229600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Oval 1724"/>
          <p:cNvSpPr/>
          <p:nvPr/>
        </p:nvSpPr>
        <p:spPr>
          <a:xfrm>
            <a:off x="8229600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Oval 1725"/>
          <p:cNvSpPr/>
          <p:nvPr/>
        </p:nvSpPr>
        <p:spPr>
          <a:xfrm>
            <a:off x="8229600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Oval 1726"/>
          <p:cNvSpPr/>
          <p:nvPr/>
        </p:nvSpPr>
        <p:spPr>
          <a:xfrm>
            <a:off x="8229600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Oval 1727"/>
          <p:cNvSpPr/>
          <p:nvPr/>
        </p:nvSpPr>
        <p:spPr>
          <a:xfrm>
            <a:off x="841248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Oval 1728"/>
          <p:cNvSpPr/>
          <p:nvPr/>
        </p:nvSpPr>
        <p:spPr>
          <a:xfrm>
            <a:off x="8412480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Oval 1729"/>
          <p:cNvSpPr/>
          <p:nvPr/>
        </p:nvSpPr>
        <p:spPr>
          <a:xfrm>
            <a:off x="8412480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Oval 1730"/>
          <p:cNvSpPr/>
          <p:nvPr/>
        </p:nvSpPr>
        <p:spPr>
          <a:xfrm>
            <a:off x="8412480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Oval 1731"/>
          <p:cNvSpPr/>
          <p:nvPr/>
        </p:nvSpPr>
        <p:spPr>
          <a:xfrm>
            <a:off x="8412480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Oval 1732"/>
          <p:cNvSpPr/>
          <p:nvPr/>
        </p:nvSpPr>
        <p:spPr>
          <a:xfrm>
            <a:off x="841248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Oval 1733"/>
          <p:cNvSpPr/>
          <p:nvPr/>
        </p:nvSpPr>
        <p:spPr>
          <a:xfrm>
            <a:off x="8412480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Oval 1734"/>
          <p:cNvSpPr/>
          <p:nvPr/>
        </p:nvSpPr>
        <p:spPr>
          <a:xfrm>
            <a:off x="8412480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Oval 1735"/>
          <p:cNvSpPr/>
          <p:nvPr/>
        </p:nvSpPr>
        <p:spPr>
          <a:xfrm>
            <a:off x="8412480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Oval 1736"/>
          <p:cNvSpPr/>
          <p:nvPr/>
        </p:nvSpPr>
        <p:spPr>
          <a:xfrm>
            <a:off x="8412480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Oval 1737"/>
          <p:cNvSpPr/>
          <p:nvPr/>
        </p:nvSpPr>
        <p:spPr>
          <a:xfrm>
            <a:off x="8412480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Oval 1738"/>
          <p:cNvSpPr/>
          <p:nvPr/>
        </p:nvSpPr>
        <p:spPr>
          <a:xfrm>
            <a:off x="8412480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Oval 1739"/>
          <p:cNvSpPr/>
          <p:nvPr/>
        </p:nvSpPr>
        <p:spPr>
          <a:xfrm>
            <a:off x="8412480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Oval 1740"/>
          <p:cNvSpPr/>
          <p:nvPr/>
        </p:nvSpPr>
        <p:spPr>
          <a:xfrm>
            <a:off x="8412480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Oval 1741"/>
          <p:cNvSpPr/>
          <p:nvPr/>
        </p:nvSpPr>
        <p:spPr>
          <a:xfrm>
            <a:off x="8412480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Oval 1742"/>
          <p:cNvSpPr/>
          <p:nvPr/>
        </p:nvSpPr>
        <p:spPr>
          <a:xfrm>
            <a:off x="841248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Oval 1743"/>
          <p:cNvSpPr/>
          <p:nvPr/>
        </p:nvSpPr>
        <p:spPr>
          <a:xfrm>
            <a:off x="8412480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Oval 1744"/>
          <p:cNvSpPr/>
          <p:nvPr/>
        </p:nvSpPr>
        <p:spPr>
          <a:xfrm>
            <a:off x="8412480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Oval 1745"/>
          <p:cNvSpPr/>
          <p:nvPr/>
        </p:nvSpPr>
        <p:spPr>
          <a:xfrm>
            <a:off x="8412480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Oval 1746"/>
          <p:cNvSpPr/>
          <p:nvPr/>
        </p:nvSpPr>
        <p:spPr>
          <a:xfrm>
            <a:off x="8412480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Oval 1747"/>
          <p:cNvSpPr/>
          <p:nvPr/>
        </p:nvSpPr>
        <p:spPr>
          <a:xfrm>
            <a:off x="841248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Oval 1748"/>
          <p:cNvSpPr/>
          <p:nvPr/>
        </p:nvSpPr>
        <p:spPr>
          <a:xfrm>
            <a:off x="8412480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Oval 1749"/>
          <p:cNvSpPr/>
          <p:nvPr/>
        </p:nvSpPr>
        <p:spPr>
          <a:xfrm>
            <a:off x="8412480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Oval 1750"/>
          <p:cNvSpPr/>
          <p:nvPr/>
        </p:nvSpPr>
        <p:spPr>
          <a:xfrm>
            <a:off x="8412480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Oval 1751"/>
          <p:cNvSpPr/>
          <p:nvPr/>
        </p:nvSpPr>
        <p:spPr>
          <a:xfrm>
            <a:off x="8412480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Oval 1752"/>
          <p:cNvSpPr/>
          <p:nvPr/>
        </p:nvSpPr>
        <p:spPr>
          <a:xfrm>
            <a:off x="841248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Oval 1753"/>
          <p:cNvSpPr/>
          <p:nvPr/>
        </p:nvSpPr>
        <p:spPr>
          <a:xfrm>
            <a:off x="8412480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Oval 1754"/>
          <p:cNvSpPr/>
          <p:nvPr/>
        </p:nvSpPr>
        <p:spPr>
          <a:xfrm>
            <a:off x="8412480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Oval 1755"/>
          <p:cNvSpPr/>
          <p:nvPr/>
        </p:nvSpPr>
        <p:spPr>
          <a:xfrm>
            <a:off x="8412480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Oval 1756"/>
          <p:cNvSpPr/>
          <p:nvPr/>
        </p:nvSpPr>
        <p:spPr>
          <a:xfrm>
            <a:off x="8412480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Oval 1757"/>
          <p:cNvSpPr/>
          <p:nvPr/>
        </p:nvSpPr>
        <p:spPr>
          <a:xfrm>
            <a:off x="841248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Oval 1758"/>
          <p:cNvSpPr/>
          <p:nvPr/>
        </p:nvSpPr>
        <p:spPr>
          <a:xfrm>
            <a:off x="8412480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Oval 1759"/>
          <p:cNvSpPr/>
          <p:nvPr/>
        </p:nvSpPr>
        <p:spPr>
          <a:xfrm>
            <a:off x="8412480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Oval 1760"/>
          <p:cNvSpPr/>
          <p:nvPr/>
        </p:nvSpPr>
        <p:spPr>
          <a:xfrm>
            <a:off x="8412480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Oval 1761"/>
          <p:cNvSpPr/>
          <p:nvPr/>
        </p:nvSpPr>
        <p:spPr>
          <a:xfrm>
            <a:off x="8412480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Oval 1762"/>
          <p:cNvSpPr/>
          <p:nvPr/>
        </p:nvSpPr>
        <p:spPr>
          <a:xfrm>
            <a:off x="841248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Oval 1763"/>
          <p:cNvSpPr/>
          <p:nvPr/>
        </p:nvSpPr>
        <p:spPr>
          <a:xfrm>
            <a:off x="8412480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Oval 1764"/>
          <p:cNvSpPr/>
          <p:nvPr/>
        </p:nvSpPr>
        <p:spPr>
          <a:xfrm>
            <a:off x="8412480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Oval 1765"/>
          <p:cNvSpPr/>
          <p:nvPr/>
        </p:nvSpPr>
        <p:spPr>
          <a:xfrm>
            <a:off x="8595359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Oval 1766"/>
          <p:cNvSpPr/>
          <p:nvPr/>
        </p:nvSpPr>
        <p:spPr>
          <a:xfrm>
            <a:off x="8595359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Oval 1767"/>
          <p:cNvSpPr/>
          <p:nvPr/>
        </p:nvSpPr>
        <p:spPr>
          <a:xfrm>
            <a:off x="8595359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Oval 1768"/>
          <p:cNvSpPr/>
          <p:nvPr/>
        </p:nvSpPr>
        <p:spPr>
          <a:xfrm>
            <a:off x="8595359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Oval 1769"/>
          <p:cNvSpPr/>
          <p:nvPr/>
        </p:nvSpPr>
        <p:spPr>
          <a:xfrm>
            <a:off x="8595359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Oval 1770"/>
          <p:cNvSpPr/>
          <p:nvPr/>
        </p:nvSpPr>
        <p:spPr>
          <a:xfrm>
            <a:off x="8595359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Oval 1771"/>
          <p:cNvSpPr/>
          <p:nvPr/>
        </p:nvSpPr>
        <p:spPr>
          <a:xfrm>
            <a:off x="8595359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Oval 1772"/>
          <p:cNvSpPr/>
          <p:nvPr/>
        </p:nvSpPr>
        <p:spPr>
          <a:xfrm>
            <a:off x="8595359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Oval 1773"/>
          <p:cNvSpPr/>
          <p:nvPr/>
        </p:nvSpPr>
        <p:spPr>
          <a:xfrm>
            <a:off x="8595359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Oval 1774"/>
          <p:cNvSpPr/>
          <p:nvPr/>
        </p:nvSpPr>
        <p:spPr>
          <a:xfrm>
            <a:off x="8595359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Oval 1775"/>
          <p:cNvSpPr/>
          <p:nvPr/>
        </p:nvSpPr>
        <p:spPr>
          <a:xfrm>
            <a:off x="8595359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Oval 1776"/>
          <p:cNvSpPr/>
          <p:nvPr/>
        </p:nvSpPr>
        <p:spPr>
          <a:xfrm>
            <a:off x="8595359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Oval 1777"/>
          <p:cNvSpPr/>
          <p:nvPr/>
        </p:nvSpPr>
        <p:spPr>
          <a:xfrm>
            <a:off x="8595359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Oval 1778"/>
          <p:cNvSpPr/>
          <p:nvPr/>
        </p:nvSpPr>
        <p:spPr>
          <a:xfrm>
            <a:off x="8595359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Oval 1779"/>
          <p:cNvSpPr/>
          <p:nvPr/>
        </p:nvSpPr>
        <p:spPr>
          <a:xfrm>
            <a:off x="8595359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Oval 1780"/>
          <p:cNvSpPr/>
          <p:nvPr/>
        </p:nvSpPr>
        <p:spPr>
          <a:xfrm>
            <a:off x="8595359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Oval 1781"/>
          <p:cNvSpPr/>
          <p:nvPr/>
        </p:nvSpPr>
        <p:spPr>
          <a:xfrm>
            <a:off x="8595359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Oval 1782"/>
          <p:cNvSpPr/>
          <p:nvPr/>
        </p:nvSpPr>
        <p:spPr>
          <a:xfrm>
            <a:off x="8595359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Oval 1783"/>
          <p:cNvSpPr/>
          <p:nvPr/>
        </p:nvSpPr>
        <p:spPr>
          <a:xfrm>
            <a:off x="8595359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Oval 1784"/>
          <p:cNvSpPr/>
          <p:nvPr/>
        </p:nvSpPr>
        <p:spPr>
          <a:xfrm>
            <a:off x="8595359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Oval 1785"/>
          <p:cNvSpPr/>
          <p:nvPr/>
        </p:nvSpPr>
        <p:spPr>
          <a:xfrm>
            <a:off x="8595359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Oval 1786"/>
          <p:cNvSpPr/>
          <p:nvPr/>
        </p:nvSpPr>
        <p:spPr>
          <a:xfrm>
            <a:off x="8595359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Oval 1787"/>
          <p:cNvSpPr/>
          <p:nvPr/>
        </p:nvSpPr>
        <p:spPr>
          <a:xfrm>
            <a:off x="8595359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Oval 1788"/>
          <p:cNvSpPr/>
          <p:nvPr/>
        </p:nvSpPr>
        <p:spPr>
          <a:xfrm>
            <a:off x="8595359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Oval 1789"/>
          <p:cNvSpPr/>
          <p:nvPr/>
        </p:nvSpPr>
        <p:spPr>
          <a:xfrm>
            <a:off x="8595359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Oval 1790"/>
          <p:cNvSpPr/>
          <p:nvPr/>
        </p:nvSpPr>
        <p:spPr>
          <a:xfrm>
            <a:off x="8595359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Oval 1791"/>
          <p:cNvSpPr/>
          <p:nvPr/>
        </p:nvSpPr>
        <p:spPr>
          <a:xfrm>
            <a:off x="8595359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Oval 1792"/>
          <p:cNvSpPr/>
          <p:nvPr/>
        </p:nvSpPr>
        <p:spPr>
          <a:xfrm>
            <a:off x="8595359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Oval 1793"/>
          <p:cNvSpPr/>
          <p:nvPr/>
        </p:nvSpPr>
        <p:spPr>
          <a:xfrm>
            <a:off x="8595359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Oval 1794"/>
          <p:cNvSpPr/>
          <p:nvPr/>
        </p:nvSpPr>
        <p:spPr>
          <a:xfrm>
            <a:off x="8595359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Oval 1795"/>
          <p:cNvSpPr/>
          <p:nvPr/>
        </p:nvSpPr>
        <p:spPr>
          <a:xfrm>
            <a:off x="8595359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Oval 1796"/>
          <p:cNvSpPr/>
          <p:nvPr/>
        </p:nvSpPr>
        <p:spPr>
          <a:xfrm>
            <a:off x="8595359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Oval 1797"/>
          <p:cNvSpPr/>
          <p:nvPr/>
        </p:nvSpPr>
        <p:spPr>
          <a:xfrm>
            <a:off x="8595359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Oval 1798"/>
          <p:cNvSpPr/>
          <p:nvPr/>
        </p:nvSpPr>
        <p:spPr>
          <a:xfrm>
            <a:off x="8595359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Oval 1799"/>
          <p:cNvSpPr/>
          <p:nvPr/>
        </p:nvSpPr>
        <p:spPr>
          <a:xfrm>
            <a:off x="8595359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Oval 1800"/>
          <p:cNvSpPr/>
          <p:nvPr/>
        </p:nvSpPr>
        <p:spPr>
          <a:xfrm>
            <a:off x="8595359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Oval 1801"/>
          <p:cNvSpPr/>
          <p:nvPr/>
        </p:nvSpPr>
        <p:spPr>
          <a:xfrm>
            <a:off x="8595359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Oval 1802"/>
          <p:cNvSpPr/>
          <p:nvPr/>
        </p:nvSpPr>
        <p:spPr>
          <a:xfrm>
            <a:off x="8778239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Oval 1803"/>
          <p:cNvSpPr/>
          <p:nvPr/>
        </p:nvSpPr>
        <p:spPr>
          <a:xfrm>
            <a:off x="8778239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Oval 1804"/>
          <p:cNvSpPr/>
          <p:nvPr/>
        </p:nvSpPr>
        <p:spPr>
          <a:xfrm>
            <a:off x="8778239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Oval 1805"/>
          <p:cNvSpPr/>
          <p:nvPr/>
        </p:nvSpPr>
        <p:spPr>
          <a:xfrm>
            <a:off x="8778239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Oval 1806"/>
          <p:cNvSpPr/>
          <p:nvPr/>
        </p:nvSpPr>
        <p:spPr>
          <a:xfrm>
            <a:off x="8778239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8" name="Oval 1807"/>
          <p:cNvSpPr/>
          <p:nvPr/>
        </p:nvSpPr>
        <p:spPr>
          <a:xfrm>
            <a:off x="8778239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9" name="Oval 1808"/>
          <p:cNvSpPr/>
          <p:nvPr/>
        </p:nvSpPr>
        <p:spPr>
          <a:xfrm>
            <a:off x="8778239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Oval 1809"/>
          <p:cNvSpPr/>
          <p:nvPr/>
        </p:nvSpPr>
        <p:spPr>
          <a:xfrm>
            <a:off x="8778239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1" name="Oval 1810"/>
          <p:cNvSpPr/>
          <p:nvPr/>
        </p:nvSpPr>
        <p:spPr>
          <a:xfrm>
            <a:off x="8778239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" name="Oval 1811"/>
          <p:cNvSpPr/>
          <p:nvPr/>
        </p:nvSpPr>
        <p:spPr>
          <a:xfrm>
            <a:off x="8778239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Oval 1812"/>
          <p:cNvSpPr/>
          <p:nvPr/>
        </p:nvSpPr>
        <p:spPr>
          <a:xfrm>
            <a:off x="8778239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4" name="Oval 1813"/>
          <p:cNvSpPr/>
          <p:nvPr/>
        </p:nvSpPr>
        <p:spPr>
          <a:xfrm>
            <a:off x="8778239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5" name="Oval 1814"/>
          <p:cNvSpPr/>
          <p:nvPr/>
        </p:nvSpPr>
        <p:spPr>
          <a:xfrm>
            <a:off x="8778239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Oval 1815"/>
          <p:cNvSpPr/>
          <p:nvPr/>
        </p:nvSpPr>
        <p:spPr>
          <a:xfrm>
            <a:off x="8778239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7" name="Oval 1816"/>
          <p:cNvSpPr/>
          <p:nvPr/>
        </p:nvSpPr>
        <p:spPr>
          <a:xfrm>
            <a:off x="8778239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Oval 1817"/>
          <p:cNvSpPr/>
          <p:nvPr/>
        </p:nvSpPr>
        <p:spPr>
          <a:xfrm>
            <a:off x="8778239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Oval 1818"/>
          <p:cNvSpPr/>
          <p:nvPr/>
        </p:nvSpPr>
        <p:spPr>
          <a:xfrm>
            <a:off x="8778239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0" name="Oval 1819"/>
          <p:cNvSpPr/>
          <p:nvPr/>
        </p:nvSpPr>
        <p:spPr>
          <a:xfrm>
            <a:off x="8778239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Oval 1820"/>
          <p:cNvSpPr/>
          <p:nvPr/>
        </p:nvSpPr>
        <p:spPr>
          <a:xfrm>
            <a:off x="8778239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Oval 1821"/>
          <p:cNvSpPr/>
          <p:nvPr/>
        </p:nvSpPr>
        <p:spPr>
          <a:xfrm>
            <a:off x="8778239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3" name="Oval 1822"/>
          <p:cNvSpPr/>
          <p:nvPr/>
        </p:nvSpPr>
        <p:spPr>
          <a:xfrm>
            <a:off x="8778239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Oval 1823"/>
          <p:cNvSpPr/>
          <p:nvPr/>
        </p:nvSpPr>
        <p:spPr>
          <a:xfrm>
            <a:off x="8778239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Oval 1824"/>
          <p:cNvSpPr/>
          <p:nvPr/>
        </p:nvSpPr>
        <p:spPr>
          <a:xfrm>
            <a:off x="8778239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6" name="Oval 1825"/>
          <p:cNvSpPr/>
          <p:nvPr/>
        </p:nvSpPr>
        <p:spPr>
          <a:xfrm>
            <a:off x="8778239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Oval 1826"/>
          <p:cNvSpPr/>
          <p:nvPr/>
        </p:nvSpPr>
        <p:spPr>
          <a:xfrm>
            <a:off x="8778239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Oval 1827"/>
          <p:cNvSpPr/>
          <p:nvPr/>
        </p:nvSpPr>
        <p:spPr>
          <a:xfrm>
            <a:off x="8778239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9" name="Oval 1828"/>
          <p:cNvSpPr/>
          <p:nvPr/>
        </p:nvSpPr>
        <p:spPr>
          <a:xfrm>
            <a:off x="8778239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Oval 1829"/>
          <p:cNvSpPr/>
          <p:nvPr/>
        </p:nvSpPr>
        <p:spPr>
          <a:xfrm>
            <a:off x="8778239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Oval 1830"/>
          <p:cNvSpPr/>
          <p:nvPr/>
        </p:nvSpPr>
        <p:spPr>
          <a:xfrm>
            <a:off x="8778239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2" name="Oval 1831"/>
          <p:cNvSpPr/>
          <p:nvPr/>
        </p:nvSpPr>
        <p:spPr>
          <a:xfrm>
            <a:off x="8778239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Oval 1832"/>
          <p:cNvSpPr/>
          <p:nvPr/>
        </p:nvSpPr>
        <p:spPr>
          <a:xfrm>
            <a:off x="8778239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Oval 1833"/>
          <p:cNvSpPr/>
          <p:nvPr/>
        </p:nvSpPr>
        <p:spPr>
          <a:xfrm>
            <a:off x="8778239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5" name="Oval 1834"/>
          <p:cNvSpPr/>
          <p:nvPr/>
        </p:nvSpPr>
        <p:spPr>
          <a:xfrm>
            <a:off x="8778239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6" name="Oval 1835"/>
          <p:cNvSpPr/>
          <p:nvPr/>
        </p:nvSpPr>
        <p:spPr>
          <a:xfrm>
            <a:off x="8778239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Oval 1836"/>
          <p:cNvSpPr/>
          <p:nvPr/>
        </p:nvSpPr>
        <p:spPr>
          <a:xfrm>
            <a:off x="8778239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8" name="Oval 1837"/>
          <p:cNvSpPr/>
          <p:nvPr/>
        </p:nvSpPr>
        <p:spPr>
          <a:xfrm>
            <a:off x="8778239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9" name="Oval 1838"/>
          <p:cNvSpPr/>
          <p:nvPr/>
        </p:nvSpPr>
        <p:spPr>
          <a:xfrm>
            <a:off x="8778239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0" name="Oval 1839"/>
          <p:cNvSpPr/>
          <p:nvPr/>
        </p:nvSpPr>
        <p:spPr>
          <a:xfrm>
            <a:off x="8778239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1" name="Oval 1840"/>
          <p:cNvSpPr/>
          <p:nvPr/>
        </p:nvSpPr>
        <p:spPr>
          <a:xfrm>
            <a:off x="8961119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2" name="Oval 1841"/>
          <p:cNvSpPr/>
          <p:nvPr/>
        </p:nvSpPr>
        <p:spPr>
          <a:xfrm>
            <a:off x="8961119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3" name="Oval 1842"/>
          <p:cNvSpPr/>
          <p:nvPr/>
        </p:nvSpPr>
        <p:spPr>
          <a:xfrm>
            <a:off x="8961119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4" name="Oval 1843"/>
          <p:cNvSpPr/>
          <p:nvPr/>
        </p:nvSpPr>
        <p:spPr>
          <a:xfrm>
            <a:off x="8961119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5" name="Oval 1844"/>
          <p:cNvSpPr/>
          <p:nvPr/>
        </p:nvSpPr>
        <p:spPr>
          <a:xfrm>
            <a:off x="8961119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6" name="Oval 1845"/>
          <p:cNvSpPr/>
          <p:nvPr/>
        </p:nvSpPr>
        <p:spPr>
          <a:xfrm>
            <a:off x="8961119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7" name="Oval 1846"/>
          <p:cNvSpPr/>
          <p:nvPr/>
        </p:nvSpPr>
        <p:spPr>
          <a:xfrm>
            <a:off x="8961119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8" name="Oval 1847"/>
          <p:cNvSpPr/>
          <p:nvPr/>
        </p:nvSpPr>
        <p:spPr>
          <a:xfrm>
            <a:off x="8961119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9" name="Oval 1848"/>
          <p:cNvSpPr/>
          <p:nvPr/>
        </p:nvSpPr>
        <p:spPr>
          <a:xfrm>
            <a:off x="8961119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0" name="Oval 1849"/>
          <p:cNvSpPr/>
          <p:nvPr/>
        </p:nvSpPr>
        <p:spPr>
          <a:xfrm>
            <a:off x="8961119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1" name="Oval 1850"/>
          <p:cNvSpPr/>
          <p:nvPr/>
        </p:nvSpPr>
        <p:spPr>
          <a:xfrm>
            <a:off x="8961119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2" name="Oval 1851"/>
          <p:cNvSpPr/>
          <p:nvPr/>
        </p:nvSpPr>
        <p:spPr>
          <a:xfrm>
            <a:off x="8961119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3" name="Oval 1852"/>
          <p:cNvSpPr/>
          <p:nvPr/>
        </p:nvSpPr>
        <p:spPr>
          <a:xfrm>
            <a:off x="8961119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4" name="Oval 1853"/>
          <p:cNvSpPr/>
          <p:nvPr/>
        </p:nvSpPr>
        <p:spPr>
          <a:xfrm>
            <a:off x="8961119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Oval 1854"/>
          <p:cNvSpPr/>
          <p:nvPr/>
        </p:nvSpPr>
        <p:spPr>
          <a:xfrm>
            <a:off x="8961119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6" name="Oval 1855"/>
          <p:cNvSpPr/>
          <p:nvPr/>
        </p:nvSpPr>
        <p:spPr>
          <a:xfrm>
            <a:off x="8961119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7" name="Oval 1856"/>
          <p:cNvSpPr/>
          <p:nvPr/>
        </p:nvSpPr>
        <p:spPr>
          <a:xfrm>
            <a:off x="8961119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Oval 1857"/>
          <p:cNvSpPr/>
          <p:nvPr/>
        </p:nvSpPr>
        <p:spPr>
          <a:xfrm>
            <a:off x="8961119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9" name="Oval 1858"/>
          <p:cNvSpPr/>
          <p:nvPr/>
        </p:nvSpPr>
        <p:spPr>
          <a:xfrm>
            <a:off x="8961119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0" name="Oval 1859"/>
          <p:cNvSpPr/>
          <p:nvPr/>
        </p:nvSpPr>
        <p:spPr>
          <a:xfrm>
            <a:off x="8961119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Oval 1860"/>
          <p:cNvSpPr/>
          <p:nvPr/>
        </p:nvSpPr>
        <p:spPr>
          <a:xfrm>
            <a:off x="8961119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2" name="Oval 1861"/>
          <p:cNvSpPr/>
          <p:nvPr/>
        </p:nvSpPr>
        <p:spPr>
          <a:xfrm>
            <a:off x="8961119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3" name="Oval 1862"/>
          <p:cNvSpPr/>
          <p:nvPr/>
        </p:nvSpPr>
        <p:spPr>
          <a:xfrm>
            <a:off x="8961119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Oval 1863"/>
          <p:cNvSpPr/>
          <p:nvPr/>
        </p:nvSpPr>
        <p:spPr>
          <a:xfrm>
            <a:off x="8961119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5" name="Oval 1864"/>
          <p:cNvSpPr/>
          <p:nvPr/>
        </p:nvSpPr>
        <p:spPr>
          <a:xfrm>
            <a:off x="8961119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6" name="Oval 1865"/>
          <p:cNvSpPr/>
          <p:nvPr/>
        </p:nvSpPr>
        <p:spPr>
          <a:xfrm>
            <a:off x="8961119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Oval 1866"/>
          <p:cNvSpPr/>
          <p:nvPr/>
        </p:nvSpPr>
        <p:spPr>
          <a:xfrm>
            <a:off x="8961119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8" name="Oval 1867"/>
          <p:cNvSpPr/>
          <p:nvPr/>
        </p:nvSpPr>
        <p:spPr>
          <a:xfrm>
            <a:off x="8961119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9" name="Oval 1868"/>
          <p:cNvSpPr/>
          <p:nvPr/>
        </p:nvSpPr>
        <p:spPr>
          <a:xfrm>
            <a:off x="8961119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0" name="Oval 1869"/>
          <p:cNvSpPr/>
          <p:nvPr/>
        </p:nvSpPr>
        <p:spPr>
          <a:xfrm>
            <a:off x="8961119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1" name="Oval 1870"/>
          <p:cNvSpPr/>
          <p:nvPr/>
        </p:nvSpPr>
        <p:spPr>
          <a:xfrm>
            <a:off x="8961119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2" name="Oval 1871"/>
          <p:cNvSpPr/>
          <p:nvPr/>
        </p:nvSpPr>
        <p:spPr>
          <a:xfrm>
            <a:off x="8961119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Oval 1872"/>
          <p:cNvSpPr/>
          <p:nvPr/>
        </p:nvSpPr>
        <p:spPr>
          <a:xfrm>
            <a:off x="8961119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4" name="Oval 1873"/>
          <p:cNvSpPr/>
          <p:nvPr/>
        </p:nvSpPr>
        <p:spPr>
          <a:xfrm>
            <a:off x="8961119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5" name="Oval 1874"/>
          <p:cNvSpPr/>
          <p:nvPr/>
        </p:nvSpPr>
        <p:spPr>
          <a:xfrm>
            <a:off x="8961119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6" name="Oval 1875"/>
          <p:cNvSpPr/>
          <p:nvPr/>
        </p:nvSpPr>
        <p:spPr>
          <a:xfrm>
            <a:off x="8961119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7" name="Oval 1876"/>
          <p:cNvSpPr/>
          <p:nvPr/>
        </p:nvSpPr>
        <p:spPr>
          <a:xfrm>
            <a:off x="8961119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8" name="Oval 1877"/>
          <p:cNvSpPr/>
          <p:nvPr/>
        </p:nvSpPr>
        <p:spPr>
          <a:xfrm>
            <a:off x="9143999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9" name="Oval 1878"/>
          <p:cNvSpPr/>
          <p:nvPr/>
        </p:nvSpPr>
        <p:spPr>
          <a:xfrm>
            <a:off x="9143999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0" name="Oval 1879"/>
          <p:cNvSpPr/>
          <p:nvPr/>
        </p:nvSpPr>
        <p:spPr>
          <a:xfrm>
            <a:off x="9143999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1" name="Oval 1880"/>
          <p:cNvSpPr/>
          <p:nvPr/>
        </p:nvSpPr>
        <p:spPr>
          <a:xfrm>
            <a:off x="9143999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2" name="Oval 1881"/>
          <p:cNvSpPr/>
          <p:nvPr/>
        </p:nvSpPr>
        <p:spPr>
          <a:xfrm>
            <a:off x="9143999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3" name="Oval 1882"/>
          <p:cNvSpPr/>
          <p:nvPr/>
        </p:nvSpPr>
        <p:spPr>
          <a:xfrm>
            <a:off x="9143999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4" name="Oval 1883"/>
          <p:cNvSpPr/>
          <p:nvPr/>
        </p:nvSpPr>
        <p:spPr>
          <a:xfrm>
            <a:off x="9143999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5" name="Oval 1884"/>
          <p:cNvSpPr/>
          <p:nvPr/>
        </p:nvSpPr>
        <p:spPr>
          <a:xfrm>
            <a:off x="9143999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6" name="Oval 1885"/>
          <p:cNvSpPr/>
          <p:nvPr/>
        </p:nvSpPr>
        <p:spPr>
          <a:xfrm>
            <a:off x="9143999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7" name="Oval 1886"/>
          <p:cNvSpPr/>
          <p:nvPr/>
        </p:nvSpPr>
        <p:spPr>
          <a:xfrm>
            <a:off x="9143999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8" name="Oval 1887"/>
          <p:cNvSpPr/>
          <p:nvPr/>
        </p:nvSpPr>
        <p:spPr>
          <a:xfrm>
            <a:off x="9143999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9" name="Oval 1888"/>
          <p:cNvSpPr/>
          <p:nvPr/>
        </p:nvSpPr>
        <p:spPr>
          <a:xfrm>
            <a:off x="9143999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0" name="Oval 1889"/>
          <p:cNvSpPr/>
          <p:nvPr/>
        </p:nvSpPr>
        <p:spPr>
          <a:xfrm>
            <a:off x="9143999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1" name="Oval 1890"/>
          <p:cNvSpPr/>
          <p:nvPr/>
        </p:nvSpPr>
        <p:spPr>
          <a:xfrm>
            <a:off x="9143999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2" name="Oval 1891"/>
          <p:cNvSpPr/>
          <p:nvPr/>
        </p:nvSpPr>
        <p:spPr>
          <a:xfrm>
            <a:off x="9143999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Oval 1892"/>
          <p:cNvSpPr/>
          <p:nvPr/>
        </p:nvSpPr>
        <p:spPr>
          <a:xfrm>
            <a:off x="9143999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4" name="Oval 1893"/>
          <p:cNvSpPr/>
          <p:nvPr/>
        </p:nvSpPr>
        <p:spPr>
          <a:xfrm>
            <a:off x="9143999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5" name="Oval 1894"/>
          <p:cNvSpPr/>
          <p:nvPr/>
        </p:nvSpPr>
        <p:spPr>
          <a:xfrm>
            <a:off x="9143999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Oval 1895"/>
          <p:cNvSpPr/>
          <p:nvPr/>
        </p:nvSpPr>
        <p:spPr>
          <a:xfrm>
            <a:off x="9143999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7" name="Oval 1896"/>
          <p:cNvSpPr/>
          <p:nvPr/>
        </p:nvSpPr>
        <p:spPr>
          <a:xfrm>
            <a:off x="9143999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8" name="Oval 1897"/>
          <p:cNvSpPr/>
          <p:nvPr/>
        </p:nvSpPr>
        <p:spPr>
          <a:xfrm>
            <a:off x="9143999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Oval 1898"/>
          <p:cNvSpPr/>
          <p:nvPr/>
        </p:nvSpPr>
        <p:spPr>
          <a:xfrm>
            <a:off x="9143999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0" name="Oval 1899"/>
          <p:cNvSpPr/>
          <p:nvPr/>
        </p:nvSpPr>
        <p:spPr>
          <a:xfrm>
            <a:off x="9143999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1" name="Oval 1900"/>
          <p:cNvSpPr/>
          <p:nvPr/>
        </p:nvSpPr>
        <p:spPr>
          <a:xfrm>
            <a:off x="9143999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2" name="Oval 1901"/>
          <p:cNvSpPr/>
          <p:nvPr/>
        </p:nvSpPr>
        <p:spPr>
          <a:xfrm>
            <a:off x="9143999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3" name="Oval 1902"/>
          <p:cNvSpPr/>
          <p:nvPr/>
        </p:nvSpPr>
        <p:spPr>
          <a:xfrm>
            <a:off x="9143999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4" name="Oval 1903"/>
          <p:cNvSpPr/>
          <p:nvPr/>
        </p:nvSpPr>
        <p:spPr>
          <a:xfrm>
            <a:off x="9143999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5" name="Oval 1904"/>
          <p:cNvSpPr/>
          <p:nvPr/>
        </p:nvSpPr>
        <p:spPr>
          <a:xfrm>
            <a:off x="9143999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6" name="Oval 1905"/>
          <p:cNvSpPr/>
          <p:nvPr/>
        </p:nvSpPr>
        <p:spPr>
          <a:xfrm>
            <a:off x="9143999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7" name="Oval 1906"/>
          <p:cNvSpPr/>
          <p:nvPr/>
        </p:nvSpPr>
        <p:spPr>
          <a:xfrm>
            <a:off x="9143999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8" name="Oval 1907"/>
          <p:cNvSpPr/>
          <p:nvPr/>
        </p:nvSpPr>
        <p:spPr>
          <a:xfrm>
            <a:off x="9143999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9" name="Oval 1908"/>
          <p:cNvSpPr/>
          <p:nvPr/>
        </p:nvSpPr>
        <p:spPr>
          <a:xfrm>
            <a:off x="9143999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0" name="Oval 1909"/>
          <p:cNvSpPr/>
          <p:nvPr/>
        </p:nvSpPr>
        <p:spPr>
          <a:xfrm>
            <a:off x="9143999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1" name="Oval 1910"/>
          <p:cNvSpPr/>
          <p:nvPr/>
        </p:nvSpPr>
        <p:spPr>
          <a:xfrm>
            <a:off x="9143999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2" name="Oval 1911"/>
          <p:cNvSpPr/>
          <p:nvPr/>
        </p:nvSpPr>
        <p:spPr>
          <a:xfrm>
            <a:off x="9143999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3" name="Oval 1912"/>
          <p:cNvSpPr/>
          <p:nvPr/>
        </p:nvSpPr>
        <p:spPr>
          <a:xfrm>
            <a:off x="9143999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4" name="Oval 1913"/>
          <p:cNvSpPr/>
          <p:nvPr/>
        </p:nvSpPr>
        <p:spPr>
          <a:xfrm>
            <a:off x="9143999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5" name="Oval 1914"/>
          <p:cNvSpPr/>
          <p:nvPr/>
        </p:nvSpPr>
        <p:spPr>
          <a:xfrm>
            <a:off x="9143999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6" name="Oval 1915"/>
          <p:cNvSpPr/>
          <p:nvPr/>
        </p:nvSpPr>
        <p:spPr>
          <a:xfrm>
            <a:off x="9326879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7" name="Oval 1916"/>
          <p:cNvSpPr/>
          <p:nvPr/>
        </p:nvSpPr>
        <p:spPr>
          <a:xfrm>
            <a:off x="9326879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8" name="Oval 1917"/>
          <p:cNvSpPr/>
          <p:nvPr/>
        </p:nvSpPr>
        <p:spPr>
          <a:xfrm>
            <a:off x="9326879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9" name="Oval 1918"/>
          <p:cNvSpPr/>
          <p:nvPr/>
        </p:nvSpPr>
        <p:spPr>
          <a:xfrm>
            <a:off x="9326879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0" name="Oval 1919"/>
          <p:cNvSpPr/>
          <p:nvPr/>
        </p:nvSpPr>
        <p:spPr>
          <a:xfrm>
            <a:off x="9326879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1" name="Oval 1920"/>
          <p:cNvSpPr/>
          <p:nvPr/>
        </p:nvSpPr>
        <p:spPr>
          <a:xfrm>
            <a:off x="9326879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2" name="Oval 1921"/>
          <p:cNvSpPr/>
          <p:nvPr/>
        </p:nvSpPr>
        <p:spPr>
          <a:xfrm>
            <a:off x="9326879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3" name="Oval 1922"/>
          <p:cNvSpPr/>
          <p:nvPr/>
        </p:nvSpPr>
        <p:spPr>
          <a:xfrm>
            <a:off x="9326879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4" name="Oval 1923"/>
          <p:cNvSpPr/>
          <p:nvPr/>
        </p:nvSpPr>
        <p:spPr>
          <a:xfrm>
            <a:off x="9326879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5" name="Oval 1924"/>
          <p:cNvSpPr/>
          <p:nvPr/>
        </p:nvSpPr>
        <p:spPr>
          <a:xfrm>
            <a:off x="9326879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6" name="Oval 1925"/>
          <p:cNvSpPr/>
          <p:nvPr/>
        </p:nvSpPr>
        <p:spPr>
          <a:xfrm>
            <a:off x="9326879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7" name="Oval 1926"/>
          <p:cNvSpPr/>
          <p:nvPr/>
        </p:nvSpPr>
        <p:spPr>
          <a:xfrm>
            <a:off x="9326879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8" name="Oval 1927"/>
          <p:cNvSpPr/>
          <p:nvPr/>
        </p:nvSpPr>
        <p:spPr>
          <a:xfrm>
            <a:off x="9326879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9" name="Oval 1928"/>
          <p:cNvSpPr/>
          <p:nvPr/>
        </p:nvSpPr>
        <p:spPr>
          <a:xfrm>
            <a:off x="9326879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0" name="Oval 1929"/>
          <p:cNvSpPr/>
          <p:nvPr/>
        </p:nvSpPr>
        <p:spPr>
          <a:xfrm>
            <a:off x="9326879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1" name="Oval 1930"/>
          <p:cNvSpPr/>
          <p:nvPr/>
        </p:nvSpPr>
        <p:spPr>
          <a:xfrm>
            <a:off x="9326879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2" name="Oval 1931"/>
          <p:cNvSpPr/>
          <p:nvPr/>
        </p:nvSpPr>
        <p:spPr>
          <a:xfrm>
            <a:off x="9326879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3" name="Oval 1932"/>
          <p:cNvSpPr/>
          <p:nvPr/>
        </p:nvSpPr>
        <p:spPr>
          <a:xfrm>
            <a:off x="9326879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4" name="Oval 1933"/>
          <p:cNvSpPr/>
          <p:nvPr/>
        </p:nvSpPr>
        <p:spPr>
          <a:xfrm>
            <a:off x="9326879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5" name="Oval 1934"/>
          <p:cNvSpPr/>
          <p:nvPr/>
        </p:nvSpPr>
        <p:spPr>
          <a:xfrm>
            <a:off x="9326879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6" name="Oval 1935"/>
          <p:cNvSpPr/>
          <p:nvPr/>
        </p:nvSpPr>
        <p:spPr>
          <a:xfrm>
            <a:off x="9326879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7" name="Oval 1936"/>
          <p:cNvSpPr/>
          <p:nvPr/>
        </p:nvSpPr>
        <p:spPr>
          <a:xfrm>
            <a:off x="9326879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8" name="Oval 1937"/>
          <p:cNvSpPr/>
          <p:nvPr/>
        </p:nvSpPr>
        <p:spPr>
          <a:xfrm>
            <a:off x="9326879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9" name="Oval 1938"/>
          <p:cNvSpPr/>
          <p:nvPr/>
        </p:nvSpPr>
        <p:spPr>
          <a:xfrm>
            <a:off x="9326879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0" name="Oval 1939"/>
          <p:cNvSpPr/>
          <p:nvPr/>
        </p:nvSpPr>
        <p:spPr>
          <a:xfrm>
            <a:off x="9326879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1" name="Oval 1940"/>
          <p:cNvSpPr/>
          <p:nvPr/>
        </p:nvSpPr>
        <p:spPr>
          <a:xfrm>
            <a:off x="9326879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2" name="Oval 1941"/>
          <p:cNvSpPr/>
          <p:nvPr/>
        </p:nvSpPr>
        <p:spPr>
          <a:xfrm>
            <a:off x="9326879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3" name="Oval 1942"/>
          <p:cNvSpPr/>
          <p:nvPr/>
        </p:nvSpPr>
        <p:spPr>
          <a:xfrm>
            <a:off x="9326879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4" name="Oval 1943"/>
          <p:cNvSpPr/>
          <p:nvPr/>
        </p:nvSpPr>
        <p:spPr>
          <a:xfrm>
            <a:off x="9326879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5" name="Oval 1944"/>
          <p:cNvSpPr/>
          <p:nvPr/>
        </p:nvSpPr>
        <p:spPr>
          <a:xfrm>
            <a:off x="9326879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6" name="Oval 1945"/>
          <p:cNvSpPr/>
          <p:nvPr/>
        </p:nvSpPr>
        <p:spPr>
          <a:xfrm>
            <a:off x="9326879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7" name="Oval 1946"/>
          <p:cNvSpPr/>
          <p:nvPr/>
        </p:nvSpPr>
        <p:spPr>
          <a:xfrm>
            <a:off x="9326879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8" name="Oval 1947"/>
          <p:cNvSpPr/>
          <p:nvPr/>
        </p:nvSpPr>
        <p:spPr>
          <a:xfrm>
            <a:off x="9326879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9" name="Oval 1948"/>
          <p:cNvSpPr/>
          <p:nvPr/>
        </p:nvSpPr>
        <p:spPr>
          <a:xfrm>
            <a:off x="9326879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0" name="Oval 1949"/>
          <p:cNvSpPr/>
          <p:nvPr/>
        </p:nvSpPr>
        <p:spPr>
          <a:xfrm>
            <a:off x="9326879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1" name="Oval 1950"/>
          <p:cNvSpPr/>
          <p:nvPr/>
        </p:nvSpPr>
        <p:spPr>
          <a:xfrm>
            <a:off x="9326879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2" name="Oval 1951"/>
          <p:cNvSpPr/>
          <p:nvPr/>
        </p:nvSpPr>
        <p:spPr>
          <a:xfrm>
            <a:off x="9326879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3" name="Oval 1952"/>
          <p:cNvSpPr/>
          <p:nvPr/>
        </p:nvSpPr>
        <p:spPr>
          <a:xfrm>
            <a:off x="9509759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4" name="Oval 1953"/>
          <p:cNvSpPr/>
          <p:nvPr/>
        </p:nvSpPr>
        <p:spPr>
          <a:xfrm>
            <a:off x="9509759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5" name="Oval 1954"/>
          <p:cNvSpPr/>
          <p:nvPr/>
        </p:nvSpPr>
        <p:spPr>
          <a:xfrm>
            <a:off x="9509759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6" name="Oval 1955"/>
          <p:cNvSpPr/>
          <p:nvPr/>
        </p:nvSpPr>
        <p:spPr>
          <a:xfrm>
            <a:off x="9509759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7" name="Oval 1956"/>
          <p:cNvSpPr/>
          <p:nvPr/>
        </p:nvSpPr>
        <p:spPr>
          <a:xfrm>
            <a:off x="9509759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8" name="Oval 1957"/>
          <p:cNvSpPr/>
          <p:nvPr/>
        </p:nvSpPr>
        <p:spPr>
          <a:xfrm>
            <a:off x="9509759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9" name="Oval 1958"/>
          <p:cNvSpPr/>
          <p:nvPr/>
        </p:nvSpPr>
        <p:spPr>
          <a:xfrm>
            <a:off x="9509759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0" name="Oval 1959"/>
          <p:cNvSpPr/>
          <p:nvPr/>
        </p:nvSpPr>
        <p:spPr>
          <a:xfrm>
            <a:off x="9509759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1" name="Oval 1960"/>
          <p:cNvSpPr/>
          <p:nvPr/>
        </p:nvSpPr>
        <p:spPr>
          <a:xfrm>
            <a:off x="9509759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2" name="Oval 1961"/>
          <p:cNvSpPr/>
          <p:nvPr/>
        </p:nvSpPr>
        <p:spPr>
          <a:xfrm>
            <a:off x="9509759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3" name="Oval 1962"/>
          <p:cNvSpPr/>
          <p:nvPr/>
        </p:nvSpPr>
        <p:spPr>
          <a:xfrm>
            <a:off x="9509759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4" name="Oval 1963"/>
          <p:cNvSpPr/>
          <p:nvPr/>
        </p:nvSpPr>
        <p:spPr>
          <a:xfrm>
            <a:off x="9509759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5" name="Oval 1964"/>
          <p:cNvSpPr/>
          <p:nvPr/>
        </p:nvSpPr>
        <p:spPr>
          <a:xfrm>
            <a:off x="9509759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6" name="Oval 1965"/>
          <p:cNvSpPr/>
          <p:nvPr/>
        </p:nvSpPr>
        <p:spPr>
          <a:xfrm>
            <a:off x="9509759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7" name="Oval 1966"/>
          <p:cNvSpPr/>
          <p:nvPr/>
        </p:nvSpPr>
        <p:spPr>
          <a:xfrm>
            <a:off x="9509759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8" name="Oval 1967"/>
          <p:cNvSpPr/>
          <p:nvPr/>
        </p:nvSpPr>
        <p:spPr>
          <a:xfrm>
            <a:off x="9509759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9" name="Oval 1968"/>
          <p:cNvSpPr/>
          <p:nvPr/>
        </p:nvSpPr>
        <p:spPr>
          <a:xfrm>
            <a:off x="9509759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0" name="Oval 1969"/>
          <p:cNvSpPr/>
          <p:nvPr/>
        </p:nvSpPr>
        <p:spPr>
          <a:xfrm>
            <a:off x="9509759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1" name="Oval 1970"/>
          <p:cNvSpPr/>
          <p:nvPr/>
        </p:nvSpPr>
        <p:spPr>
          <a:xfrm>
            <a:off x="9509759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2" name="Oval 1971"/>
          <p:cNvSpPr/>
          <p:nvPr/>
        </p:nvSpPr>
        <p:spPr>
          <a:xfrm>
            <a:off x="9509759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3" name="Oval 1972"/>
          <p:cNvSpPr/>
          <p:nvPr/>
        </p:nvSpPr>
        <p:spPr>
          <a:xfrm>
            <a:off x="9509759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4" name="Oval 1973"/>
          <p:cNvSpPr/>
          <p:nvPr/>
        </p:nvSpPr>
        <p:spPr>
          <a:xfrm>
            <a:off x="9509759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5" name="Oval 1974"/>
          <p:cNvSpPr/>
          <p:nvPr/>
        </p:nvSpPr>
        <p:spPr>
          <a:xfrm>
            <a:off x="9509759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6" name="Oval 1975"/>
          <p:cNvSpPr/>
          <p:nvPr/>
        </p:nvSpPr>
        <p:spPr>
          <a:xfrm>
            <a:off x="9509759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7" name="Oval 1976"/>
          <p:cNvSpPr/>
          <p:nvPr/>
        </p:nvSpPr>
        <p:spPr>
          <a:xfrm>
            <a:off x="9509759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8" name="Oval 1977"/>
          <p:cNvSpPr/>
          <p:nvPr/>
        </p:nvSpPr>
        <p:spPr>
          <a:xfrm>
            <a:off x="9509759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9" name="Oval 1978"/>
          <p:cNvSpPr/>
          <p:nvPr/>
        </p:nvSpPr>
        <p:spPr>
          <a:xfrm>
            <a:off x="9509759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0" name="Oval 1979"/>
          <p:cNvSpPr/>
          <p:nvPr/>
        </p:nvSpPr>
        <p:spPr>
          <a:xfrm>
            <a:off x="9509759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1" name="Oval 1980"/>
          <p:cNvSpPr/>
          <p:nvPr/>
        </p:nvSpPr>
        <p:spPr>
          <a:xfrm>
            <a:off x="9509759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2" name="Oval 1981"/>
          <p:cNvSpPr/>
          <p:nvPr/>
        </p:nvSpPr>
        <p:spPr>
          <a:xfrm>
            <a:off x="9509759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3" name="Oval 1982"/>
          <p:cNvSpPr/>
          <p:nvPr/>
        </p:nvSpPr>
        <p:spPr>
          <a:xfrm>
            <a:off x="9509759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4" name="Oval 1983"/>
          <p:cNvSpPr/>
          <p:nvPr/>
        </p:nvSpPr>
        <p:spPr>
          <a:xfrm>
            <a:off x="9509759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5" name="Oval 1984"/>
          <p:cNvSpPr/>
          <p:nvPr/>
        </p:nvSpPr>
        <p:spPr>
          <a:xfrm>
            <a:off x="9509759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6" name="Oval 1985"/>
          <p:cNvSpPr/>
          <p:nvPr/>
        </p:nvSpPr>
        <p:spPr>
          <a:xfrm>
            <a:off x="9509759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7" name="Oval 1986"/>
          <p:cNvSpPr/>
          <p:nvPr/>
        </p:nvSpPr>
        <p:spPr>
          <a:xfrm>
            <a:off x="9509759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8" name="Oval 1987"/>
          <p:cNvSpPr/>
          <p:nvPr/>
        </p:nvSpPr>
        <p:spPr>
          <a:xfrm>
            <a:off x="9509759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9" name="Oval 1988"/>
          <p:cNvSpPr/>
          <p:nvPr/>
        </p:nvSpPr>
        <p:spPr>
          <a:xfrm>
            <a:off x="9509759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0" name="Oval 1989"/>
          <p:cNvSpPr/>
          <p:nvPr/>
        </p:nvSpPr>
        <p:spPr>
          <a:xfrm>
            <a:off x="9509759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1" name="Oval 1990"/>
          <p:cNvSpPr/>
          <p:nvPr/>
        </p:nvSpPr>
        <p:spPr>
          <a:xfrm>
            <a:off x="9692639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2" name="Oval 1991"/>
          <p:cNvSpPr/>
          <p:nvPr/>
        </p:nvSpPr>
        <p:spPr>
          <a:xfrm>
            <a:off x="9692639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3" name="Oval 1992"/>
          <p:cNvSpPr/>
          <p:nvPr/>
        </p:nvSpPr>
        <p:spPr>
          <a:xfrm>
            <a:off x="9692639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4" name="Oval 1993"/>
          <p:cNvSpPr/>
          <p:nvPr/>
        </p:nvSpPr>
        <p:spPr>
          <a:xfrm>
            <a:off x="9692639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5" name="Oval 1994"/>
          <p:cNvSpPr/>
          <p:nvPr/>
        </p:nvSpPr>
        <p:spPr>
          <a:xfrm>
            <a:off x="9692639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6" name="Oval 1995"/>
          <p:cNvSpPr/>
          <p:nvPr/>
        </p:nvSpPr>
        <p:spPr>
          <a:xfrm>
            <a:off x="9692639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7" name="Oval 1996"/>
          <p:cNvSpPr/>
          <p:nvPr/>
        </p:nvSpPr>
        <p:spPr>
          <a:xfrm>
            <a:off x="9692639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8" name="Oval 1997"/>
          <p:cNvSpPr/>
          <p:nvPr/>
        </p:nvSpPr>
        <p:spPr>
          <a:xfrm>
            <a:off x="9692639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9" name="Oval 1998"/>
          <p:cNvSpPr/>
          <p:nvPr/>
        </p:nvSpPr>
        <p:spPr>
          <a:xfrm>
            <a:off x="9692639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0" name="Oval 1999"/>
          <p:cNvSpPr/>
          <p:nvPr/>
        </p:nvSpPr>
        <p:spPr>
          <a:xfrm>
            <a:off x="9692639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1" name="Oval 2000"/>
          <p:cNvSpPr/>
          <p:nvPr/>
        </p:nvSpPr>
        <p:spPr>
          <a:xfrm>
            <a:off x="9692639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2" name="Oval 2001"/>
          <p:cNvSpPr/>
          <p:nvPr/>
        </p:nvSpPr>
        <p:spPr>
          <a:xfrm>
            <a:off x="9692639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3" name="Oval 2002"/>
          <p:cNvSpPr/>
          <p:nvPr/>
        </p:nvSpPr>
        <p:spPr>
          <a:xfrm>
            <a:off x="9692639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4" name="Oval 2003"/>
          <p:cNvSpPr/>
          <p:nvPr/>
        </p:nvSpPr>
        <p:spPr>
          <a:xfrm>
            <a:off x="9692639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5" name="Oval 2004"/>
          <p:cNvSpPr/>
          <p:nvPr/>
        </p:nvSpPr>
        <p:spPr>
          <a:xfrm>
            <a:off x="9692639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6" name="Oval 2005"/>
          <p:cNvSpPr/>
          <p:nvPr/>
        </p:nvSpPr>
        <p:spPr>
          <a:xfrm>
            <a:off x="9692639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7" name="Oval 2006"/>
          <p:cNvSpPr/>
          <p:nvPr/>
        </p:nvSpPr>
        <p:spPr>
          <a:xfrm>
            <a:off x="9692639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8" name="Oval 2007"/>
          <p:cNvSpPr/>
          <p:nvPr/>
        </p:nvSpPr>
        <p:spPr>
          <a:xfrm>
            <a:off x="9692639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9" name="Oval 2008"/>
          <p:cNvSpPr/>
          <p:nvPr/>
        </p:nvSpPr>
        <p:spPr>
          <a:xfrm>
            <a:off x="9692639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0" name="Oval 2009"/>
          <p:cNvSpPr/>
          <p:nvPr/>
        </p:nvSpPr>
        <p:spPr>
          <a:xfrm>
            <a:off x="9692639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" name="Oval 2010"/>
          <p:cNvSpPr/>
          <p:nvPr/>
        </p:nvSpPr>
        <p:spPr>
          <a:xfrm>
            <a:off x="9692639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2" name="Oval 2011"/>
          <p:cNvSpPr/>
          <p:nvPr/>
        </p:nvSpPr>
        <p:spPr>
          <a:xfrm>
            <a:off x="9692639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3" name="Oval 2012"/>
          <p:cNvSpPr/>
          <p:nvPr/>
        </p:nvSpPr>
        <p:spPr>
          <a:xfrm>
            <a:off x="9692639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4" name="Oval 2013"/>
          <p:cNvSpPr/>
          <p:nvPr/>
        </p:nvSpPr>
        <p:spPr>
          <a:xfrm>
            <a:off x="9692639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" name="Oval 2014"/>
          <p:cNvSpPr/>
          <p:nvPr/>
        </p:nvSpPr>
        <p:spPr>
          <a:xfrm>
            <a:off x="9692639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6" name="Oval 2015"/>
          <p:cNvSpPr/>
          <p:nvPr/>
        </p:nvSpPr>
        <p:spPr>
          <a:xfrm>
            <a:off x="9692639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7" name="Oval 2016"/>
          <p:cNvSpPr/>
          <p:nvPr/>
        </p:nvSpPr>
        <p:spPr>
          <a:xfrm>
            <a:off x="9692639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8" name="Oval 2017"/>
          <p:cNvSpPr/>
          <p:nvPr/>
        </p:nvSpPr>
        <p:spPr>
          <a:xfrm>
            <a:off x="9692639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9" name="Oval 2018"/>
          <p:cNvSpPr/>
          <p:nvPr/>
        </p:nvSpPr>
        <p:spPr>
          <a:xfrm>
            <a:off x="9692639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0" name="Oval 2019"/>
          <p:cNvSpPr/>
          <p:nvPr/>
        </p:nvSpPr>
        <p:spPr>
          <a:xfrm>
            <a:off x="9692639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1" name="Oval 2020"/>
          <p:cNvSpPr/>
          <p:nvPr/>
        </p:nvSpPr>
        <p:spPr>
          <a:xfrm>
            <a:off x="9692639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2" name="Oval 2021"/>
          <p:cNvSpPr/>
          <p:nvPr/>
        </p:nvSpPr>
        <p:spPr>
          <a:xfrm>
            <a:off x="9692639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3" name="Oval 2022"/>
          <p:cNvSpPr/>
          <p:nvPr/>
        </p:nvSpPr>
        <p:spPr>
          <a:xfrm>
            <a:off x="9692639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4" name="Oval 2023"/>
          <p:cNvSpPr/>
          <p:nvPr/>
        </p:nvSpPr>
        <p:spPr>
          <a:xfrm>
            <a:off x="9692639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5" name="Oval 2024"/>
          <p:cNvSpPr/>
          <p:nvPr/>
        </p:nvSpPr>
        <p:spPr>
          <a:xfrm>
            <a:off x="9692639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6" name="Oval 2025"/>
          <p:cNvSpPr/>
          <p:nvPr/>
        </p:nvSpPr>
        <p:spPr>
          <a:xfrm>
            <a:off x="9692639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7" name="Oval 2026"/>
          <p:cNvSpPr/>
          <p:nvPr/>
        </p:nvSpPr>
        <p:spPr>
          <a:xfrm>
            <a:off x="9692639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8" name="Oval 2027"/>
          <p:cNvSpPr/>
          <p:nvPr/>
        </p:nvSpPr>
        <p:spPr>
          <a:xfrm>
            <a:off x="9875519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9" name="Oval 2028"/>
          <p:cNvSpPr/>
          <p:nvPr/>
        </p:nvSpPr>
        <p:spPr>
          <a:xfrm>
            <a:off x="9875519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0" name="Oval 2029"/>
          <p:cNvSpPr/>
          <p:nvPr/>
        </p:nvSpPr>
        <p:spPr>
          <a:xfrm>
            <a:off x="9875519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1" name="Oval 2030"/>
          <p:cNvSpPr/>
          <p:nvPr/>
        </p:nvSpPr>
        <p:spPr>
          <a:xfrm>
            <a:off x="9875519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2" name="Oval 2031"/>
          <p:cNvSpPr/>
          <p:nvPr/>
        </p:nvSpPr>
        <p:spPr>
          <a:xfrm>
            <a:off x="9875519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3" name="Oval 2032"/>
          <p:cNvSpPr/>
          <p:nvPr/>
        </p:nvSpPr>
        <p:spPr>
          <a:xfrm>
            <a:off x="9875519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4" name="Oval 2033"/>
          <p:cNvSpPr/>
          <p:nvPr/>
        </p:nvSpPr>
        <p:spPr>
          <a:xfrm>
            <a:off x="9875519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5" name="Oval 2034"/>
          <p:cNvSpPr/>
          <p:nvPr/>
        </p:nvSpPr>
        <p:spPr>
          <a:xfrm>
            <a:off x="9875519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6" name="Oval 2035"/>
          <p:cNvSpPr/>
          <p:nvPr/>
        </p:nvSpPr>
        <p:spPr>
          <a:xfrm>
            <a:off x="9875519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7" name="Oval 2036"/>
          <p:cNvSpPr/>
          <p:nvPr/>
        </p:nvSpPr>
        <p:spPr>
          <a:xfrm>
            <a:off x="9875519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8" name="Oval 2037"/>
          <p:cNvSpPr/>
          <p:nvPr/>
        </p:nvSpPr>
        <p:spPr>
          <a:xfrm>
            <a:off x="9875519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9" name="Oval 2038"/>
          <p:cNvSpPr/>
          <p:nvPr/>
        </p:nvSpPr>
        <p:spPr>
          <a:xfrm>
            <a:off x="9875519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0" name="Oval 2039"/>
          <p:cNvSpPr/>
          <p:nvPr/>
        </p:nvSpPr>
        <p:spPr>
          <a:xfrm>
            <a:off x="9875519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1" name="Oval 2040"/>
          <p:cNvSpPr/>
          <p:nvPr/>
        </p:nvSpPr>
        <p:spPr>
          <a:xfrm>
            <a:off x="9875519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2" name="Oval 2041"/>
          <p:cNvSpPr/>
          <p:nvPr/>
        </p:nvSpPr>
        <p:spPr>
          <a:xfrm>
            <a:off x="9875519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3" name="Oval 2042"/>
          <p:cNvSpPr/>
          <p:nvPr/>
        </p:nvSpPr>
        <p:spPr>
          <a:xfrm>
            <a:off x="9875519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4" name="Oval 2043"/>
          <p:cNvSpPr/>
          <p:nvPr/>
        </p:nvSpPr>
        <p:spPr>
          <a:xfrm>
            <a:off x="9875519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5" name="Oval 2044"/>
          <p:cNvSpPr/>
          <p:nvPr/>
        </p:nvSpPr>
        <p:spPr>
          <a:xfrm>
            <a:off x="9875519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6" name="Oval 2045"/>
          <p:cNvSpPr/>
          <p:nvPr/>
        </p:nvSpPr>
        <p:spPr>
          <a:xfrm>
            <a:off x="9875519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7" name="Oval 2046"/>
          <p:cNvSpPr/>
          <p:nvPr/>
        </p:nvSpPr>
        <p:spPr>
          <a:xfrm>
            <a:off x="9875519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8" name="Oval 2047"/>
          <p:cNvSpPr/>
          <p:nvPr/>
        </p:nvSpPr>
        <p:spPr>
          <a:xfrm>
            <a:off x="9875519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9" name="Oval 2048"/>
          <p:cNvSpPr/>
          <p:nvPr/>
        </p:nvSpPr>
        <p:spPr>
          <a:xfrm>
            <a:off x="9875519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0" name="Oval 2049"/>
          <p:cNvSpPr/>
          <p:nvPr/>
        </p:nvSpPr>
        <p:spPr>
          <a:xfrm>
            <a:off x="9875519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1" name="Oval 2050"/>
          <p:cNvSpPr/>
          <p:nvPr/>
        </p:nvSpPr>
        <p:spPr>
          <a:xfrm>
            <a:off x="9875519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2" name="Oval 2051"/>
          <p:cNvSpPr/>
          <p:nvPr/>
        </p:nvSpPr>
        <p:spPr>
          <a:xfrm>
            <a:off x="9875519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3" name="Oval 2052"/>
          <p:cNvSpPr/>
          <p:nvPr/>
        </p:nvSpPr>
        <p:spPr>
          <a:xfrm>
            <a:off x="9875519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4" name="Oval 2053"/>
          <p:cNvSpPr/>
          <p:nvPr/>
        </p:nvSpPr>
        <p:spPr>
          <a:xfrm>
            <a:off x="9875519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5" name="Oval 2054"/>
          <p:cNvSpPr/>
          <p:nvPr/>
        </p:nvSpPr>
        <p:spPr>
          <a:xfrm>
            <a:off x="9875519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6" name="Oval 2055"/>
          <p:cNvSpPr/>
          <p:nvPr/>
        </p:nvSpPr>
        <p:spPr>
          <a:xfrm>
            <a:off x="9875519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7" name="Oval 2056"/>
          <p:cNvSpPr/>
          <p:nvPr/>
        </p:nvSpPr>
        <p:spPr>
          <a:xfrm>
            <a:off x="9875519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" name="Oval 2057"/>
          <p:cNvSpPr/>
          <p:nvPr/>
        </p:nvSpPr>
        <p:spPr>
          <a:xfrm>
            <a:off x="9875519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9" name="Oval 2058"/>
          <p:cNvSpPr/>
          <p:nvPr/>
        </p:nvSpPr>
        <p:spPr>
          <a:xfrm>
            <a:off x="9875519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0" name="Oval 2059"/>
          <p:cNvSpPr/>
          <p:nvPr/>
        </p:nvSpPr>
        <p:spPr>
          <a:xfrm>
            <a:off x="9875519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1" name="Oval 2060"/>
          <p:cNvSpPr/>
          <p:nvPr/>
        </p:nvSpPr>
        <p:spPr>
          <a:xfrm>
            <a:off x="9875519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2" name="Oval 2061"/>
          <p:cNvSpPr/>
          <p:nvPr/>
        </p:nvSpPr>
        <p:spPr>
          <a:xfrm>
            <a:off x="9875519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3" name="Oval 2062"/>
          <p:cNvSpPr/>
          <p:nvPr/>
        </p:nvSpPr>
        <p:spPr>
          <a:xfrm>
            <a:off x="9875519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4" name="Oval 2063"/>
          <p:cNvSpPr/>
          <p:nvPr/>
        </p:nvSpPr>
        <p:spPr>
          <a:xfrm>
            <a:off x="9875519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5" name="Oval 2064"/>
          <p:cNvSpPr/>
          <p:nvPr/>
        </p:nvSpPr>
        <p:spPr>
          <a:xfrm>
            <a:off x="9875519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6" name="Oval 2065"/>
          <p:cNvSpPr/>
          <p:nvPr/>
        </p:nvSpPr>
        <p:spPr>
          <a:xfrm>
            <a:off x="10058399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7" name="Oval 2066"/>
          <p:cNvSpPr/>
          <p:nvPr/>
        </p:nvSpPr>
        <p:spPr>
          <a:xfrm>
            <a:off x="10058399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8" name="Oval 2067"/>
          <p:cNvSpPr/>
          <p:nvPr/>
        </p:nvSpPr>
        <p:spPr>
          <a:xfrm>
            <a:off x="10058399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9" name="Oval 2068"/>
          <p:cNvSpPr/>
          <p:nvPr/>
        </p:nvSpPr>
        <p:spPr>
          <a:xfrm>
            <a:off x="10058399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0" name="Oval 2069"/>
          <p:cNvSpPr/>
          <p:nvPr/>
        </p:nvSpPr>
        <p:spPr>
          <a:xfrm>
            <a:off x="10058399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1" name="Oval 2070"/>
          <p:cNvSpPr/>
          <p:nvPr/>
        </p:nvSpPr>
        <p:spPr>
          <a:xfrm>
            <a:off x="10058399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2" name="Oval 2071"/>
          <p:cNvSpPr/>
          <p:nvPr/>
        </p:nvSpPr>
        <p:spPr>
          <a:xfrm>
            <a:off x="10058399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3" name="Oval 2072"/>
          <p:cNvSpPr/>
          <p:nvPr/>
        </p:nvSpPr>
        <p:spPr>
          <a:xfrm>
            <a:off x="10058399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4" name="Oval 2073"/>
          <p:cNvSpPr/>
          <p:nvPr/>
        </p:nvSpPr>
        <p:spPr>
          <a:xfrm>
            <a:off x="10058399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5" name="Oval 2074"/>
          <p:cNvSpPr/>
          <p:nvPr/>
        </p:nvSpPr>
        <p:spPr>
          <a:xfrm>
            <a:off x="10058399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6" name="Oval 2075"/>
          <p:cNvSpPr/>
          <p:nvPr/>
        </p:nvSpPr>
        <p:spPr>
          <a:xfrm>
            <a:off x="10058399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7" name="Oval 2076"/>
          <p:cNvSpPr/>
          <p:nvPr/>
        </p:nvSpPr>
        <p:spPr>
          <a:xfrm>
            <a:off x="10058399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8" name="Oval 2077"/>
          <p:cNvSpPr/>
          <p:nvPr/>
        </p:nvSpPr>
        <p:spPr>
          <a:xfrm>
            <a:off x="10058399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9" name="Oval 2078"/>
          <p:cNvSpPr/>
          <p:nvPr/>
        </p:nvSpPr>
        <p:spPr>
          <a:xfrm>
            <a:off x="10058399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0" name="Oval 2079"/>
          <p:cNvSpPr/>
          <p:nvPr/>
        </p:nvSpPr>
        <p:spPr>
          <a:xfrm>
            <a:off x="10058399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1" name="Oval 2080"/>
          <p:cNvSpPr/>
          <p:nvPr/>
        </p:nvSpPr>
        <p:spPr>
          <a:xfrm>
            <a:off x="10058399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2" name="Oval 2081"/>
          <p:cNvSpPr/>
          <p:nvPr/>
        </p:nvSpPr>
        <p:spPr>
          <a:xfrm>
            <a:off x="10058399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3" name="Oval 2082"/>
          <p:cNvSpPr/>
          <p:nvPr/>
        </p:nvSpPr>
        <p:spPr>
          <a:xfrm>
            <a:off x="10058399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4" name="Oval 2083"/>
          <p:cNvSpPr/>
          <p:nvPr/>
        </p:nvSpPr>
        <p:spPr>
          <a:xfrm>
            <a:off x="10058399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5" name="Oval 2084"/>
          <p:cNvSpPr/>
          <p:nvPr/>
        </p:nvSpPr>
        <p:spPr>
          <a:xfrm>
            <a:off x="10058399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6" name="Oval 2085"/>
          <p:cNvSpPr/>
          <p:nvPr/>
        </p:nvSpPr>
        <p:spPr>
          <a:xfrm>
            <a:off x="10058399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7" name="Oval 2086"/>
          <p:cNvSpPr/>
          <p:nvPr/>
        </p:nvSpPr>
        <p:spPr>
          <a:xfrm>
            <a:off x="10058399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8" name="Oval 2087"/>
          <p:cNvSpPr/>
          <p:nvPr/>
        </p:nvSpPr>
        <p:spPr>
          <a:xfrm>
            <a:off x="10058399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9" name="Oval 2088"/>
          <p:cNvSpPr/>
          <p:nvPr/>
        </p:nvSpPr>
        <p:spPr>
          <a:xfrm>
            <a:off x="10058399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0" name="Oval 2089"/>
          <p:cNvSpPr/>
          <p:nvPr/>
        </p:nvSpPr>
        <p:spPr>
          <a:xfrm>
            <a:off x="10058399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1" name="Oval 2090"/>
          <p:cNvSpPr/>
          <p:nvPr/>
        </p:nvSpPr>
        <p:spPr>
          <a:xfrm>
            <a:off x="10058399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2" name="Oval 2091"/>
          <p:cNvSpPr/>
          <p:nvPr/>
        </p:nvSpPr>
        <p:spPr>
          <a:xfrm>
            <a:off x="10058399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3" name="Oval 2092"/>
          <p:cNvSpPr/>
          <p:nvPr/>
        </p:nvSpPr>
        <p:spPr>
          <a:xfrm>
            <a:off x="10058399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4" name="Oval 2093"/>
          <p:cNvSpPr/>
          <p:nvPr/>
        </p:nvSpPr>
        <p:spPr>
          <a:xfrm>
            <a:off x="10058399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5" name="Oval 2094"/>
          <p:cNvSpPr/>
          <p:nvPr/>
        </p:nvSpPr>
        <p:spPr>
          <a:xfrm>
            <a:off x="10058399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6" name="Oval 2095"/>
          <p:cNvSpPr/>
          <p:nvPr/>
        </p:nvSpPr>
        <p:spPr>
          <a:xfrm>
            <a:off x="10058399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" name="Oval 2096"/>
          <p:cNvSpPr/>
          <p:nvPr/>
        </p:nvSpPr>
        <p:spPr>
          <a:xfrm>
            <a:off x="10058399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8" name="Oval 2097"/>
          <p:cNvSpPr/>
          <p:nvPr/>
        </p:nvSpPr>
        <p:spPr>
          <a:xfrm>
            <a:off x="10058399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9" name="Oval 2098"/>
          <p:cNvSpPr/>
          <p:nvPr/>
        </p:nvSpPr>
        <p:spPr>
          <a:xfrm>
            <a:off x="10058399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0" name="Oval 2099"/>
          <p:cNvSpPr/>
          <p:nvPr/>
        </p:nvSpPr>
        <p:spPr>
          <a:xfrm>
            <a:off x="10058399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1" name="Oval 2100"/>
          <p:cNvSpPr/>
          <p:nvPr/>
        </p:nvSpPr>
        <p:spPr>
          <a:xfrm>
            <a:off x="10058399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2" name="Oval 2101"/>
          <p:cNvSpPr/>
          <p:nvPr/>
        </p:nvSpPr>
        <p:spPr>
          <a:xfrm>
            <a:off x="10058399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" name="Oval 2102"/>
          <p:cNvSpPr/>
          <p:nvPr/>
        </p:nvSpPr>
        <p:spPr>
          <a:xfrm>
            <a:off x="10241279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" name="Oval 2103"/>
          <p:cNvSpPr/>
          <p:nvPr/>
        </p:nvSpPr>
        <p:spPr>
          <a:xfrm>
            <a:off x="10241279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" name="Oval 2104"/>
          <p:cNvSpPr/>
          <p:nvPr/>
        </p:nvSpPr>
        <p:spPr>
          <a:xfrm>
            <a:off x="10241279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6" name="Oval 2105"/>
          <p:cNvSpPr/>
          <p:nvPr/>
        </p:nvSpPr>
        <p:spPr>
          <a:xfrm>
            <a:off x="10241279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7" name="Oval 2106"/>
          <p:cNvSpPr/>
          <p:nvPr/>
        </p:nvSpPr>
        <p:spPr>
          <a:xfrm>
            <a:off x="10241279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8" name="Oval 2107"/>
          <p:cNvSpPr/>
          <p:nvPr/>
        </p:nvSpPr>
        <p:spPr>
          <a:xfrm>
            <a:off x="10241279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9" name="Oval 2108"/>
          <p:cNvSpPr/>
          <p:nvPr/>
        </p:nvSpPr>
        <p:spPr>
          <a:xfrm>
            <a:off x="10241279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0" name="Oval 2109"/>
          <p:cNvSpPr/>
          <p:nvPr/>
        </p:nvSpPr>
        <p:spPr>
          <a:xfrm>
            <a:off x="10241279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1" name="Oval 2110"/>
          <p:cNvSpPr/>
          <p:nvPr/>
        </p:nvSpPr>
        <p:spPr>
          <a:xfrm>
            <a:off x="10241279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2" name="Oval 2111"/>
          <p:cNvSpPr/>
          <p:nvPr/>
        </p:nvSpPr>
        <p:spPr>
          <a:xfrm>
            <a:off x="10241279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3" name="Oval 2112"/>
          <p:cNvSpPr/>
          <p:nvPr/>
        </p:nvSpPr>
        <p:spPr>
          <a:xfrm>
            <a:off x="10241279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4" name="Oval 2113"/>
          <p:cNvSpPr/>
          <p:nvPr/>
        </p:nvSpPr>
        <p:spPr>
          <a:xfrm>
            <a:off x="10241279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5" name="Oval 2114"/>
          <p:cNvSpPr/>
          <p:nvPr/>
        </p:nvSpPr>
        <p:spPr>
          <a:xfrm>
            <a:off x="10241279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6" name="Oval 2115"/>
          <p:cNvSpPr/>
          <p:nvPr/>
        </p:nvSpPr>
        <p:spPr>
          <a:xfrm>
            <a:off x="10241279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7" name="Oval 2116"/>
          <p:cNvSpPr/>
          <p:nvPr/>
        </p:nvSpPr>
        <p:spPr>
          <a:xfrm>
            <a:off x="10241279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8" name="Oval 2117"/>
          <p:cNvSpPr/>
          <p:nvPr/>
        </p:nvSpPr>
        <p:spPr>
          <a:xfrm>
            <a:off x="10241279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9" name="Oval 2118"/>
          <p:cNvSpPr/>
          <p:nvPr/>
        </p:nvSpPr>
        <p:spPr>
          <a:xfrm>
            <a:off x="10241279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0" name="Oval 2119"/>
          <p:cNvSpPr/>
          <p:nvPr/>
        </p:nvSpPr>
        <p:spPr>
          <a:xfrm>
            <a:off x="10241279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1" name="Oval 2120"/>
          <p:cNvSpPr/>
          <p:nvPr/>
        </p:nvSpPr>
        <p:spPr>
          <a:xfrm>
            <a:off x="10241279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2" name="Oval 2121"/>
          <p:cNvSpPr/>
          <p:nvPr/>
        </p:nvSpPr>
        <p:spPr>
          <a:xfrm>
            <a:off x="10241279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3" name="Oval 2122"/>
          <p:cNvSpPr/>
          <p:nvPr/>
        </p:nvSpPr>
        <p:spPr>
          <a:xfrm>
            <a:off x="10241279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4" name="Oval 2123"/>
          <p:cNvSpPr/>
          <p:nvPr/>
        </p:nvSpPr>
        <p:spPr>
          <a:xfrm>
            <a:off x="10241279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5" name="Oval 2124"/>
          <p:cNvSpPr/>
          <p:nvPr/>
        </p:nvSpPr>
        <p:spPr>
          <a:xfrm>
            <a:off x="10241279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6" name="Oval 2125"/>
          <p:cNvSpPr/>
          <p:nvPr/>
        </p:nvSpPr>
        <p:spPr>
          <a:xfrm>
            <a:off x="10241279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7" name="Oval 2126"/>
          <p:cNvSpPr/>
          <p:nvPr/>
        </p:nvSpPr>
        <p:spPr>
          <a:xfrm>
            <a:off x="10241279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8" name="Oval 2127"/>
          <p:cNvSpPr/>
          <p:nvPr/>
        </p:nvSpPr>
        <p:spPr>
          <a:xfrm>
            <a:off x="10241279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9" name="Oval 2128"/>
          <p:cNvSpPr/>
          <p:nvPr/>
        </p:nvSpPr>
        <p:spPr>
          <a:xfrm>
            <a:off x="10241279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0" name="Oval 2129"/>
          <p:cNvSpPr/>
          <p:nvPr/>
        </p:nvSpPr>
        <p:spPr>
          <a:xfrm>
            <a:off x="10241279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1" name="Oval 2130"/>
          <p:cNvSpPr/>
          <p:nvPr/>
        </p:nvSpPr>
        <p:spPr>
          <a:xfrm>
            <a:off x="10241279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2" name="Oval 2131"/>
          <p:cNvSpPr/>
          <p:nvPr/>
        </p:nvSpPr>
        <p:spPr>
          <a:xfrm>
            <a:off x="10241279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3" name="Oval 2132"/>
          <p:cNvSpPr/>
          <p:nvPr/>
        </p:nvSpPr>
        <p:spPr>
          <a:xfrm>
            <a:off x="10241279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4" name="Oval 2133"/>
          <p:cNvSpPr/>
          <p:nvPr/>
        </p:nvSpPr>
        <p:spPr>
          <a:xfrm>
            <a:off x="10241279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5" name="Oval 2134"/>
          <p:cNvSpPr/>
          <p:nvPr/>
        </p:nvSpPr>
        <p:spPr>
          <a:xfrm>
            <a:off x="10241279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6" name="Oval 2135"/>
          <p:cNvSpPr/>
          <p:nvPr/>
        </p:nvSpPr>
        <p:spPr>
          <a:xfrm>
            <a:off x="10241279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7" name="Oval 2136"/>
          <p:cNvSpPr/>
          <p:nvPr/>
        </p:nvSpPr>
        <p:spPr>
          <a:xfrm>
            <a:off x="10241279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8" name="Oval 2137"/>
          <p:cNvSpPr/>
          <p:nvPr/>
        </p:nvSpPr>
        <p:spPr>
          <a:xfrm>
            <a:off x="10241279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9" name="Oval 2138"/>
          <p:cNvSpPr/>
          <p:nvPr/>
        </p:nvSpPr>
        <p:spPr>
          <a:xfrm>
            <a:off x="10241279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0" name="Oval 2139"/>
          <p:cNvSpPr/>
          <p:nvPr/>
        </p:nvSpPr>
        <p:spPr>
          <a:xfrm>
            <a:off x="10241279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1" name="Oval 2140"/>
          <p:cNvSpPr/>
          <p:nvPr/>
        </p:nvSpPr>
        <p:spPr>
          <a:xfrm>
            <a:off x="10424159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" name="Oval 2141"/>
          <p:cNvSpPr/>
          <p:nvPr/>
        </p:nvSpPr>
        <p:spPr>
          <a:xfrm>
            <a:off x="10424159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" name="Oval 2142"/>
          <p:cNvSpPr/>
          <p:nvPr/>
        </p:nvSpPr>
        <p:spPr>
          <a:xfrm>
            <a:off x="10424159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" name="Oval 2143"/>
          <p:cNvSpPr/>
          <p:nvPr/>
        </p:nvSpPr>
        <p:spPr>
          <a:xfrm>
            <a:off x="10424159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" name="Oval 2144"/>
          <p:cNvSpPr/>
          <p:nvPr/>
        </p:nvSpPr>
        <p:spPr>
          <a:xfrm>
            <a:off x="10424159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6" name="Oval 2145"/>
          <p:cNvSpPr/>
          <p:nvPr/>
        </p:nvSpPr>
        <p:spPr>
          <a:xfrm>
            <a:off x="10424159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7" name="Oval 2146"/>
          <p:cNvSpPr/>
          <p:nvPr/>
        </p:nvSpPr>
        <p:spPr>
          <a:xfrm>
            <a:off x="10424159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8" name="Oval 2147"/>
          <p:cNvSpPr/>
          <p:nvPr/>
        </p:nvSpPr>
        <p:spPr>
          <a:xfrm>
            <a:off x="10424159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9" name="Oval 2148"/>
          <p:cNvSpPr/>
          <p:nvPr/>
        </p:nvSpPr>
        <p:spPr>
          <a:xfrm>
            <a:off x="10424159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0" name="Oval 2149"/>
          <p:cNvSpPr/>
          <p:nvPr/>
        </p:nvSpPr>
        <p:spPr>
          <a:xfrm>
            <a:off x="10424159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1" name="Oval 2150"/>
          <p:cNvSpPr/>
          <p:nvPr/>
        </p:nvSpPr>
        <p:spPr>
          <a:xfrm>
            <a:off x="10424159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2" name="Oval 2151"/>
          <p:cNvSpPr/>
          <p:nvPr/>
        </p:nvSpPr>
        <p:spPr>
          <a:xfrm>
            <a:off x="10424159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3" name="Oval 2152"/>
          <p:cNvSpPr/>
          <p:nvPr/>
        </p:nvSpPr>
        <p:spPr>
          <a:xfrm>
            <a:off x="10424159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4" name="Oval 2153"/>
          <p:cNvSpPr/>
          <p:nvPr/>
        </p:nvSpPr>
        <p:spPr>
          <a:xfrm>
            <a:off x="10424159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5" name="Oval 2154"/>
          <p:cNvSpPr/>
          <p:nvPr/>
        </p:nvSpPr>
        <p:spPr>
          <a:xfrm>
            <a:off x="10424159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6" name="Oval 2155"/>
          <p:cNvSpPr/>
          <p:nvPr/>
        </p:nvSpPr>
        <p:spPr>
          <a:xfrm>
            <a:off x="10424159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7" name="Oval 2156"/>
          <p:cNvSpPr/>
          <p:nvPr/>
        </p:nvSpPr>
        <p:spPr>
          <a:xfrm>
            <a:off x="10424159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8" name="Oval 2157"/>
          <p:cNvSpPr/>
          <p:nvPr/>
        </p:nvSpPr>
        <p:spPr>
          <a:xfrm>
            <a:off x="10424159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9" name="Oval 2158"/>
          <p:cNvSpPr/>
          <p:nvPr/>
        </p:nvSpPr>
        <p:spPr>
          <a:xfrm>
            <a:off x="10424159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0" name="Oval 2159"/>
          <p:cNvSpPr/>
          <p:nvPr/>
        </p:nvSpPr>
        <p:spPr>
          <a:xfrm>
            <a:off x="10424159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1" name="Oval 2160"/>
          <p:cNvSpPr/>
          <p:nvPr/>
        </p:nvSpPr>
        <p:spPr>
          <a:xfrm>
            <a:off x="10424159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2" name="Oval 2161"/>
          <p:cNvSpPr/>
          <p:nvPr/>
        </p:nvSpPr>
        <p:spPr>
          <a:xfrm>
            <a:off x="10424159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3" name="Oval 2162"/>
          <p:cNvSpPr/>
          <p:nvPr/>
        </p:nvSpPr>
        <p:spPr>
          <a:xfrm>
            <a:off x="10424159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" name="Oval 2163"/>
          <p:cNvSpPr/>
          <p:nvPr/>
        </p:nvSpPr>
        <p:spPr>
          <a:xfrm>
            <a:off x="10424159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5" name="Oval 2164"/>
          <p:cNvSpPr/>
          <p:nvPr/>
        </p:nvSpPr>
        <p:spPr>
          <a:xfrm>
            <a:off x="10424159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6" name="Oval 2165"/>
          <p:cNvSpPr/>
          <p:nvPr/>
        </p:nvSpPr>
        <p:spPr>
          <a:xfrm>
            <a:off x="10424159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7" name="Oval 2166"/>
          <p:cNvSpPr/>
          <p:nvPr/>
        </p:nvSpPr>
        <p:spPr>
          <a:xfrm>
            <a:off x="10424159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8" name="Oval 2167"/>
          <p:cNvSpPr/>
          <p:nvPr/>
        </p:nvSpPr>
        <p:spPr>
          <a:xfrm>
            <a:off x="10424159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9" name="Oval 2168"/>
          <p:cNvSpPr/>
          <p:nvPr/>
        </p:nvSpPr>
        <p:spPr>
          <a:xfrm>
            <a:off x="10424159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0" name="Oval 2169"/>
          <p:cNvSpPr/>
          <p:nvPr/>
        </p:nvSpPr>
        <p:spPr>
          <a:xfrm>
            <a:off x="10424159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1" name="Oval 2170"/>
          <p:cNvSpPr/>
          <p:nvPr/>
        </p:nvSpPr>
        <p:spPr>
          <a:xfrm>
            <a:off x="10424159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2" name="Oval 2171"/>
          <p:cNvSpPr/>
          <p:nvPr/>
        </p:nvSpPr>
        <p:spPr>
          <a:xfrm>
            <a:off x="10424159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3" name="Oval 2172"/>
          <p:cNvSpPr/>
          <p:nvPr/>
        </p:nvSpPr>
        <p:spPr>
          <a:xfrm>
            <a:off x="10424159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4" name="Oval 2173"/>
          <p:cNvSpPr/>
          <p:nvPr/>
        </p:nvSpPr>
        <p:spPr>
          <a:xfrm>
            <a:off x="10424159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5" name="Oval 2174"/>
          <p:cNvSpPr/>
          <p:nvPr/>
        </p:nvSpPr>
        <p:spPr>
          <a:xfrm>
            <a:off x="10424159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6" name="Oval 2175"/>
          <p:cNvSpPr/>
          <p:nvPr/>
        </p:nvSpPr>
        <p:spPr>
          <a:xfrm>
            <a:off x="10424159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7" name="Oval 2176"/>
          <p:cNvSpPr/>
          <p:nvPr/>
        </p:nvSpPr>
        <p:spPr>
          <a:xfrm>
            <a:off x="10424159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8" name="Oval 2177"/>
          <p:cNvSpPr/>
          <p:nvPr/>
        </p:nvSpPr>
        <p:spPr>
          <a:xfrm>
            <a:off x="10607039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9" name="Oval 2178"/>
          <p:cNvSpPr/>
          <p:nvPr/>
        </p:nvSpPr>
        <p:spPr>
          <a:xfrm>
            <a:off x="10607039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0" name="Oval 2179"/>
          <p:cNvSpPr/>
          <p:nvPr/>
        </p:nvSpPr>
        <p:spPr>
          <a:xfrm>
            <a:off x="10607039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1" name="Oval 2180"/>
          <p:cNvSpPr/>
          <p:nvPr/>
        </p:nvSpPr>
        <p:spPr>
          <a:xfrm>
            <a:off x="10607039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2" name="Oval 2181"/>
          <p:cNvSpPr/>
          <p:nvPr/>
        </p:nvSpPr>
        <p:spPr>
          <a:xfrm>
            <a:off x="10607039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3" name="Oval 2182"/>
          <p:cNvSpPr/>
          <p:nvPr/>
        </p:nvSpPr>
        <p:spPr>
          <a:xfrm>
            <a:off x="10607039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4" name="Oval 2183"/>
          <p:cNvSpPr/>
          <p:nvPr/>
        </p:nvSpPr>
        <p:spPr>
          <a:xfrm>
            <a:off x="10607039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5" name="Oval 2184"/>
          <p:cNvSpPr/>
          <p:nvPr/>
        </p:nvSpPr>
        <p:spPr>
          <a:xfrm>
            <a:off x="10607039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6" name="Oval 2185"/>
          <p:cNvSpPr/>
          <p:nvPr/>
        </p:nvSpPr>
        <p:spPr>
          <a:xfrm>
            <a:off x="10607039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7" name="Oval 2186"/>
          <p:cNvSpPr/>
          <p:nvPr/>
        </p:nvSpPr>
        <p:spPr>
          <a:xfrm>
            <a:off x="10607039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8" name="Oval 2187"/>
          <p:cNvSpPr/>
          <p:nvPr/>
        </p:nvSpPr>
        <p:spPr>
          <a:xfrm>
            <a:off x="10607039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9" name="Oval 2188"/>
          <p:cNvSpPr/>
          <p:nvPr/>
        </p:nvSpPr>
        <p:spPr>
          <a:xfrm>
            <a:off x="10607039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0" name="Oval 2189"/>
          <p:cNvSpPr/>
          <p:nvPr/>
        </p:nvSpPr>
        <p:spPr>
          <a:xfrm>
            <a:off x="10607039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1" name="Oval 2190"/>
          <p:cNvSpPr/>
          <p:nvPr/>
        </p:nvSpPr>
        <p:spPr>
          <a:xfrm>
            <a:off x="10607039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2" name="Oval 2191"/>
          <p:cNvSpPr/>
          <p:nvPr/>
        </p:nvSpPr>
        <p:spPr>
          <a:xfrm>
            <a:off x="10607039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3" name="Oval 2192"/>
          <p:cNvSpPr/>
          <p:nvPr/>
        </p:nvSpPr>
        <p:spPr>
          <a:xfrm>
            <a:off x="10607039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4" name="Oval 2193"/>
          <p:cNvSpPr/>
          <p:nvPr/>
        </p:nvSpPr>
        <p:spPr>
          <a:xfrm>
            <a:off x="10607039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5" name="Oval 2194"/>
          <p:cNvSpPr/>
          <p:nvPr/>
        </p:nvSpPr>
        <p:spPr>
          <a:xfrm>
            <a:off x="10607039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6" name="Oval 2195"/>
          <p:cNvSpPr/>
          <p:nvPr/>
        </p:nvSpPr>
        <p:spPr>
          <a:xfrm>
            <a:off x="10607039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7" name="Oval 2196"/>
          <p:cNvSpPr/>
          <p:nvPr/>
        </p:nvSpPr>
        <p:spPr>
          <a:xfrm>
            <a:off x="10607039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8" name="Oval 2197"/>
          <p:cNvSpPr/>
          <p:nvPr/>
        </p:nvSpPr>
        <p:spPr>
          <a:xfrm>
            <a:off x="10607039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9" name="Oval 2198"/>
          <p:cNvSpPr/>
          <p:nvPr/>
        </p:nvSpPr>
        <p:spPr>
          <a:xfrm>
            <a:off x="10607039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0" name="Oval 2199"/>
          <p:cNvSpPr/>
          <p:nvPr/>
        </p:nvSpPr>
        <p:spPr>
          <a:xfrm>
            <a:off x="10607039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1" name="Oval 2200"/>
          <p:cNvSpPr/>
          <p:nvPr/>
        </p:nvSpPr>
        <p:spPr>
          <a:xfrm>
            <a:off x="10607039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2" name="Oval 2201"/>
          <p:cNvSpPr/>
          <p:nvPr/>
        </p:nvSpPr>
        <p:spPr>
          <a:xfrm>
            <a:off x="10607039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3" name="Oval 2202"/>
          <p:cNvSpPr/>
          <p:nvPr/>
        </p:nvSpPr>
        <p:spPr>
          <a:xfrm>
            <a:off x="10607039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4" name="Oval 2203"/>
          <p:cNvSpPr/>
          <p:nvPr/>
        </p:nvSpPr>
        <p:spPr>
          <a:xfrm>
            <a:off x="10607039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5" name="Oval 2204"/>
          <p:cNvSpPr/>
          <p:nvPr/>
        </p:nvSpPr>
        <p:spPr>
          <a:xfrm>
            <a:off x="10607039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6" name="Oval 2205"/>
          <p:cNvSpPr/>
          <p:nvPr/>
        </p:nvSpPr>
        <p:spPr>
          <a:xfrm>
            <a:off x="10607039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7" name="Oval 2206"/>
          <p:cNvSpPr/>
          <p:nvPr/>
        </p:nvSpPr>
        <p:spPr>
          <a:xfrm>
            <a:off x="10607039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8" name="Oval 2207"/>
          <p:cNvSpPr/>
          <p:nvPr/>
        </p:nvSpPr>
        <p:spPr>
          <a:xfrm>
            <a:off x="10607039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9" name="Oval 2208"/>
          <p:cNvSpPr/>
          <p:nvPr/>
        </p:nvSpPr>
        <p:spPr>
          <a:xfrm>
            <a:off x="10607039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0" name="Oval 2209"/>
          <p:cNvSpPr/>
          <p:nvPr/>
        </p:nvSpPr>
        <p:spPr>
          <a:xfrm>
            <a:off x="10607039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1" name="Oval 2210"/>
          <p:cNvSpPr/>
          <p:nvPr/>
        </p:nvSpPr>
        <p:spPr>
          <a:xfrm>
            <a:off x="10607039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2" name="Oval 2211"/>
          <p:cNvSpPr/>
          <p:nvPr/>
        </p:nvSpPr>
        <p:spPr>
          <a:xfrm>
            <a:off x="10607039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3" name="Oval 2212"/>
          <p:cNvSpPr/>
          <p:nvPr/>
        </p:nvSpPr>
        <p:spPr>
          <a:xfrm>
            <a:off x="10607039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4" name="Oval 2213"/>
          <p:cNvSpPr/>
          <p:nvPr/>
        </p:nvSpPr>
        <p:spPr>
          <a:xfrm>
            <a:off x="10607039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5" name="Oval 2214"/>
          <p:cNvSpPr/>
          <p:nvPr/>
        </p:nvSpPr>
        <p:spPr>
          <a:xfrm>
            <a:off x="10607039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6" name="Oval 2215"/>
          <p:cNvSpPr/>
          <p:nvPr/>
        </p:nvSpPr>
        <p:spPr>
          <a:xfrm>
            <a:off x="10789919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7" name="Oval 2216"/>
          <p:cNvSpPr/>
          <p:nvPr/>
        </p:nvSpPr>
        <p:spPr>
          <a:xfrm>
            <a:off x="10789919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8" name="Oval 2217"/>
          <p:cNvSpPr/>
          <p:nvPr/>
        </p:nvSpPr>
        <p:spPr>
          <a:xfrm>
            <a:off x="10789919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9" name="Oval 2218"/>
          <p:cNvSpPr/>
          <p:nvPr/>
        </p:nvSpPr>
        <p:spPr>
          <a:xfrm>
            <a:off x="10789919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0" name="Oval 2219"/>
          <p:cNvSpPr/>
          <p:nvPr/>
        </p:nvSpPr>
        <p:spPr>
          <a:xfrm>
            <a:off x="10789919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1" name="Oval 2220"/>
          <p:cNvSpPr/>
          <p:nvPr/>
        </p:nvSpPr>
        <p:spPr>
          <a:xfrm>
            <a:off x="10789919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2" name="Oval 2221"/>
          <p:cNvSpPr/>
          <p:nvPr/>
        </p:nvSpPr>
        <p:spPr>
          <a:xfrm>
            <a:off x="10789919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3" name="Oval 2222"/>
          <p:cNvSpPr/>
          <p:nvPr/>
        </p:nvSpPr>
        <p:spPr>
          <a:xfrm>
            <a:off x="10789919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4" name="Oval 2223"/>
          <p:cNvSpPr/>
          <p:nvPr/>
        </p:nvSpPr>
        <p:spPr>
          <a:xfrm>
            <a:off x="10789919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5" name="Oval 2224"/>
          <p:cNvSpPr/>
          <p:nvPr/>
        </p:nvSpPr>
        <p:spPr>
          <a:xfrm>
            <a:off x="10789919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6" name="Oval 2225"/>
          <p:cNvSpPr/>
          <p:nvPr/>
        </p:nvSpPr>
        <p:spPr>
          <a:xfrm>
            <a:off x="10789919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7" name="Oval 2226"/>
          <p:cNvSpPr/>
          <p:nvPr/>
        </p:nvSpPr>
        <p:spPr>
          <a:xfrm>
            <a:off x="10789919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8" name="Oval 2227"/>
          <p:cNvSpPr/>
          <p:nvPr/>
        </p:nvSpPr>
        <p:spPr>
          <a:xfrm>
            <a:off x="10789919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9" name="Oval 2228"/>
          <p:cNvSpPr/>
          <p:nvPr/>
        </p:nvSpPr>
        <p:spPr>
          <a:xfrm>
            <a:off x="10789919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0" name="Oval 2229"/>
          <p:cNvSpPr/>
          <p:nvPr/>
        </p:nvSpPr>
        <p:spPr>
          <a:xfrm>
            <a:off x="10789919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1" name="Oval 2230"/>
          <p:cNvSpPr/>
          <p:nvPr/>
        </p:nvSpPr>
        <p:spPr>
          <a:xfrm>
            <a:off x="10789919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2" name="Oval 2231"/>
          <p:cNvSpPr/>
          <p:nvPr/>
        </p:nvSpPr>
        <p:spPr>
          <a:xfrm>
            <a:off x="10789919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3" name="Oval 2232"/>
          <p:cNvSpPr/>
          <p:nvPr/>
        </p:nvSpPr>
        <p:spPr>
          <a:xfrm>
            <a:off x="10789919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4" name="Oval 2233"/>
          <p:cNvSpPr/>
          <p:nvPr/>
        </p:nvSpPr>
        <p:spPr>
          <a:xfrm>
            <a:off x="10789919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5" name="Oval 2234"/>
          <p:cNvSpPr/>
          <p:nvPr/>
        </p:nvSpPr>
        <p:spPr>
          <a:xfrm>
            <a:off x="10789919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6" name="Oval 2235"/>
          <p:cNvSpPr/>
          <p:nvPr/>
        </p:nvSpPr>
        <p:spPr>
          <a:xfrm>
            <a:off x="10789919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7" name="Oval 2236"/>
          <p:cNvSpPr/>
          <p:nvPr/>
        </p:nvSpPr>
        <p:spPr>
          <a:xfrm>
            <a:off x="10789919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8" name="Oval 2237"/>
          <p:cNvSpPr/>
          <p:nvPr/>
        </p:nvSpPr>
        <p:spPr>
          <a:xfrm>
            <a:off x="10789919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9" name="Oval 2238"/>
          <p:cNvSpPr/>
          <p:nvPr/>
        </p:nvSpPr>
        <p:spPr>
          <a:xfrm>
            <a:off x="10789919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0" name="Oval 2239"/>
          <p:cNvSpPr/>
          <p:nvPr/>
        </p:nvSpPr>
        <p:spPr>
          <a:xfrm>
            <a:off x="10789919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1" name="Oval 2240"/>
          <p:cNvSpPr/>
          <p:nvPr/>
        </p:nvSpPr>
        <p:spPr>
          <a:xfrm>
            <a:off x="10789919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2" name="Oval 2241"/>
          <p:cNvSpPr/>
          <p:nvPr/>
        </p:nvSpPr>
        <p:spPr>
          <a:xfrm>
            <a:off x="10789919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3" name="Oval 2242"/>
          <p:cNvSpPr/>
          <p:nvPr/>
        </p:nvSpPr>
        <p:spPr>
          <a:xfrm>
            <a:off x="10789919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4" name="Oval 2243"/>
          <p:cNvSpPr/>
          <p:nvPr/>
        </p:nvSpPr>
        <p:spPr>
          <a:xfrm>
            <a:off x="10789919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5" name="Oval 2244"/>
          <p:cNvSpPr/>
          <p:nvPr/>
        </p:nvSpPr>
        <p:spPr>
          <a:xfrm>
            <a:off x="10789919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6" name="Oval 2245"/>
          <p:cNvSpPr/>
          <p:nvPr/>
        </p:nvSpPr>
        <p:spPr>
          <a:xfrm>
            <a:off x="10789919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7" name="Oval 2246"/>
          <p:cNvSpPr/>
          <p:nvPr/>
        </p:nvSpPr>
        <p:spPr>
          <a:xfrm>
            <a:off x="10789919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8" name="Oval 2247"/>
          <p:cNvSpPr/>
          <p:nvPr/>
        </p:nvSpPr>
        <p:spPr>
          <a:xfrm>
            <a:off x="10789919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9" name="Oval 2248"/>
          <p:cNvSpPr/>
          <p:nvPr/>
        </p:nvSpPr>
        <p:spPr>
          <a:xfrm>
            <a:off x="10789919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0" name="Oval 2249"/>
          <p:cNvSpPr/>
          <p:nvPr/>
        </p:nvSpPr>
        <p:spPr>
          <a:xfrm>
            <a:off x="10789919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1" name="Oval 2250"/>
          <p:cNvSpPr/>
          <p:nvPr/>
        </p:nvSpPr>
        <p:spPr>
          <a:xfrm>
            <a:off x="10789919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2" name="Oval 2251"/>
          <p:cNvSpPr/>
          <p:nvPr/>
        </p:nvSpPr>
        <p:spPr>
          <a:xfrm>
            <a:off x="10789919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3" name="Oval 2252"/>
          <p:cNvSpPr/>
          <p:nvPr/>
        </p:nvSpPr>
        <p:spPr>
          <a:xfrm>
            <a:off x="10972799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4" name="Oval 2253"/>
          <p:cNvSpPr/>
          <p:nvPr/>
        </p:nvSpPr>
        <p:spPr>
          <a:xfrm>
            <a:off x="10972799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5" name="Oval 2254"/>
          <p:cNvSpPr/>
          <p:nvPr/>
        </p:nvSpPr>
        <p:spPr>
          <a:xfrm>
            <a:off x="10972799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Oval 2255"/>
          <p:cNvSpPr/>
          <p:nvPr/>
        </p:nvSpPr>
        <p:spPr>
          <a:xfrm>
            <a:off x="10972799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7" name="Oval 2256"/>
          <p:cNvSpPr/>
          <p:nvPr/>
        </p:nvSpPr>
        <p:spPr>
          <a:xfrm>
            <a:off x="10972799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8" name="Oval 2257"/>
          <p:cNvSpPr/>
          <p:nvPr/>
        </p:nvSpPr>
        <p:spPr>
          <a:xfrm>
            <a:off x="10972799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9" name="Oval 2258"/>
          <p:cNvSpPr/>
          <p:nvPr/>
        </p:nvSpPr>
        <p:spPr>
          <a:xfrm>
            <a:off x="10972799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0" name="Oval 2259"/>
          <p:cNvSpPr/>
          <p:nvPr/>
        </p:nvSpPr>
        <p:spPr>
          <a:xfrm>
            <a:off x="10972799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1" name="Oval 2260"/>
          <p:cNvSpPr/>
          <p:nvPr/>
        </p:nvSpPr>
        <p:spPr>
          <a:xfrm>
            <a:off x="10972799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2" name="Oval 2261"/>
          <p:cNvSpPr/>
          <p:nvPr/>
        </p:nvSpPr>
        <p:spPr>
          <a:xfrm>
            <a:off x="10972799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3" name="Oval 2262"/>
          <p:cNvSpPr/>
          <p:nvPr/>
        </p:nvSpPr>
        <p:spPr>
          <a:xfrm>
            <a:off x="10972799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4" name="Oval 2263"/>
          <p:cNvSpPr/>
          <p:nvPr/>
        </p:nvSpPr>
        <p:spPr>
          <a:xfrm>
            <a:off x="10972799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5" name="Oval 2264"/>
          <p:cNvSpPr/>
          <p:nvPr/>
        </p:nvSpPr>
        <p:spPr>
          <a:xfrm>
            <a:off x="10972799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6" name="Oval 2265"/>
          <p:cNvSpPr/>
          <p:nvPr/>
        </p:nvSpPr>
        <p:spPr>
          <a:xfrm>
            <a:off x="10972799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7" name="Oval 2266"/>
          <p:cNvSpPr/>
          <p:nvPr/>
        </p:nvSpPr>
        <p:spPr>
          <a:xfrm>
            <a:off x="10972799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8" name="Oval 2267"/>
          <p:cNvSpPr/>
          <p:nvPr/>
        </p:nvSpPr>
        <p:spPr>
          <a:xfrm>
            <a:off x="10972799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9" name="Oval 2268"/>
          <p:cNvSpPr/>
          <p:nvPr/>
        </p:nvSpPr>
        <p:spPr>
          <a:xfrm>
            <a:off x="10972799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0" name="Oval 2269"/>
          <p:cNvSpPr/>
          <p:nvPr/>
        </p:nvSpPr>
        <p:spPr>
          <a:xfrm>
            <a:off x="10972799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1" name="Oval 2270"/>
          <p:cNvSpPr/>
          <p:nvPr/>
        </p:nvSpPr>
        <p:spPr>
          <a:xfrm>
            <a:off x="10972799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2" name="Oval 2271"/>
          <p:cNvSpPr/>
          <p:nvPr/>
        </p:nvSpPr>
        <p:spPr>
          <a:xfrm>
            <a:off x="10972799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3" name="Oval 2272"/>
          <p:cNvSpPr/>
          <p:nvPr/>
        </p:nvSpPr>
        <p:spPr>
          <a:xfrm>
            <a:off x="10972799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4" name="Oval 2273"/>
          <p:cNvSpPr/>
          <p:nvPr/>
        </p:nvSpPr>
        <p:spPr>
          <a:xfrm>
            <a:off x="10972799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5" name="Oval 2274"/>
          <p:cNvSpPr/>
          <p:nvPr/>
        </p:nvSpPr>
        <p:spPr>
          <a:xfrm>
            <a:off x="10972799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6" name="Oval 2275"/>
          <p:cNvSpPr/>
          <p:nvPr/>
        </p:nvSpPr>
        <p:spPr>
          <a:xfrm>
            <a:off x="10972799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7" name="Oval 2276"/>
          <p:cNvSpPr/>
          <p:nvPr/>
        </p:nvSpPr>
        <p:spPr>
          <a:xfrm>
            <a:off x="10972799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8" name="Oval 2277"/>
          <p:cNvSpPr/>
          <p:nvPr/>
        </p:nvSpPr>
        <p:spPr>
          <a:xfrm>
            <a:off x="10972799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9" name="Oval 2278"/>
          <p:cNvSpPr/>
          <p:nvPr/>
        </p:nvSpPr>
        <p:spPr>
          <a:xfrm>
            <a:off x="10972799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0" name="Oval 2279"/>
          <p:cNvSpPr/>
          <p:nvPr/>
        </p:nvSpPr>
        <p:spPr>
          <a:xfrm>
            <a:off x="10972799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1" name="Oval 2280"/>
          <p:cNvSpPr/>
          <p:nvPr/>
        </p:nvSpPr>
        <p:spPr>
          <a:xfrm>
            <a:off x="10972799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2" name="Oval 2281"/>
          <p:cNvSpPr/>
          <p:nvPr/>
        </p:nvSpPr>
        <p:spPr>
          <a:xfrm>
            <a:off x="10972799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3" name="Oval 2282"/>
          <p:cNvSpPr/>
          <p:nvPr/>
        </p:nvSpPr>
        <p:spPr>
          <a:xfrm>
            <a:off x="10972799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4" name="Oval 2283"/>
          <p:cNvSpPr/>
          <p:nvPr/>
        </p:nvSpPr>
        <p:spPr>
          <a:xfrm>
            <a:off x="10972799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5" name="Oval 2284"/>
          <p:cNvSpPr/>
          <p:nvPr/>
        </p:nvSpPr>
        <p:spPr>
          <a:xfrm>
            <a:off x="10972799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6" name="Oval 2285"/>
          <p:cNvSpPr/>
          <p:nvPr/>
        </p:nvSpPr>
        <p:spPr>
          <a:xfrm>
            <a:off x="10972799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7" name="Oval 2286"/>
          <p:cNvSpPr/>
          <p:nvPr/>
        </p:nvSpPr>
        <p:spPr>
          <a:xfrm>
            <a:off x="10972799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8" name="Oval 2287"/>
          <p:cNvSpPr/>
          <p:nvPr/>
        </p:nvSpPr>
        <p:spPr>
          <a:xfrm>
            <a:off x="10972799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9" name="Oval 2288"/>
          <p:cNvSpPr/>
          <p:nvPr/>
        </p:nvSpPr>
        <p:spPr>
          <a:xfrm>
            <a:off x="10972799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0" name="Oval 2289"/>
          <p:cNvSpPr/>
          <p:nvPr/>
        </p:nvSpPr>
        <p:spPr>
          <a:xfrm>
            <a:off x="10972799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1" name="Oval 2290"/>
          <p:cNvSpPr/>
          <p:nvPr/>
        </p:nvSpPr>
        <p:spPr>
          <a:xfrm>
            <a:off x="11155679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2" name="Oval 2291"/>
          <p:cNvSpPr/>
          <p:nvPr/>
        </p:nvSpPr>
        <p:spPr>
          <a:xfrm>
            <a:off x="11155679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3" name="Oval 2292"/>
          <p:cNvSpPr/>
          <p:nvPr/>
        </p:nvSpPr>
        <p:spPr>
          <a:xfrm>
            <a:off x="11155679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4" name="Oval 2293"/>
          <p:cNvSpPr/>
          <p:nvPr/>
        </p:nvSpPr>
        <p:spPr>
          <a:xfrm>
            <a:off x="11155679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5" name="Oval 2294"/>
          <p:cNvSpPr/>
          <p:nvPr/>
        </p:nvSpPr>
        <p:spPr>
          <a:xfrm>
            <a:off x="11155679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6" name="Oval 2295"/>
          <p:cNvSpPr/>
          <p:nvPr/>
        </p:nvSpPr>
        <p:spPr>
          <a:xfrm>
            <a:off x="11155679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7" name="Oval 2296"/>
          <p:cNvSpPr/>
          <p:nvPr/>
        </p:nvSpPr>
        <p:spPr>
          <a:xfrm>
            <a:off x="11155679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8" name="Oval 2297"/>
          <p:cNvSpPr/>
          <p:nvPr/>
        </p:nvSpPr>
        <p:spPr>
          <a:xfrm>
            <a:off x="11155679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9" name="Oval 2298"/>
          <p:cNvSpPr/>
          <p:nvPr/>
        </p:nvSpPr>
        <p:spPr>
          <a:xfrm>
            <a:off x="11155679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0" name="Oval 2299"/>
          <p:cNvSpPr/>
          <p:nvPr/>
        </p:nvSpPr>
        <p:spPr>
          <a:xfrm>
            <a:off x="11155679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1" name="Oval 2300"/>
          <p:cNvSpPr/>
          <p:nvPr/>
        </p:nvSpPr>
        <p:spPr>
          <a:xfrm>
            <a:off x="11155679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2" name="Oval 2301"/>
          <p:cNvSpPr/>
          <p:nvPr/>
        </p:nvSpPr>
        <p:spPr>
          <a:xfrm>
            <a:off x="11155679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3" name="Oval 2302"/>
          <p:cNvSpPr/>
          <p:nvPr/>
        </p:nvSpPr>
        <p:spPr>
          <a:xfrm>
            <a:off x="11155679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4" name="Oval 2303"/>
          <p:cNvSpPr/>
          <p:nvPr/>
        </p:nvSpPr>
        <p:spPr>
          <a:xfrm>
            <a:off x="11155679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5" name="Oval 2304"/>
          <p:cNvSpPr/>
          <p:nvPr/>
        </p:nvSpPr>
        <p:spPr>
          <a:xfrm>
            <a:off x="11155679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6" name="Oval 2305"/>
          <p:cNvSpPr/>
          <p:nvPr/>
        </p:nvSpPr>
        <p:spPr>
          <a:xfrm>
            <a:off x="11155679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7" name="Oval 2306"/>
          <p:cNvSpPr/>
          <p:nvPr/>
        </p:nvSpPr>
        <p:spPr>
          <a:xfrm>
            <a:off x="11155679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8" name="Oval 2307"/>
          <p:cNvSpPr/>
          <p:nvPr/>
        </p:nvSpPr>
        <p:spPr>
          <a:xfrm>
            <a:off x="11155679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9" name="Oval 2308"/>
          <p:cNvSpPr/>
          <p:nvPr/>
        </p:nvSpPr>
        <p:spPr>
          <a:xfrm>
            <a:off x="11155679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0" name="Oval 2309"/>
          <p:cNvSpPr/>
          <p:nvPr/>
        </p:nvSpPr>
        <p:spPr>
          <a:xfrm>
            <a:off x="11155679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1" name="Oval 2310"/>
          <p:cNvSpPr/>
          <p:nvPr/>
        </p:nvSpPr>
        <p:spPr>
          <a:xfrm>
            <a:off x="11155679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2" name="Oval 2311"/>
          <p:cNvSpPr/>
          <p:nvPr/>
        </p:nvSpPr>
        <p:spPr>
          <a:xfrm>
            <a:off x="11155679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3" name="Oval 2312"/>
          <p:cNvSpPr/>
          <p:nvPr/>
        </p:nvSpPr>
        <p:spPr>
          <a:xfrm>
            <a:off x="11155679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4" name="Oval 2313"/>
          <p:cNvSpPr/>
          <p:nvPr/>
        </p:nvSpPr>
        <p:spPr>
          <a:xfrm>
            <a:off x="11155679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5" name="Oval 2314"/>
          <p:cNvSpPr/>
          <p:nvPr/>
        </p:nvSpPr>
        <p:spPr>
          <a:xfrm>
            <a:off x="11155679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6" name="Oval 2315"/>
          <p:cNvSpPr/>
          <p:nvPr/>
        </p:nvSpPr>
        <p:spPr>
          <a:xfrm>
            <a:off x="11155679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7" name="Oval 2316"/>
          <p:cNvSpPr/>
          <p:nvPr/>
        </p:nvSpPr>
        <p:spPr>
          <a:xfrm>
            <a:off x="11155679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8" name="Oval 2317"/>
          <p:cNvSpPr/>
          <p:nvPr/>
        </p:nvSpPr>
        <p:spPr>
          <a:xfrm>
            <a:off x="11155679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9" name="Oval 2318"/>
          <p:cNvSpPr/>
          <p:nvPr/>
        </p:nvSpPr>
        <p:spPr>
          <a:xfrm>
            <a:off x="11155679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0" name="Oval 2319"/>
          <p:cNvSpPr/>
          <p:nvPr/>
        </p:nvSpPr>
        <p:spPr>
          <a:xfrm>
            <a:off x="11155679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1" name="Oval 2320"/>
          <p:cNvSpPr/>
          <p:nvPr/>
        </p:nvSpPr>
        <p:spPr>
          <a:xfrm>
            <a:off x="11155679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2" name="Oval 2321"/>
          <p:cNvSpPr/>
          <p:nvPr/>
        </p:nvSpPr>
        <p:spPr>
          <a:xfrm>
            <a:off x="11155679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3" name="Oval 2322"/>
          <p:cNvSpPr/>
          <p:nvPr/>
        </p:nvSpPr>
        <p:spPr>
          <a:xfrm>
            <a:off x="11155679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4" name="Oval 2323"/>
          <p:cNvSpPr/>
          <p:nvPr/>
        </p:nvSpPr>
        <p:spPr>
          <a:xfrm>
            <a:off x="11155679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5" name="Oval 2324"/>
          <p:cNvSpPr/>
          <p:nvPr/>
        </p:nvSpPr>
        <p:spPr>
          <a:xfrm>
            <a:off x="11155679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6" name="Oval 2325"/>
          <p:cNvSpPr/>
          <p:nvPr/>
        </p:nvSpPr>
        <p:spPr>
          <a:xfrm>
            <a:off x="11155679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7" name="Oval 2326"/>
          <p:cNvSpPr/>
          <p:nvPr/>
        </p:nvSpPr>
        <p:spPr>
          <a:xfrm>
            <a:off x="11155679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8" name="Oval 2327"/>
          <p:cNvSpPr/>
          <p:nvPr/>
        </p:nvSpPr>
        <p:spPr>
          <a:xfrm>
            <a:off x="11338559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9" name="Oval 2328"/>
          <p:cNvSpPr/>
          <p:nvPr/>
        </p:nvSpPr>
        <p:spPr>
          <a:xfrm>
            <a:off x="11338559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0" name="Oval 2329"/>
          <p:cNvSpPr/>
          <p:nvPr/>
        </p:nvSpPr>
        <p:spPr>
          <a:xfrm>
            <a:off x="11338559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1" name="Oval 2330"/>
          <p:cNvSpPr/>
          <p:nvPr/>
        </p:nvSpPr>
        <p:spPr>
          <a:xfrm>
            <a:off x="11338559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2" name="Oval 2331"/>
          <p:cNvSpPr/>
          <p:nvPr/>
        </p:nvSpPr>
        <p:spPr>
          <a:xfrm>
            <a:off x="11338559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3" name="Oval 2332"/>
          <p:cNvSpPr/>
          <p:nvPr/>
        </p:nvSpPr>
        <p:spPr>
          <a:xfrm>
            <a:off x="11338559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4" name="Oval 2333"/>
          <p:cNvSpPr/>
          <p:nvPr/>
        </p:nvSpPr>
        <p:spPr>
          <a:xfrm>
            <a:off x="11338559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5" name="Oval 2334"/>
          <p:cNvSpPr/>
          <p:nvPr/>
        </p:nvSpPr>
        <p:spPr>
          <a:xfrm>
            <a:off x="11338559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6" name="Oval 2335"/>
          <p:cNvSpPr/>
          <p:nvPr/>
        </p:nvSpPr>
        <p:spPr>
          <a:xfrm>
            <a:off x="11338559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7" name="Oval 2336"/>
          <p:cNvSpPr/>
          <p:nvPr/>
        </p:nvSpPr>
        <p:spPr>
          <a:xfrm>
            <a:off x="11338559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8" name="Oval 2337"/>
          <p:cNvSpPr/>
          <p:nvPr/>
        </p:nvSpPr>
        <p:spPr>
          <a:xfrm>
            <a:off x="11338559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9" name="Oval 2338"/>
          <p:cNvSpPr/>
          <p:nvPr/>
        </p:nvSpPr>
        <p:spPr>
          <a:xfrm>
            <a:off x="11338559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0" name="Oval 2339"/>
          <p:cNvSpPr/>
          <p:nvPr/>
        </p:nvSpPr>
        <p:spPr>
          <a:xfrm>
            <a:off x="11338559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1" name="Oval 2340"/>
          <p:cNvSpPr/>
          <p:nvPr/>
        </p:nvSpPr>
        <p:spPr>
          <a:xfrm>
            <a:off x="11338559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2" name="Oval 2341"/>
          <p:cNvSpPr/>
          <p:nvPr/>
        </p:nvSpPr>
        <p:spPr>
          <a:xfrm>
            <a:off x="11338559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3" name="Oval 2342"/>
          <p:cNvSpPr/>
          <p:nvPr/>
        </p:nvSpPr>
        <p:spPr>
          <a:xfrm>
            <a:off x="11338559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4" name="Oval 2343"/>
          <p:cNvSpPr/>
          <p:nvPr/>
        </p:nvSpPr>
        <p:spPr>
          <a:xfrm>
            <a:off x="11338559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5" name="Oval 2344"/>
          <p:cNvSpPr/>
          <p:nvPr/>
        </p:nvSpPr>
        <p:spPr>
          <a:xfrm>
            <a:off x="11338559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6" name="Oval 2345"/>
          <p:cNvSpPr/>
          <p:nvPr/>
        </p:nvSpPr>
        <p:spPr>
          <a:xfrm>
            <a:off x="11338559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7" name="Oval 2346"/>
          <p:cNvSpPr/>
          <p:nvPr/>
        </p:nvSpPr>
        <p:spPr>
          <a:xfrm>
            <a:off x="11338559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8" name="Oval 2347"/>
          <p:cNvSpPr/>
          <p:nvPr/>
        </p:nvSpPr>
        <p:spPr>
          <a:xfrm>
            <a:off x="11338559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9" name="Oval 2348"/>
          <p:cNvSpPr/>
          <p:nvPr/>
        </p:nvSpPr>
        <p:spPr>
          <a:xfrm>
            <a:off x="11338559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0" name="Oval 2349"/>
          <p:cNvSpPr/>
          <p:nvPr/>
        </p:nvSpPr>
        <p:spPr>
          <a:xfrm>
            <a:off x="11338559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1" name="Oval 2350"/>
          <p:cNvSpPr/>
          <p:nvPr/>
        </p:nvSpPr>
        <p:spPr>
          <a:xfrm>
            <a:off x="11338559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2" name="Oval 2351"/>
          <p:cNvSpPr/>
          <p:nvPr/>
        </p:nvSpPr>
        <p:spPr>
          <a:xfrm>
            <a:off x="11338559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3" name="Oval 2352"/>
          <p:cNvSpPr/>
          <p:nvPr/>
        </p:nvSpPr>
        <p:spPr>
          <a:xfrm>
            <a:off x="11338559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4" name="Oval 2353"/>
          <p:cNvSpPr/>
          <p:nvPr/>
        </p:nvSpPr>
        <p:spPr>
          <a:xfrm>
            <a:off x="11338559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5" name="Oval 2354"/>
          <p:cNvSpPr/>
          <p:nvPr/>
        </p:nvSpPr>
        <p:spPr>
          <a:xfrm>
            <a:off x="11338559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6" name="Oval 2355"/>
          <p:cNvSpPr/>
          <p:nvPr/>
        </p:nvSpPr>
        <p:spPr>
          <a:xfrm>
            <a:off x="11338559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7" name="Oval 2356"/>
          <p:cNvSpPr/>
          <p:nvPr/>
        </p:nvSpPr>
        <p:spPr>
          <a:xfrm>
            <a:off x="11338559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8" name="Oval 2357"/>
          <p:cNvSpPr/>
          <p:nvPr/>
        </p:nvSpPr>
        <p:spPr>
          <a:xfrm>
            <a:off x="11338559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9" name="Oval 2358"/>
          <p:cNvSpPr/>
          <p:nvPr/>
        </p:nvSpPr>
        <p:spPr>
          <a:xfrm>
            <a:off x="11338559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0" name="Oval 2359"/>
          <p:cNvSpPr/>
          <p:nvPr/>
        </p:nvSpPr>
        <p:spPr>
          <a:xfrm>
            <a:off x="11338559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1" name="Oval 2360"/>
          <p:cNvSpPr/>
          <p:nvPr/>
        </p:nvSpPr>
        <p:spPr>
          <a:xfrm>
            <a:off x="11338559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2" name="Oval 2361"/>
          <p:cNvSpPr/>
          <p:nvPr/>
        </p:nvSpPr>
        <p:spPr>
          <a:xfrm>
            <a:off x="11338559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3" name="Oval 2362"/>
          <p:cNvSpPr/>
          <p:nvPr/>
        </p:nvSpPr>
        <p:spPr>
          <a:xfrm>
            <a:off x="11338559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4" name="Oval 2363"/>
          <p:cNvSpPr/>
          <p:nvPr/>
        </p:nvSpPr>
        <p:spPr>
          <a:xfrm>
            <a:off x="11338559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5" name="Oval 2364"/>
          <p:cNvSpPr/>
          <p:nvPr/>
        </p:nvSpPr>
        <p:spPr>
          <a:xfrm>
            <a:off x="11338559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6" name="Oval 2365"/>
          <p:cNvSpPr/>
          <p:nvPr/>
        </p:nvSpPr>
        <p:spPr>
          <a:xfrm>
            <a:off x="11521439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7" name="Oval 2366"/>
          <p:cNvSpPr/>
          <p:nvPr/>
        </p:nvSpPr>
        <p:spPr>
          <a:xfrm>
            <a:off x="11521439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8" name="Oval 2367"/>
          <p:cNvSpPr/>
          <p:nvPr/>
        </p:nvSpPr>
        <p:spPr>
          <a:xfrm>
            <a:off x="11521439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9" name="Oval 2368"/>
          <p:cNvSpPr/>
          <p:nvPr/>
        </p:nvSpPr>
        <p:spPr>
          <a:xfrm>
            <a:off x="11521439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0" name="Oval 2369"/>
          <p:cNvSpPr/>
          <p:nvPr/>
        </p:nvSpPr>
        <p:spPr>
          <a:xfrm>
            <a:off x="11521439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1" name="Oval 2370"/>
          <p:cNvSpPr/>
          <p:nvPr/>
        </p:nvSpPr>
        <p:spPr>
          <a:xfrm>
            <a:off x="11521439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2" name="Oval 2371"/>
          <p:cNvSpPr/>
          <p:nvPr/>
        </p:nvSpPr>
        <p:spPr>
          <a:xfrm>
            <a:off x="11521439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3" name="Oval 2372"/>
          <p:cNvSpPr/>
          <p:nvPr/>
        </p:nvSpPr>
        <p:spPr>
          <a:xfrm>
            <a:off x="11521439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4" name="Oval 2373"/>
          <p:cNvSpPr/>
          <p:nvPr/>
        </p:nvSpPr>
        <p:spPr>
          <a:xfrm>
            <a:off x="11521439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5" name="Oval 2374"/>
          <p:cNvSpPr/>
          <p:nvPr/>
        </p:nvSpPr>
        <p:spPr>
          <a:xfrm>
            <a:off x="11521439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6" name="Oval 2375"/>
          <p:cNvSpPr/>
          <p:nvPr/>
        </p:nvSpPr>
        <p:spPr>
          <a:xfrm>
            <a:off x="11521439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7" name="Oval 2376"/>
          <p:cNvSpPr/>
          <p:nvPr/>
        </p:nvSpPr>
        <p:spPr>
          <a:xfrm>
            <a:off x="11521439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8" name="Oval 2377"/>
          <p:cNvSpPr/>
          <p:nvPr/>
        </p:nvSpPr>
        <p:spPr>
          <a:xfrm>
            <a:off x="11521439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9" name="Oval 2378"/>
          <p:cNvSpPr/>
          <p:nvPr/>
        </p:nvSpPr>
        <p:spPr>
          <a:xfrm>
            <a:off x="11521439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0" name="Oval 2379"/>
          <p:cNvSpPr/>
          <p:nvPr/>
        </p:nvSpPr>
        <p:spPr>
          <a:xfrm>
            <a:off x="11521439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1" name="Oval 2380"/>
          <p:cNvSpPr/>
          <p:nvPr/>
        </p:nvSpPr>
        <p:spPr>
          <a:xfrm>
            <a:off x="11521439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2" name="Oval 2381"/>
          <p:cNvSpPr/>
          <p:nvPr/>
        </p:nvSpPr>
        <p:spPr>
          <a:xfrm>
            <a:off x="11521439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3" name="Oval 2382"/>
          <p:cNvSpPr/>
          <p:nvPr/>
        </p:nvSpPr>
        <p:spPr>
          <a:xfrm>
            <a:off x="11521439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4" name="Oval 2383"/>
          <p:cNvSpPr/>
          <p:nvPr/>
        </p:nvSpPr>
        <p:spPr>
          <a:xfrm>
            <a:off x="11521439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5" name="Oval 2384"/>
          <p:cNvSpPr/>
          <p:nvPr/>
        </p:nvSpPr>
        <p:spPr>
          <a:xfrm>
            <a:off x="11521439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6" name="Oval 2385"/>
          <p:cNvSpPr/>
          <p:nvPr/>
        </p:nvSpPr>
        <p:spPr>
          <a:xfrm>
            <a:off x="11521439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7" name="Oval 2386"/>
          <p:cNvSpPr/>
          <p:nvPr/>
        </p:nvSpPr>
        <p:spPr>
          <a:xfrm>
            <a:off x="11521439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8" name="Oval 2387"/>
          <p:cNvSpPr/>
          <p:nvPr/>
        </p:nvSpPr>
        <p:spPr>
          <a:xfrm>
            <a:off x="11521439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9" name="Oval 2388"/>
          <p:cNvSpPr/>
          <p:nvPr/>
        </p:nvSpPr>
        <p:spPr>
          <a:xfrm>
            <a:off x="11521439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0" name="Oval 2389"/>
          <p:cNvSpPr/>
          <p:nvPr/>
        </p:nvSpPr>
        <p:spPr>
          <a:xfrm>
            <a:off x="11521439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1" name="Oval 2390"/>
          <p:cNvSpPr/>
          <p:nvPr/>
        </p:nvSpPr>
        <p:spPr>
          <a:xfrm>
            <a:off x="11521439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2" name="Oval 2391"/>
          <p:cNvSpPr/>
          <p:nvPr/>
        </p:nvSpPr>
        <p:spPr>
          <a:xfrm>
            <a:off x="11521439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3" name="Oval 2392"/>
          <p:cNvSpPr/>
          <p:nvPr/>
        </p:nvSpPr>
        <p:spPr>
          <a:xfrm>
            <a:off x="11521439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4" name="Oval 2393"/>
          <p:cNvSpPr/>
          <p:nvPr/>
        </p:nvSpPr>
        <p:spPr>
          <a:xfrm>
            <a:off x="11521439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5" name="Oval 2394"/>
          <p:cNvSpPr/>
          <p:nvPr/>
        </p:nvSpPr>
        <p:spPr>
          <a:xfrm>
            <a:off x="11521439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6" name="Oval 2395"/>
          <p:cNvSpPr/>
          <p:nvPr/>
        </p:nvSpPr>
        <p:spPr>
          <a:xfrm>
            <a:off x="11521439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7" name="Oval 2396"/>
          <p:cNvSpPr/>
          <p:nvPr/>
        </p:nvSpPr>
        <p:spPr>
          <a:xfrm>
            <a:off x="11521439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8" name="Oval 2397"/>
          <p:cNvSpPr/>
          <p:nvPr/>
        </p:nvSpPr>
        <p:spPr>
          <a:xfrm>
            <a:off x="11521439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9" name="Oval 2398"/>
          <p:cNvSpPr/>
          <p:nvPr/>
        </p:nvSpPr>
        <p:spPr>
          <a:xfrm>
            <a:off x="11521439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0" name="Oval 2399"/>
          <p:cNvSpPr/>
          <p:nvPr/>
        </p:nvSpPr>
        <p:spPr>
          <a:xfrm>
            <a:off x="11521439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1" name="Oval 2400"/>
          <p:cNvSpPr/>
          <p:nvPr/>
        </p:nvSpPr>
        <p:spPr>
          <a:xfrm>
            <a:off x="11521439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2" name="Oval 2401"/>
          <p:cNvSpPr/>
          <p:nvPr/>
        </p:nvSpPr>
        <p:spPr>
          <a:xfrm>
            <a:off x="11521439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3" name="Oval 2402"/>
          <p:cNvSpPr/>
          <p:nvPr/>
        </p:nvSpPr>
        <p:spPr>
          <a:xfrm>
            <a:off x="11704319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4" name="Oval 2403"/>
          <p:cNvSpPr/>
          <p:nvPr/>
        </p:nvSpPr>
        <p:spPr>
          <a:xfrm>
            <a:off x="11704319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5" name="Oval 2404"/>
          <p:cNvSpPr/>
          <p:nvPr/>
        </p:nvSpPr>
        <p:spPr>
          <a:xfrm>
            <a:off x="11704319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6" name="Oval 2405"/>
          <p:cNvSpPr/>
          <p:nvPr/>
        </p:nvSpPr>
        <p:spPr>
          <a:xfrm>
            <a:off x="11704319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7" name="Oval 2406"/>
          <p:cNvSpPr/>
          <p:nvPr/>
        </p:nvSpPr>
        <p:spPr>
          <a:xfrm>
            <a:off x="11704319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8" name="Oval 2407"/>
          <p:cNvSpPr/>
          <p:nvPr/>
        </p:nvSpPr>
        <p:spPr>
          <a:xfrm>
            <a:off x="11704319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9" name="Oval 2408"/>
          <p:cNvSpPr/>
          <p:nvPr/>
        </p:nvSpPr>
        <p:spPr>
          <a:xfrm>
            <a:off x="11704319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0" name="Oval 2409"/>
          <p:cNvSpPr/>
          <p:nvPr/>
        </p:nvSpPr>
        <p:spPr>
          <a:xfrm>
            <a:off x="11704319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1" name="Oval 2410"/>
          <p:cNvSpPr/>
          <p:nvPr/>
        </p:nvSpPr>
        <p:spPr>
          <a:xfrm>
            <a:off x="11704319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2" name="Oval 2411"/>
          <p:cNvSpPr/>
          <p:nvPr/>
        </p:nvSpPr>
        <p:spPr>
          <a:xfrm>
            <a:off x="11704319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3" name="Oval 2412"/>
          <p:cNvSpPr/>
          <p:nvPr/>
        </p:nvSpPr>
        <p:spPr>
          <a:xfrm>
            <a:off x="11704319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4" name="Oval 2413"/>
          <p:cNvSpPr/>
          <p:nvPr/>
        </p:nvSpPr>
        <p:spPr>
          <a:xfrm>
            <a:off x="11704319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5" name="Oval 2414"/>
          <p:cNvSpPr/>
          <p:nvPr/>
        </p:nvSpPr>
        <p:spPr>
          <a:xfrm>
            <a:off x="11704319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6" name="Oval 2415"/>
          <p:cNvSpPr/>
          <p:nvPr/>
        </p:nvSpPr>
        <p:spPr>
          <a:xfrm>
            <a:off x="11704319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7" name="Oval 2416"/>
          <p:cNvSpPr/>
          <p:nvPr/>
        </p:nvSpPr>
        <p:spPr>
          <a:xfrm>
            <a:off x="11704319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8" name="Oval 2417"/>
          <p:cNvSpPr/>
          <p:nvPr/>
        </p:nvSpPr>
        <p:spPr>
          <a:xfrm>
            <a:off x="11704319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9" name="Oval 2418"/>
          <p:cNvSpPr/>
          <p:nvPr/>
        </p:nvSpPr>
        <p:spPr>
          <a:xfrm>
            <a:off x="11704319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0" name="Oval 2419"/>
          <p:cNvSpPr/>
          <p:nvPr/>
        </p:nvSpPr>
        <p:spPr>
          <a:xfrm>
            <a:off x="11704319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1" name="Oval 2420"/>
          <p:cNvSpPr/>
          <p:nvPr/>
        </p:nvSpPr>
        <p:spPr>
          <a:xfrm>
            <a:off x="11704319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2" name="Oval 2421"/>
          <p:cNvSpPr/>
          <p:nvPr/>
        </p:nvSpPr>
        <p:spPr>
          <a:xfrm>
            <a:off x="11704319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3" name="Oval 2422"/>
          <p:cNvSpPr/>
          <p:nvPr/>
        </p:nvSpPr>
        <p:spPr>
          <a:xfrm>
            <a:off x="11704319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4" name="Oval 2423"/>
          <p:cNvSpPr/>
          <p:nvPr/>
        </p:nvSpPr>
        <p:spPr>
          <a:xfrm>
            <a:off x="11704319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5" name="Oval 2424"/>
          <p:cNvSpPr/>
          <p:nvPr/>
        </p:nvSpPr>
        <p:spPr>
          <a:xfrm>
            <a:off x="11704319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6" name="Oval 2425"/>
          <p:cNvSpPr/>
          <p:nvPr/>
        </p:nvSpPr>
        <p:spPr>
          <a:xfrm>
            <a:off x="11704319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7" name="Oval 2426"/>
          <p:cNvSpPr/>
          <p:nvPr/>
        </p:nvSpPr>
        <p:spPr>
          <a:xfrm>
            <a:off x="11704319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8" name="Oval 2427"/>
          <p:cNvSpPr/>
          <p:nvPr/>
        </p:nvSpPr>
        <p:spPr>
          <a:xfrm>
            <a:off x="11704319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9" name="Oval 2428"/>
          <p:cNvSpPr/>
          <p:nvPr/>
        </p:nvSpPr>
        <p:spPr>
          <a:xfrm>
            <a:off x="11704319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0" name="Oval 2429"/>
          <p:cNvSpPr/>
          <p:nvPr/>
        </p:nvSpPr>
        <p:spPr>
          <a:xfrm>
            <a:off x="11704319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1" name="Oval 2430"/>
          <p:cNvSpPr/>
          <p:nvPr/>
        </p:nvSpPr>
        <p:spPr>
          <a:xfrm>
            <a:off x="11704319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2" name="Oval 2431"/>
          <p:cNvSpPr/>
          <p:nvPr/>
        </p:nvSpPr>
        <p:spPr>
          <a:xfrm>
            <a:off x="11704319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3" name="Oval 2432"/>
          <p:cNvSpPr/>
          <p:nvPr/>
        </p:nvSpPr>
        <p:spPr>
          <a:xfrm>
            <a:off x="11704319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4" name="Oval 2433"/>
          <p:cNvSpPr/>
          <p:nvPr/>
        </p:nvSpPr>
        <p:spPr>
          <a:xfrm>
            <a:off x="11704319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5" name="Oval 2434"/>
          <p:cNvSpPr/>
          <p:nvPr/>
        </p:nvSpPr>
        <p:spPr>
          <a:xfrm>
            <a:off x="11704319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6" name="Oval 2435"/>
          <p:cNvSpPr/>
          <p:nvPr/>
        </p:nvSpPr>
        <p:spPr>
          <a:xfrm>
            <a:off x="11704319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7" name="Oval 2436"/>
          <p:cNvSpPr/>
          <p:nvPr/>
        </p:nvSpPr>
        <p:spPr>
          <a:xfrm>
            <a:off x="11704319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Oval 2437"/>
          <p:cNvSpPr/>
          <p:nvPr/>
        </p:nvSpPr>
        <p:spPr>
          <a:xfrm>
            <a:off x="11704319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9" name="Oval 2438"/>
          <p:cNvSpPr/>
          <p:nvPr/>
        </p:nvSpPr>
        <p:spPr>
          <a:xfrm>
            <a:off x="11704319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0" name="Oval 2439"/>
          <p:cNvSpPr/>
          <p:nvPr/>
        </p:nvSpPr>
        <p:spPr>
          <a:xfrm>
            <a:off x="11704319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1" name="Oval 2440"/>
          <p:cNvSpPr/>
          <p:nvPr/>
        </p:nvSpPr>
        <p:spPr>
          <a:xfrm>
            <a:off x="11887199" y="91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2" name="Oval 2441"/>
          <p:cNvSpPr/>
          <p:nvPr/>
        </p:nvSpPr>
        <p:spPr>
          <a:xfrm>
            <a:off x="11887199" y="274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3" name="Oval 2442"/>
          <p:cNvSpPr/>
          <p:nvPr/>
        </p:nvSpPr>
        <p:spPr>
          <a:xfrm>
            <a:off x="11887199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4" name="Oval 2443"/>
          <p:cNvSpPr/>
          <p:nvPr/>
        </p:nvSpPr>
        <p:spPr>
          <a:xfrm>
            <a:off x="11887199" y="640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5" name="Oval 2444"/>
          <p:cNvSpPr/>
          <p:nvPr/>
        </p:nvSpPr>
        <p:spPr>
          <a:xfrm>
            <a:off x="11887199" y="8229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6" name="Oval 2445"/>
          <p:cNvSpPr/>
          <p:nvPr/>
        </p:nvSpPr>
        <p:spPr>
          <a:xfrm>
            <a:off x="11887199" y="10058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7" name="Oval 2446"/>
          <p:cNvSpPr/>
          <p:nvPr/>
        </p:nvSpPr>
        <p:spPr>
          <a:xfrm>
            <a:off x="11887199" y="11887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8" name="Oval 2447"/>
          <p:cNvSpPr/>
          <p:nvPr/>
        </p:nvSpPr>
        <p:spPr>
          <a:xfrm>
            <a:off x="11887199" y="13715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9" name="Oval 2448"/>
          <p:cNvSpPr/>
          <p:nvPr/>
        </p:nvSpPr>
        <p:spPr>
          <a:xfrm>
            <a:off x="11887199" y="15544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0" name="Oval 2449"/>
          <p:cNvSpPr/>
          <p:nvPr/>
        </p:nvSpPr>
        <p:spPr>
          <a:xfrm>
            <a:off x="11887199" y="173735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1" name="Oval 2450"/>
          <p:cNvSpPr/>
          <p:nvPr/>
        </p:nvSpPr>
        <p:spPr>
          <a:xfrm>
            <a:off x="11887199" y="19202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2" name="Oval 2451"/>
          <p:cNvSpPr/>
          <p:nvPr/>
        </p:nvSpPr>
        <p:spPr>
          <a:xfrm>
            <a:off x="11887199" y="2103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3" name="Oval 2452"/>
          <p:cNvSpPr/>
          <p:nvPr/>
        </p:nvSpPr>
        <p:spPr>
          <a:xfrm>
            <a:off x="11887199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4" name="Oval 2453"/>
          <p:cNvSpPr/>
          <p:nvPr/>
        </p:nvSpPr>
        <p:spPr>
          <a:xfrm>
            <a:off x="11887199" y="2468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5" name="Oval 2454"/>
          <p:cNvSpPr/>
          <p:nvPr/>
        </p:nvSpPr>
        <p:spPr>
          <a:xfrm>
            <a:off x="11887199" y="2651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6" name="Oval 2455"/>
          <p:cNvSpPr/>
          <p:nvPr/>
        </p:nvSpPr>
        <p:spPr>
          <a:xfrm>
            <a:off x="11887199" y="2834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7" name="Oval 2456"/>
          <p:cNvSpPr/>
          <p:nvPr/>
        </p:nvSpPr>
        <p:spPr>
          <a:xfrm>
            <a:off x="11887199" y="3017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8" name="Oval 2457"/>
          <p:cNvSpPr/>
          <p:nvPr/>
        </p:nvSpPr>
        <p:spPr>
          <a:xfrm>
            <a:off x="11887199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9" name="Oval 2458"/>
          <p:cNvSpPr/>
          <p:nvPr/>
        </p:nvSpPr>
        <p:spPr>
          <a:xfrm>
            <a:off x="11887199" y="3383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0" name="Oval 2459"/>
          <p:cNvSpPr/>
          <p:nvPr/>
        </p:nvSpPr>
        <p:spPr>
          <a:xfrm>
            <a:off x="11887199" y="3566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1" name="Oval 2460"/>
          <p:cNvSpPr/>
          <p:nvPr/>
        </p:nvSpPr>
        <p:spPr>
          <a:xfrm>
            <a:off x="11887199" y="3749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2" name="Oval 2461"/>
          <p:cNvSpPr/>
          <p:nvPr/>
        </p:nvSpPr>
        <p:spPr>
          <a:xfrm>
            <a:off x="11887199" y="3931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3" name="Oval 2462"/>
          <p:cNvSpPr/>
          <p:nvPr/>
        </p:nvSpPr>
        <p:spPr>
          <a:xfrm>
            <a:off x="11887199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4" name="Oval 2463"/>
          <p:cNvSpPr/>
          <p:nvPr/>
        </p:nvSpPr>
        <p:spPr>
          <a:xfrm>
            <a:off x="11887199" y="4297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5" name="Oval 2464"/>
          <p:cNvSpPr/>
          <p:nvPr/>
        </p:nvSpPr>
        <p:spPr>
          <a:xfrm>
            <a:off x="11887199" y="4480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6" name="Oval 2465"/>
          <p:cNvSpPr/>
          <p:nvPr/>
        </p:nvSpPr>
        <p:spPr>
          <a:xfrm>
            <a:off x="11887199" y="4663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7" name="Oval 2466"/>
          <p:cNvSpPr/>
          <p:nvPr/>
        </p:nvSpPr>
        <p:spPr>
          <a:xfrm>
            <a:off x="11887199" y="4846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8" name="Oval 2467"/>
          <p:cNvSpPr/>
          <p:nvPr/>
        </p:nvSpPr>
        <p:spPr>
          <a:xfrm>
            <a:off x="11887199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9" name="Oval 2468"/>
          <p:cNvSpPr/>
          <p:nvPr/>
        </p:nvSpPr>
        <p:spPr>
          <a:xfrm>
            <a:off x="11887199" y="5212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0" name="Oval 2469"/>
          <p:cNvSpPr/>
          <p:nvPr/>
        </p:nvSpPr>
        <p:spPr>
          <a:xfrm>
            <a:off x="11887199" y="5394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1" name="Oval 2470"/>
          <p:cNvSpPr/>
          <p:nvPr/>
        </p:nvSpPr>
        <p:spPr>
          <a:xfrm>
            <a:off x="11887199" y="5577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2" name="Oval 2471"/>
          <p:cNvSpPr/>
          <p:nvPr/>
        </p:nvSpPr>
        <p:spPr>
          <a:xfrm>
            <a:off x="11887199" y="5760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3" name="Oval 2472"/>
          <p:cNvSpPr/>
          <p:nvPr/>
        </p:nvSpPr>
        <p:spPr>
          <a:xfrm>
            <a:off x="11887199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4" name="Oval 2473"/>
          <p:cNvSpPr/>
          <p:nvPr/>
        </p:nvSpPr>
        <p:spPr>
          <a:xfrm>
            <a:off x="11887199" y="6126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5" name="Oval 2474"/>
          <p:cNvSpPr/>
          <p:nvPr/>
        </p:nvSpPr>
        <p:spPr>
          <a:xfrm>
            <a:off x="11887199" y="6309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6" name="Oval 2475"/>
          <p:cNvSpPr/>
          <p:nvPr/>
        </p:nvSpPr>
        <p:spPr>
          <a:xfrm>
            <a:off x="11887199" y="6492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7" name="Oval 2476"/>
          <p:cNvSpPr/>
          <p:nvPr/>
        </p:nvSpPr>
        <p:spPr>
          <a:xfrm>
            <a:off x="11887199" y="6675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8" name="Oval 2477"/>
          <p:cNvSpPr/>
          <p:nvPr/>
        </p:nvSpPr>
        <p:spPr>
          <a:xfrm>
            <a:off x="12070079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9" name="Oval 2478"/>
          <p:cNvSpPr/>
          <p:nvPr/>
        </p:nvSpPr>
        <p:spPr>
          <a:xfrm>
            <a:off x="12070079" y="182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0" name="Oval 2479"/>
          <p:cNvSpPr/>
          <p:nvPr/>
        </p:nvSpPr>
        <p:spPr>
          <a:xfrm>
            <a:off x="12070079" y="365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1" name="Oval 2480"/>
          <p:cNvSpPr/>
          <p:nvPr/>
        </p:nvSpPr>
        <p:spPr>
          <a:xfrm>
            <a:off x="12070079" y="548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2" name="Oval 2481"/>
          <p:cNvSpPr/>
          <p:nvPr/>
        </p:nvSpPr>
        <p:spPr>
          <a:xfrm>
            <a:off x="12070079" y="731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3" name="Oval 2482"/>
          <p:cNvSpPr/>
          <p:nvPr/>
        </p:nvSpPr>
        <p:spPr>
          <a:xfrm>
            <a:off x="12070079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4" name="Oval 2483"/>
          <p:cNvSpPr/>
          <p:nvPr/>
        </p:nvSpPr>
        <p:spPr>
          <a:xfrm>
            <a:off x="12070079" y="1097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5" name="Oval 2484"/>
          <p:cNvSpPr/>
          <p:nvPr/>
        </p:nvSpPr>
        <p:spPr>
          <a:xfrm>
            <a:off x="12070079" y="1280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6" name="Oval 2485"/>
          <p:cNvSpPr/>
          <p:nvPr/>
        </p:nvSpPr>
        <p:spPr>
          <a:xfrm>
            <a:off x="12070079" y="146303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7" name="Oval 2486"/>
          <p:cNvSpPr/>
          <p:nvPr/>
        </p:nvSpPr>
        <p:spPr>
          <a:xfrm>
            <a:off x="12070079" y="164591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8" name="Oval 2487"/>
          <p:cNvSpPr/>
          <p:nvPr/>
        </p:nvSpPr>
        <p:spPr>
          <a:xfrm>
            <a:off x="12070079" y="182879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9" name="Oval 2488"/>
          <p:cNvSpPr/>
          <p:nvPr/>
        </p:nvSpPr>
        <p:spPr>
          <a:xfrm>
            <a:off x="12070079" y="2011679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0" name="Oval 2489"/>
          <p:cNvSpPr/>
          <p:nvPr/>
        </p:nvSpPr>
        <p:spPr>
          <a:xfrm>
            <a:off x="12070079" y="2194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1" name="Oval 2490"/>
          <p:cNvSpPr/>
          <p:nvPr/>
        </p:nvSpPr>
        <p:spPr>
          <a:xfrm>
            <a:off x="12070079" y="23774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2" name="Oval 2491"/>
          <p:cNvSpPr/>
          <p:nvPr/>
        </p:nvSpPr>
        <p:spPr>
          <a:xfrm>
            <a:off x="12070079" y="25603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3" name="Oval 2492"/>
          <p:cNvSpPr/>
          <p:nvPr/>
        </p:nvSpPr>
        <p:spPr>
          <a:xfrm>
            <a:off x="12070079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4" name="Oval 2493"/>
          <p:cNvSpPr/>
          <p:nvPr/>
        </p:nvSpPr>
        <p:spPr>
          <a:xfrm>
            <a:off x="12070079" y="29260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5" name="Oval 2494"/>
          <p:cNvSpPr/>
          <p:nvPr/>
        </p:nvSpPr>
        <p:spPr>
          <a:xfrm>
            <a:off x="12070079" y="31089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6" name="Oval 2495"/>
          <p:cNvSpPr/>
          <p:nvPr/>
        </p:nvSpPr>
        <p:spPr>
          <a:xfrm>
            <a:off x="12070079" y="32918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7" name="Oval 2496"/>
          <p:cNvSpPr/>
          <p:nvPr/>
        </p:nvSpPr>
        <p:spPr>
          <a:xfrm>
            <a:off x="12070079" y="34747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8" name="Oval 2497"/>
          <p:cNvSpPr/>
          <p:nvPr/>
        </p:nvSpPr>
        <p:spPr>
          <a:xfrm>
            <a:off x="12070079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9" name="Oval 2498"/>
          <p:cNvSpPr/>
          <p:nvPr/>
        </p:nvSpPr>
        <p:spPr>
          <a:xfrm>
            <a:off x="12070079" y="38404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0" name="Oval 2499"/>
          <p:cNvSpPr/>
          <p:nvPr/>
        </p:nvSpPr>
        <p:spPr>
          <a:xfrm>
            <a:off x="12070079" y="40233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1" name="Oval 2500"/>
          <p:cNvSpPr/>
          <p:nvPr/>
        </p:nvSpPr>
        <p:spPr>
          <a:xfrm>
            <a:off x="12070079" y="42062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2" name="Oval 2501"/>
          <p:cNvSpPr/>
          <p:nvPr/>
        </p:nvSpPr>
        <p:spPr>
          <a:xfrm>
            <a:off x="12070079" y="43891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3" name="Oval 2502"/>
          <p:cNvSpPr/>
          <p:nvPr/>
        </p:nvSpPr>
        <p:spPr>
          <a:xfrm>
            <a:off x="12070079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4" name="Oval 2503"/>
          <p:cNvSpPr/>
          <p:nvPr/>
        </p:nvSpPr>
        <p:spPr>
          <a:xfrm>
            <a:off x="12070079" y="47548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5" name="Oval 2504"/>
          <p:cNvSpPr/>
          <p:nvPr/>
        </p:nvSpPr>
        <p:spPr>
          <a:xfrm>
            <a:off x="12070079" y="49377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6" name="Oval 2505"/>
          <p:cNvSpPr/>
          <p:nvPr/>
        </p:nvSpPr>
        <p:spPr>
          <a:xfrm>
            <a:off x="12070079" y="51206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7" name="Oval 2506"/>
          <p:cNvSpPr/>
          <p:nvPr/>
        </p:nvSpPr>
        <p:spPr>
          <a:xfrm>
            <a:off x="12070079" y="53035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8" name="Oval 2507"/>
          <p:cNvSpPr/>
          <p:nvPr/>
        </p:nvSpPr>
        <p:spPr>
          <a:xfrm>
            <a:off x="12070079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9" name="Oval 2508"/>
          <p:cNvSpPr/>
          <p:nvPr/>
        </p:nvSpPr>
        <p:spPr>
          <a:xfrm>
            <a:off x="12070079" y="56692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0" name="Oval 2509"/>
          <p:cNvSpPr/>
          <p:nvPr/>
        </p:nvSpPr>
        <p:spPr>
          <a:xfrm>
            <a:off x="12070079" y="58521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1" name="Oval 2510"/>
          <p:cNvSpPr/>
          <p:nvPr/>
        </p:nvSpPr>
        <p:spPr>
          <a:xfrm>
            <a:off x="12070079" y="603504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2" name="Oval 2511"/>
          <p:cNvSpPr/>
          <p:nvPr/>
        </p:nvSpPr>
        <p:spPr>
          <a:xfrm>
            <a:off x="12070079" y="621792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3" name="Oval 2512"/>
          <p:cNvSpPr/>
          <p:nvPr/>
        </p:nvSpPr>
        <p:spPr>
          <a:xfrm>
            <a:off x="12070079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4" name="Oval 2513"/>
          <p:cNvSpPr/>
          <p:nvPr/>
        </p:nvSpPr>
        <p:spPr>
          <a:xfrm>
            <a:off x="12070079" y="658368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5" name="Oval 2514"/>
          <p:cNvSpPr/>
          <p:nvPr/>
        </p:nvSpPr>
        <p:spPr>
          <a:xfrm>
            <a:off x="12070079" y="676656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6" name="Rounded Rectangle 2515"/>
          <p:cNvSpPr/>
          <p:nvPr/>
        </p:nvSpPr>
        <p:spPr>
          <a:xfrm>
            <a:off x="457200" y="457200"/>
            <a:ext cx="2743200" cy="457200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7" name="TextBox 2516"/>
          <p:cNvSpPr txBox="1"/>
          <p:nvPr/>
        </p:nvSpPr>
        <p:spPr>
          <a:xfrm>
            <a:off x="45720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2518" name="Rectangle 2517"/>
          <p:cNvSpPr/>
          <p:nvPr/>
        </p:nvSpPr>
        <p:spPr>
          <a:xfrm>
            <a:off x="457200" y="2103120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9" name="TextBox 2518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2520" name="TextBox 2519"/>
          <p:cNvSpPr txBox="1"/>
          <p:nvPr/>
        </p:nvSpPr>
        <p:spPr>
          <a:xfrm>
            <a:off x="45720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5A623"/>
                </a:solidFill>
                <a:latin typeface="Arial"/>
              </a:defRPr>
            </a:pPr>
            <a:r>
              <a:t>4교시 (13:00 ~ 13:50)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학습 목표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• RAG(검색 증강 생성)의 원리를 이해한다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• 문서 → 임베딩 → 검색 → 생성 파이프라인을 구현한다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• LLM의 환각 문제를 RAG로 해결하는 방법을 익힌다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왜 RAG가 필요한가?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1554480"/>
            <a:ext cx="11247120" cy="731520"/>
          </a:xfrm>
          <a:prstGeom prst="roundRect">
            <a:avLst/>
          </a:prstGeom>
          <a:solidFill>
            <a:srgbClr val="F8F8F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57200" y="1554480"/>
            <a:ext cx="54864" cy="7315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1A1A1A"/>
                </a:solidFill>
                <a:latin typeface="Arial"/>
              </a:defRPr>
            </a:pPr>
            <a:r>
              <a:t>"🤔 우리 학교만의 정보를 어떻게 알려줄 수 있을까?"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57200" y="2468880"/>
            <a:ext cx="11247120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40080" y="2606040"/>
            <a:ext cx="108813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Q: "우리 학교 등교 시간은 몇 시인가요?"</a:t>
            </a:r>
            <a:br/>
            <a:r>
              <a:t>A: "일반적으로 한국 학교의 등교 시간은 8시 30분입니다."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RAG란?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1554480"/>
            <a:ext cx="11247120" cy="731520"/>
          </a:xfrm>
          <a:prstGeom prst="roundRect">
            <a:avLst/>
          </a:prstGeom>
          <a:solidFill>
            <a:srgbClr val="F8F8F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57200" y="1554480"/>
            <a:ext cx="54864" cy="7315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1A1A1A"/>
                </a:solidFill>
                <a:latin typeface="Arial"/>
              </a:defRPr>
            </a:pPr>
            <a:r>
              <a:t>"외부 지식을 검색해서 LLM에게 제공하는 방식"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57200" y="2468880"/>
            <a:ext cx="11247120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40080" y="2606040"/>
            <a:ext cx="108813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┌─────────────┐     ┌─────────────┐     ┌─────────────┐</a:t>
            </a:r>
            <a:br/>
            <a:r>
              <a:t>│   질문      │ →→→ │   검색      │ →→→ │   LLM 생성   │</a:t>
            </a:r>
            <a:br/>
            <a:r>
              <a:t>│             │     │  (Retrieve) │     │  (Generate) │</a:t>
            </a:r>
            <a:br/>
            <a:r>
              <a:t>└─────────────┘     └──────┬──────┘     └─────────────┘</a:t>
            </a:r>
            <a:br/>
            <a:r>
              <a:t>                          │</a:t>
            </a:r>
            <a:br/>
            <a:r>
              <a:t>                    ┌─────┴─────┐</a:t>
            </a:r>
            <a:br/>
            <a:r>
              <a:t>                    │ 문서 저장소 │</a:t>
            </a:r>
            <a:br/>
            <a:r>
              <a:t>                    │ (Vector DB)│</a:t>
            </a:r>
            <a:br/>
            <a:r>
              <a:t>                    └───────────┘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RAG vs Fine-tuning</a:t>
            </a:r>
          </a:p>
        </p:txBody>
      </p:sp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457200" y="15544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구분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RAG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Fine-tuning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비용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저렴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비쌈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업데이트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즉시 가능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재학습 필요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최신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반영 쉬움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반영 어려움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정확도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검색 품질에 의존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학습 데이터에 의존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출처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어려움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RAG 파이프라인 전체 구조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1554480"/>
            <a:ext cx="11247120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40080" y="1691639"/>
            <a:ext cx="108813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[문서 준비 단계]</a:t>
            </a:r>
            <a:br/>
            <a:r>
              <a:t>Load → Split → Embed → Store</a:t>
            </a:r>
            <a:br/>
            <a:br/>
            <a:r>
              <a:t>[질문 응답 단계]</a:t>
            </a:r>
            <a:br/>
            <a:r>
              <a:t>Query → Embed → Retrieve → Augment → Generate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Step 1: Load (문서 로드)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1554480"/>
            <a:ext cx="11247120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40080" y="1691639"/>
            <a:ext cx="108813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from langchain_community.document_loaders import (</a:t>
            </a:r>
            <a:br/>
            <a:r>
              <a:t>    TextLoader,        # .txt</a:t>
            </a:r>
            <a:br/>
            <a:r>
              <a:t>    PyPDFLoader,       # .pdf</a:t>
            </a:r>
            <a:br/>
            <a:r>
              <a:t>    Docx2txtLoader,    # .docx</a:t>
            </a:r>
            <a:br/>
            <a:r>
              <a:t>    CSVLoader,         # .csv</a:t>
            </a:r>
            <a:br/>
            <a:r>
              <a:t>)</a:t>
            </a:r>
            <a:br/>
            <a:br/>
            <a:r>
              <a:t># 텍스트 파일 로드</a:t>
            </a:r>
            <a:br/>
            <a:r>
              <a:t>loader = TextLoader("school_rules.txt", encoding="utf-8")</a:t>
            </a:r>
            <a:br/>
            <a:r>
              <a:t>documents = loader.load()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Step 2: Split (문서 분할)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1554480"/>
            <a:ext cx="11247120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40080" y="1691639"/>
            <a:ext cx="108813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from langchain.text_splitter import RecursiveCharacterTextSplitter</a:t>
            </a:r>
            <a:br/>
            <a:br/>
            <a:r>
              <a:t>splitter = RecursiveCharacterTextSplitter(</a:t>
            </a:r>
            <a:br/>
            <a:r>
              <a:t>    chunk_size=500,      # 각 청크의 최대 길이</a:t>
            </a:r>
            <a:br/>
            <a:r>
              <a:t>    chunk_overlap=50,    # 청크 간 겹치는 부분</a:t>
            </a:r>
            <a:br/>
            <a:r>
              <a:t>    separators=["\n\n", "\n", " ", ""]</a:t>
            </a:r>
            <a:br/>
            <a:r>
              <a:t>)</a:t>
            </a:r>
            <a:br/>
            <a:br/>
            <a:r>
              <a:t>chunks = splitter.split_documents(documents)</a:t>
            </a:r>
            <a:br/>
            <a:r>
              <a:t>print(f"총 {len(chunks)}개의 청크 생성")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왜 청크로 나누나요?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90D9"/>
                </a:solidFill>
                <a:latin typeface="Arial"/>
              </a:defRPr>
            </a:pPr>
            <a:r>
              <a:t>2. 검색 정확도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• GPT-3.5: ~16K 토큰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• GPT-4: ~128K 토큰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• 큰 문서는 한번에 처리 불가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• 작은 단위가 관련성 판단에 유리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• 불필요한 정보 최소화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Step 3: Embed (임베딩)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1554480"/>
            <a:ext cx="11247120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40080" y="1691639"/>
            <a:ext cx="108813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from langchain_openai import OpenAIEmbeddings</a:t>
            </a:r>
            <a:br/>
            <a:br/>
            <a:r>
              <a:t>embeddings = OpenAIEmbeddings()</a:t>
            </a:r>
            <a:br/>
            <a:br/>
            <a:r>
              <a:t># 예시: 텍스트를 벡터로 변환</a:t>
            </a:r>
            <a:br/>
            <a:r>
              <a:t>text = "안녕하세요"</a:t>
            </a:r>
            <a:br/>
            <a:r>
              <a:t>vector = embeddings.embed_query(text)</a:t>
            </a:r>
            <a:br/>
            <a:br/>
            <a:r>
              <a:t>print(f"벡터 차원: {len(vector)}")  # 1536</a:t>
            </a:r>
            <a:br/>
            <a:r>
              <a:t>print(f"벡터 일부: {vector[:5]}")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임베딩이란?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1554480"/>
            <a:ext cx="11247120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40080" y="1691639"/>
            <a:ext cx="108813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"사과" → [0.12, -0.34, 0.56, ...]</a:t>
            </a:r>
            <a:br/>
            <a:r>
              <a:t>"배"   → [0.11, -0.33, 0.55, ...]  ← 비슷한 의미 = 비슷한 벡터</a:t>
            </a:r>
            <a:br/>
            <a:r>
              <a:t>"자동차" → [-0.45, 0.23, -0.12, ...] ← 다른 의미 = 다른 벡터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Step 4: Store (저장)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1554480"/>
            <a:ext cx="11247120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40080" y="1691639"/>
            <a:ext cx="108813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from langchain_community.vectorstores import Chroma</a:t>
            </a:r>
            <a:br/>
            <a:br/>
            <a:r>
              <a:t># 벡터 DB 생성 및 문서 저장</a:t>
            </a:r>
            <a:br/>
            <a:r>
              <a:t>vectorstore = Chroma.from_documents(</a:t>
            </a:r>
            <a:br/>
            <a:r>
              <a:t>    documents=chunks,</a:t>
            </a:r>
            <a:br/>
            <a:r>
              <a:t>    embedding=embeddings,</a:t>
            </a:r>
            <a:br/>
            <a:r>
              <a:t>    persist_directory="./chroma_db"  # 로컬 저장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Vector Database란?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1554480"/>
            <a:ext cx="11247120" cy="731520"/>
          </a:xfrm>
          <a:prstGeom prst="roundRect">
            <a:avLst/>
          </a:prstGeom>
          <a:solidFill>
            <a:srgbClr val="F8F8F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57200" y="1554480"/>
            <a:ext cx="54864" cy="7315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1A1A1A"/>
                </a:solidFill>
                <a:latin typeface="Arial"/>
              </a:defRPr>
            </a:pPr>
            <a:r>
              <a:t>"이번 실습에서는 Chroma 사용"</a:t>
            </a:r>
          </a:p>
        </p:txBody>
      </p:sp>
      <p:graphicFrame>
        <p:nvGraphicFramePr>
          <p:cNvPr id="142" name="Table 141"/>
          <p:cNvGraphicFramePr>
            <a:graphicFrameLocks noGrp="1"/>
          </p:cNvGraphicFramePr>
          <p:nvPr/>
        </p:nvGraphicFramePr>
        <p:xfrm>
          <a:off x="457200" y="246888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DB 이름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특징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**Chroma**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로컬, 가볍고 쉬움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**Pinecone**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클라우드, 확장성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**Weaviate**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오픈소스, 다기능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**FAISS**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메타, 빠른 검색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Step 5: Retrieve (검색)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1554480"/>
            <a:ext cx="11247120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40080" y="1691639"/>
            <a:ext cx="108813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query = "등교 시간이 몇 시인가요?"</a:t>
            </a:r>
            <a:br/>
            <a:br/>
            <a:r>
              <a:t># 유사도 검색 (상위 3개)</a:t>
            </a:r>
            <a:br/>
            <a:r>
              <a:t>relevant_docs = vectorstore.similarity_search(</a:t>
            </a:r>
            <a:br/>
            <a:r>
              <a:t>    query,</a:t>
            </a:r>
            <a:br/>
            <a:r>
              <a:t>    k=3</a:t>
            </a:r>
            <a:br/>
            <a:r>
              <a:t>)</a:t>
            </a:r>
            <a:br/>
            <a:br/>
            <a:r>
              <a:t>for doc in relevant_docs:</a:t>
            </a:r>
            <a:br/>
            <a:r>
              <a:t>    print(doc.page_content[:100])</a:t>
            </a:r>
            <a:br/>
            <a:r>
              <a:t>    print("---")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유사도 검색 원리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1554480"/>
            <a:ext cx="11247120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40080" y="1691639"/>
            <a:ext cx="108813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질문 벡터:  [0.1, 0.2, 0.3]</a:t>
            </a:r>
            <a:br/>
            <a:r>
              <a:t>문서A 벡터: [0.15, 0.25, 0.28]  → 유사도: 0.98 (높음)</a:t>
            </a:r>
            <a:br/>
            <a:r>
              <a:t>문서B 벡터: [-0.5, 0.1, -0.3]  → 유사도: 0.12 (낮음)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Step 6: Augment &amp; Generate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1554480"/>
            <a:ext cx="11247120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40080" y="1691639"/>
            <a:ext cx="108813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from langchain_openai import ChatOpenAI</a:t>
            </a:r>
            <a:br/>
            <a:r>
              <a:t>from langchain.chains import RetrievalQA</a:t>
            </a:r>
            <a:br/>
            <a:br/>
            <a:r>
              <a:t>llm = ChatOpenAI(model="gpt-3.5-turbo")</a:t>
            </a:r>
            <a:br/>
            <a:br/>
            <a:r>
              <a:t>qa_chain = RetrievalQA.from_chain_type(</a:t>
            </a:r>
            <a:br/>
            <a:r>
              <a:t>    llm=llm,</a:t>
            </a:r>
            <a:br/>
            <a:r>
              <a:t>    chain_type="stuff",  # 모든 문서를 한번에 전달</a:t>
            </a:r>
            <a:br/>
            <a:r>
              <a:t>    retriever=vectorstore.as_retriever()</a:t>
            </a:r>
            <a:br/>
            <a:r>
              <a:t>)</a:t>
            </a:r>
            <a:br/>
            <a:br/>
            <a:r>
              <a:t>answer = qa_chain.run("등교 시간이 몇 시인가요?")</a:t>
            </a:r>
            <a:br/>
            <a:r>
              <a:t>print(answer)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내부에서 일어나는 일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1554480"/>
            <a:ext cx="11247120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40080" y="1691639"/>
            <a:ext cx="108813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프롬프트 = """</a:t>
            </a:r>
            <a:br/>
            <a:r>
              <a:t>다음 문서를 참고하여 질문에 답하세요.</a:t>
            </a:r>
            <a:br/>
            <a:br/>
            <a:r>
              <a:t>[검색된 문서]</a:t>
            </a:r>
            <a:br/>
            <a:r>
              <a:t>문서1: 본교의 등교 시간은 오전 8시 20분입니다...</a:t>
            </a:r>
            <a:br/>
            <a:r>
              <a:t>문서2: 조회 시간은 8시 30분이며...</a:t>
            </a:r>
            <a:br/>
            <a:br/>
            <a:r>
              <a:t>[질문]</a:t>
            </a:r>
            <a:br/>
            <a:r>
              <a:t>등교 시간이 몇 시인가요?</a:t>
            </a:r>
            <a:br/>
            <a:br/>
            <a:r>
              <a:t>[답변]</a:t>
            </a:r>
            <a:br/>
            <a:r>
              <a:t>"""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RAG의 장점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90D9"/>
                </a:solidFill>
                <a:latin typeface="Arial"/>
              </a:defRPr>
            </a:pPr>
            <a:r>
              <a:t>3. 도메인 특화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• 근거 있는 답변 생성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• 출처 확인 가능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• 문서만 업데이트하면 됨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• 회사/학교만의 지식 활용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Naive RAG의 한계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1554480"/>
            <a:ext cx="11247120" cy="731520"/>
          </a:xfrm>
          <a:prstGeom prst="roundRect">
            <a:avLst/>
          </a:prstGeom>
          <a:solidFill>
            <a:srgbClr val="F8F8F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57200" y="1554480"/>
            <a:ext cx="54864" cy="7315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1A1A1A"/>
                </a:solidFill>
                <a:latin typeface="Arial"/>
              </a:defRPr>
            </a:pPr>
            <a:r>
              <a:t>"이를 개선한 Advanced RAG 기법들이 있음"</a:t>
            </a:r>
          </a:p>
        </p:txBody>
      </p:sp>
      <p:graphicFrame>
        <p:nvGraphicFramePr>
          <p:cNvPr id="142" name="Table 141"/>
          <p:cNvGraphicFramePr>
            <a:graphicFrameLocks noGrp="1"/>
          </p:cNvGraphicFramePr>
          <p:nvPr/>
        </p:nvGraphicFramePr>
        <p:xfrm>
          <a:off x="457200" y="246888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한계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검색 품질 의존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잘못 검색하면 잘못된 답변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청크 경계 문제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정보가 청크에 걸쳐 있으면 놓침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질문 이해 한계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복잡한 질문 처리 어려움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실습 안내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90D9"/>
                </a:solidFill>
                <a:latin typeface="Arial"/>
              </a:defRPr>
            </a:pPr>
            <a:r>
              <a:t>학교 규칙 문서 기반 Q&amp;A 시스템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모둠 활동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90D9"/>
                </a:solidFill>
                <a:latin typeface="Arial"/>
              </a:defRPr>
            </a:pPr>
            <a:r>
              <a:t>"RAG가 필요한 주제 선정하기"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49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822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822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5822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822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822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795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95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6795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795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6795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795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7767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767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767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767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7767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740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740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8740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8740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740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740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9713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713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9713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9713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9713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686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0686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686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686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686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659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659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659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659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659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631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631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2631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631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2631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2631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3604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3604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3604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604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04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4577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4577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4577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4577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4577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577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5550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5550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5550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550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550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6523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6523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523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6523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6523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6523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7495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7495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7495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7495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7495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4687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984687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984687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84687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84687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84687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94415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4415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94415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94415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94415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04143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4143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4143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204143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04143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04143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13871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13871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313871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13871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313871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599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423599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23599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423599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3599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423599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533327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33327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3327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533327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33327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43055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43055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643055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643055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643055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643055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752783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752783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752783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2783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752783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862511" y="914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62511" y="20116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862511" y="31089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62511" y="420623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62511" y="53035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862511" y="640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72239" y="146304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72239" y="256032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972239" y="3657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972239" y="475488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72239" y="585216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Naive RAG 이해 및 구현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0" y="228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</a:defRPr>
            </a:pPr>
            <a:r>
              <a:t>4교시 (13:00~13:50)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914400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Arial"/>
              </a:defRPr>
            </a:pPr>
            <a:r>
              <a:t>정리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1554480"/>
            <a:ext cx="11247120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40080" y="1691639"/>
            <a:ext cx="108813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[RAG 파이프라인]</a:t>
            </a:r>
            <a:br/>
            <a:br/>
            <a:r>
              <a:t>문서 → 청크 분할 → 임베딩 → Vector DB 저장</a:t>
            </a:r>
            <a:br/>
            <a:r>
              <a:t>                              ↓</a:t>
            </a:r>
            <a:br/>
            <a:r>
              <a:t>질문 → 임베딩 → 유사 문서 검색 → LLM에 전달 → 답변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286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286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286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286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86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286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86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286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286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286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86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286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286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286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286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86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286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286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286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286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286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286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286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286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286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86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286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286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286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286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572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572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572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572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572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72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572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572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572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572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572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572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572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572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572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572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72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572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572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572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572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572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572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572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572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572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572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572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572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572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858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858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858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858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858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858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858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858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858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858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858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858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858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858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858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858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8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858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858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858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858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858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858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858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858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858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858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858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858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858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144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144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144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144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9144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9144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9144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144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144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144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144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144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144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144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144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144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144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144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144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144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144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144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144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9144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9144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9144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9144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9144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9144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1430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1430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1430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1430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1430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1430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1430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1430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430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430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430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430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430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430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430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30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430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430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430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430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430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430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430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430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430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1430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1430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1430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1430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430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3716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3716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3716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3716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716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3716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3716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3716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3716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3716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3716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716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716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716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716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716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716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716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716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716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716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3716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716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716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716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716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716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3716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3716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3716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6002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6002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6002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6002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6002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6002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6002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6002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6002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6002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6002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6002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6002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002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002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002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6002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6002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002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6002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002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002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002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6002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6002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002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6002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002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6002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6002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8288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8288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8288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8288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8288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8288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8288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8288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8288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8288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8288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8288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8288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8288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288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88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88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288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8288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8288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8288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288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8288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8288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8288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8288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8288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8288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0574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20574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20574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20574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0574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20574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20574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20574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20574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20574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20574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20574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20574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20574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20574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0574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20574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0574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0574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0574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0574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0574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574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0574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0574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574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0574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0574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574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0574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2860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2860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2860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2860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2860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2860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2860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2860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2860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2860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2860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2860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2860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2860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2860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2860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2860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2860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2860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2860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2860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2860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2860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860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2860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2860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2860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2860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2860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5146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5146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5146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5146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5146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5146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5146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5146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5146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5146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5146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5146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5146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5146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5146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5146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5146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5146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5146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5146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5146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5146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5146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5146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5146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5146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5146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5146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5146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5146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7432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7432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7432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7432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7432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7432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7432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7432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7432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7432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7432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7432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7432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7432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7432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7432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7432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7432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7432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7432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7432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7432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7432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7432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7432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7432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7432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7432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7432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7432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9718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9718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9718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9718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9718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9718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9718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9718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9718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9718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9718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9718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9718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9718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9718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9718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9718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9718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9718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9718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9718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9718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9718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9718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9718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718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718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9718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9718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9718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32004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32004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32004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32004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32004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32004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2004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2004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32004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32004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32004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2004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2004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2004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2004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2004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2004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2004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2004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2004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2004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2004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2004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2004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2004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2004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2004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2004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2004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2004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4290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4290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4290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4290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4290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4290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4290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4290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4290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4290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4290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4290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4290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4290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4290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4290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4290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4290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4290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4290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4290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4290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4290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4290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4290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4290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4290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4290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4290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34290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36576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36576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36576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36576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36576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36576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36576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36576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36576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36576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36576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36576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36576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36576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36576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36576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36576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36576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36576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36576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36576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36576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36576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36576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36576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36576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36576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36576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36576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38862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38862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38862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38862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38862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38862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38862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38862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38862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38862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38862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38862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38862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38862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38862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38862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38862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38862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38862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38862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38862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38862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38862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38862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38862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xfrm>
            <a:off x="38862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38862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38862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38862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38862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41148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xfrm>
            <a:off x="41148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41148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41148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41148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41148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41148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41148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41148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xfrm>
            <a:off x="41148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41148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41148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41148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Oval 555"/>
          <p:cNvSpPr/>
          <p:nvPr/>
        </p:nvSpPr>
        <p:spPr>
          <a:xfrm>
            <a:off x="41148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41148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xfrm>
            <a:off x="41148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41148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41148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41148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41148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Oval 562"/>
          <p:cNvSpPr/>
          <p:nvPr/>
        </p:nvSpPr>
        <p:spPr>
          <a:xfrm>
            <a:off x="41148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1148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xfrm>
            <a:off x="41148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xfrm>
            <a:off x="41148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xfrm>
            <a:off x="41148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41148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41148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41148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41148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41148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3434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xfrm>
            <a:off x="43434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43434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43434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Oval 576"/>
          <p:cNvSpPr/>
          <p:nvPr/>
        </p:nvSpPr>
        <p:spPr>
          <a:xfrm>
            <a:off x="43434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43434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43434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43434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43434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43434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43434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43434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3434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43434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43434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43434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43434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43434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43434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43434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43434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43434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43434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43434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43434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43434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43434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43434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43434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43434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45720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45720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45720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45720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45720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45720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5720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5720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5720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5720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5720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5720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45720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45720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45720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45720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45720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45720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45720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45720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45720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5720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45720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45720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45720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45720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45720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45720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45720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45720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48006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48006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48006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48006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48006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48006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48006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48006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8006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8006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8006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48006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48006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48006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48006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Oval 647"/>
          <p:cNvSpPr/>
          <p:nvPr/>
        </p:nvSpPr>
        <p:spPr>
          <a:xfrm>
            <a:off x="48006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Oval 648"/>
          <p:cNvSpPr/>
          <p:nvPr/>
        </p:nvSpPr>
        <p:spPr>
          <a:xfrm>
            <a:off x="48006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Oval 649"/>
          <p:cNvSpPr/>
          <p:nvPr/>
        </p:nvSpPr>
        <p:spPr>
          <a:xfrm>
            <a:off x="48006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Oval 650"/>
          <p:cNvSpPr/>
          <p:nvPr/>
        </p:nvSpPr>
        <p:spPr>
          <a:xfrm>
            <a:off x="48006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Oval 651"/>
          <p:cNvSpPr/>
          <p:nvPr/>
        </p:nvSpPr>
        <p:spPr>
          <a:xfrm>
            <a:off x="48006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xfrm>
            <a:off x="48006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xfrm>
            <a:off x="48006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xfrm>
            <a:off x="48006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xfrm>
            <a:off x="48006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xfrm>
            <a:off x="48006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xfrm>
            <a:off x="48006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Oval 658"/>
          <p:cNvSpPr/>
          <p:nvPr/>
        </p:nvSpPr>
        <p:spPr>
          <a:xfrm>
            <a:off x="48006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Oval 659"/>
          <p:cNvSpPr/>
          <p:nvPr/>
        </p:nvSpPr>
        <p:spPr>
          <a:xfrm>
            <a:off x="48006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Oval 660"/>
          <p:cNvSpPr/>
          <p:nvPr/>
        </p:nvSpPr>
        <p:spPr>
          <a:xfrm>
            <a:off x="48006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Oval 661"/>
          <p:cNvSpPr/>
          <p:nvPr/>
        </p:nvSpPr>
        <p:spPr>
          <a:xfrm>
            <a:off x="48006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Oval 662"/>
          <p:cNvSpPr/>
          <p:nvPr/>
        </p:nvSpPr>
        <p:spPr>
          <a:xfrm>
            <a:off x="50292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Oval 663"/>
          <p:cNvSpPr/>
          <p:nvPr/>
        </p:nvSpPr>
        <p:spPr>
          <a:xfrm>
            <a:off x="50292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Oval 664"/>
          <p:cNvSpPr/>
          <p:nvPr/>
        </p:nvSpPr>
        <p:spPr>
          <a:xfrm>
            <a:off x="50292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50292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50292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Oval 667"/>
          <p:cNvSpPr/>
          <p:nvPr/>
        </p:nvSpPr>
        <p:spPr>
          <a:xfrm>
            <a:off x="50292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50292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50292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xfrm>
            <a:off x="50292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50292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50292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xfrm>
            <a:off x="50292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50292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50292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Oval 676"/>
          <p:cNvSpPr/>
          <p:nvPr/>
        </p:nvSpPr>
        <p:spPr>
          <a:xfrm>
            <a:off x="50292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50292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50292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xfrm>
            <a:off x="50292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50292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50292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50292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50292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50292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xfrm>
            <a:off x="50292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50292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50292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Oval 688"/>
          <p:cNvSpPr/>
          <p:nvPr/>
        </p:nvSpPr>
        <p:spPr>
          <a:xfrm>
            <a:off x="50292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50292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50292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Oval 691"/>
          <p:cNvSpPr/>
          <p:nvPr/>
        </p:nvSpPr>
        <p:spPr>
          <a:xfrm>
            <a:off x="50292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52578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52578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Oval 694"/>
          <p:cNvSpPr/>
          <p:nvPr/>
        </p:nvSpPr>
        <p:spPr>
          <a:xfrm>
            <a:off x="52578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52578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52578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Oval 697"/>
          <p:cNvSpPr/>
          <p:nvPr/>
        </p:nvSpPr>
        <p:spPr>
          <a:xfrm>
            <a:off x="52578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52578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52578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Oval 700"/>
          <p:cNvSpPr/>
          <p:nvPr/>
        </p:nvSpPr>
        <p:spPr>
          <a:xfrm>
            <a:off x="52578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52578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52578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52578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52578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52578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52578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52578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52578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Oval 709"/>
          <p:cNvSpPr/>
          <p:nvPr/>
        </p:nvSpPr>
        <p:spPr>
          <a:xfrm>
            <a:off x="52578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52578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52578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Oval 712"/>
          <p:cNvSpPr/>
          <p:nvPr/>
        </p:nvSpPr>
        <p:spPr>
          <a:xfrm>
            <a:off x="52578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52578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52578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Oval 715"/>
          <p:cNvSpPr/>
          <p:nvPr/>
        </p:nvSpPr>
        <p:spPr>
          <a:xfrm>
            <a:off x="52578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52578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Oval 717"/>
          <p:cNvSpPr/>
          <p:nvPr/>
        </p:nvSpPr>
        <p:spPr>
          <a:xfrm>
            <a:off x="52578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Oval 718"/>
          <p:cNvSpPr/>
          <p:nvPr/>
        </p:nvSpPr>
        <p:spPr>
          <a:xfrm>
            <a:off x="52578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52578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xfrm>
            <a:off x="52578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Oval 721"/>
          <p:cNvSpPr/>
          <p:nvPr/>
        </p:nvSpPr>
        <p:spPr>
          <a:xfrm>
            <a:off x="52578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54864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Oval 723"/>
          <p:cNvSpPr/>
          <p:nvPr/>
        </p:nvSpPr>
        <p:spPr>
          <a:xfrm>
            <a:off x="54864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Oval 724"/>
          <p:cNvSpPr/>
          <p:nvPr/>
        </p:nvSpPr>
        <p:spPr>
          <a:xfrm>
            <a:off x="54864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xfrm>
            <a:off x="54864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xfrm>
            <a:off x="54864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xfrm>
            <a:off x="54864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54864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xfrm>
            <a:off x="54864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xfrm>
            <a:off x="54864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54864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54864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xfrm>
            <a:off x="54864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54864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54864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54864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54864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54864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Oval 739"/>
          <p:cNvSpPr/>
          <p:nvPr/>
        </p:nvSpPr>
        <p:spPr>
          <a:xfrm>
            <a:off x="54864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xfrm>
            <a:off x="54864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xfrm>
            <a:off x="54864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54864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54864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xfrm>
            <a:off x="54864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54864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xfrm>
            <a:off x="54864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xfrm>
            <a:off x="54864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Oval 748"/>
          <p:cNvSpPr/>
          <p:nvPr/>
        </p:nvSpPr>
        <p:spPr>
          <a:xfrm>
            <a:off x="54864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xfrm>
            <a:off x="54864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xfrm>
            <a:off x="54864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54864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57150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57150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Oval 754"/>
          <p:cNvSpPr/>
          <p:nvPr/>
        </p:nvSpPr>
        <p:spPr>
          <a:xfrm>
            <a:off x="57150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57150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57150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xfrm>
            <a:off x="57150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Oval 758"/>
          <p:cNvSpPr/>
          <p:nvPr/>
        </p:nvSpPr>
        <p:spPr>
          <a:xfrm>
            <a:off x="57150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57150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Oval 760"/>
          <p:cNvSpPr/>
          <p:nvPr/>
        </p:nvSpPr>
        <p:spPr>
          <a:xfrm>
            <a:off x="57150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Oval 761"/>
          <p:cNvSpPr/>
          <p:nvPr/>
        </p:nvSpPr>
        <p:spPr>
          <a:xfrm>
            <a:off x="57150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57150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Oval 763"/>
          <p:cNvSpPr/>
          <p:nvPr/>
        </p:nvSpPr>
        <p:spPr>
          <a:xfrm>
            <a:off x="57150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57150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57150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Oval 766"/>
          <p:cNvSpPr/>
          <p:nvPr/>
        </p:nvSpPr>
        <p:spPr>
          <a:xfrm>
            <a:off x="57150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57150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57150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Oval 769"/>
          <p:cNvSpPr/>
          <p:nvPr/>
        </p:nvSpPr>
        <p:spPr>
          <a:xfrm>
            <a:off x="57150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xfrm>
            <a:off x="57150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57150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Oval 772"/>
          <p:cNvSpPr/>
          <p:nvPr/>
        </p:nvSpPr>
        <p:spPr>
          <a:xfrm>
            <a:off x="57150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xfrm>
            <a:off x="57150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57150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Oval 775"/>
          <p:cNvSpPr/>
          <p:nvPr/>
        </p:nvSpPr>
        <p:spPr>
          <a:xfrm>
            <a:off x="57150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Oval 776"/>
          <p:cNvSpPr/>
          <p:nvPr/>
        </p:nvSpPr>
        <p:spPr>
          <a:xfrm>
            <a:off x="57150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57150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Oval 778"/>
          <p:cNvSpPr/>
          <p:nvPr/>
        </p:nvSpPr>
        <p:spPr>
          <a:xfrm>
            <a:off x="57150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Oval 779"/>
          <p:cNvSpPr/>
          <p:nvPr/>
        </p:nvSpPr>
        <p:spPr>
          <a:xfrm>
            <a:off x="57150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57150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Oval 781"/>
          <p:cNvSpPr/>
          <p:nvPr/>
        </p:nvSpPr>
        <p:spPr>
          <a:xfrm>
            <a:off x="57150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Oval 782"/>
          <p:cNvSpPr/>
          <p:nvPr/>
        </p:nvSpPr>
        <p:spPr>
          <a:xfrm>
            <a:off x="59436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59436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Oval 784"/>
          <p:cNvSpPr/>
          <p:nvPr/>
        </p:nvSpPr>
        <p:spPr>
          <a:xfrm>
            <a:off x="59436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Oval 785"/>
          <p:cNvSpPr/>
          <p:nvPr/>
        </p:nvSpPr>
        <p:spPr>
          <a:xfrm>
            <a:off x="59436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59436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Oval 787"/>
          <p:cNvSpPr/>
          <p:nvPr/>
        </p:nvSpPr>
        <p:spPr>
          <a:xfrm>
            <a:off x="59436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Oval 788"/>
          <p:cNvSpPr/>
          <p:nvPr/>
        </p:nvSpPr>
        <p:spPr>
          <a:xfrm>
            <a:off x="59436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59436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Oval 790"/>
          <p:cNvSpPr/>
          <p:nvPr/>
        </p:nvSpPr>
        <p:spPr>
          <a:xfrm>
            <a:off x="59436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Oval 791"/>
          <p:cNvSpPr/>
          <p:nvPr/>
        </p:nvSpPr>
        <p:spPr>
          <a:xfrm>
            <a:off x="59436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59436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Oval 793"/>
          <p:cNvSpPr/>
          <p:nvPr/>
        </p:nvSpPr>
        <p:spPr>
          <a:xfrm>
            <a:off x="59436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Oval 794"/>
          <p:cNvSpPr/>
          <p:nvPr/>
        </p:nvSpPr>
        <p:spPr>
          <a:xfrm>
            <a:off x="59436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59436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Oval 796"/>
          <p:cNvSpPr/>
          <p:nvPr/>
        </p:nvSpPr>
        <p:spPr>
          <a:xfrm>
            <a:off x="59436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Oval 797"/>
          <p:cNvSpPr/>
          <p:nvPr/>
        </p:nvSpPr>
        <p:spPr>
          <a:xfrm>
            <a:off x="59436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59436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Oval 799"/>
          <p:cNvSpPr/>
          <p:nvPr/>
        </p:nvSpPr>
        <p:spPr>
          <a:xfrm>
            <a:off x="59436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Oval 800"/>
          <p:cNvSpPr/>
          <p:nvPr/>
        </p:nvSpPr>
        <p:spPr>
          <a:xfrm>
            <a:off x="59436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59436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Oval 802"/>
          <p:cNvSpPr/>
          <p:nvPr/>
        </p:nvSpPr>
        <p:spPr>
          <a:xfrm>
            <a:off x="59436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Oval 803"/>
          <p:cNvSpPr/>
          <p:nvPr/>
        </p:nvSpPr>
        <p:spPr>
          <a:xfrm>
            <a:off x="59436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59436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Oval 805"/>
          <p:cNvSpPr/>
          <p:nvPr/>
        </p:nvSpPr>
        <p:spPr>
          <a:xfrm>
            <a:off x="59436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Oval 806"/>
          <p:cNvSpPr/>
          <p:nvPr/>
        </p:nvSpPr>
        <p:spPr>
          <a:xfrm>
            <a:off x="59436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59436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Oval 808"/>
          <p:cNvSpPr/>
          <p:nvPr/>
        </p:nvSpPr>
        <p:spPr>
          <a:xfrm>
            <a:off x="59436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Oval 809"/>
          <p:cNvSpPr/>
          <p:nvPr/>
        </p:nvSpPr>
        <p:spPr>
          <a:xfrm>
            <a:off x="59436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59436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Oval 811"/>
          <p:cNvSpPr/>
          <p:nvPr/>
        </p:nvSpPr>
        <p:spPr>
          <a:xfrm>
            <a:off x="59436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61722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Oval 813"/>
          <p:cNvSpPr/>
          <p:nvPr/>
        </p:nvSpPr>
        <p:spPr>
          <a:xfrm>
            <a:off x="61722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Oval 814"/>
          <p:cNvSpPr/>
          <p:nvPr/>
        </p:nvSpPr>
        <p:spPr>
          <a:xfrm>
            <a:off x="61722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61722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Oval 816"/>
          <p:cNvSpPr/>
          <p:nvPr/>
        </p:nvSpPr>
        <p:spPr>
          <a:xfrm>
            <a:off x="61722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Oval 817"/>
          <p:cNvSpPr/>
          <p:nvPr/>
        </p:nvSpPr>
        <p:spPr>
          <a:xfrm>
            <a:off x="61722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61722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Oval 819"/>
          <p:cNvSpPr/>
          <p:nvPr/>
        </p:nvSpPr>
        <p:spPr>
          <a:xfrm>
            <a:off x="61722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Oval 820"/>
          <p:cNvSpPr/>
          <p:nvPr/>
        </p:nvSpPr>
        <p:spPr>
          <a:xfrm>
            <a:off x="61722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61722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Oval 822"/>
          <p:cNvSpPr/>
          <p:nvPr/>
        </p:nvSpPr>
        <p:spPr>
          <a:xfrm>
            <a:off x="61722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Oval 823"/>
          <p:cNvSpPr/>
          <p:nvPr/>
        </p:nvSpPr>
        <p:spPr>
          <a:xfrm>
            <a:off x="61722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61722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Oval 825"/>
          <p:cNvSpPr/>
          <p:nvPr/>
        </p:nvSpPr>
        <p:spPr>
          <a:xfrm>
            <a:off x="61722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Oval 826"/>
          <p:cNvSpPr/>
          <p:nvPr/>
        </p:nvSpPr>
        <p:spPr>
          <a:xfrm>
            <a:off x="61722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61722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Oval 828"/>
          <p:cNvSpPr/>
          <p:nvPr/>
        </p:nvSpPr>
        <p:spPr>
          <a:xfrm>
            <a:off x="61722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Oval 829"/>
          <p:cNvSpPr/>
          <p:nvPr/>
        </p:nvSpPr>
        <p:spPr>
          <a:xfrm>
            <a:off x="61722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61722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Oval 831"/>
          <p:cNvSpPr/>
          <p:nvPr/>
        </p:nvSpPr>
        <p:spPr>
          <a:xfrm>
            <a:off x="61722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Oval 832"/>
          <p:cNvSpPr/>
          <p:nvPr/>
        </p:nvSpPr>
        <p:spPr>
          <a:xfrm>
            <a:off x="61722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61722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Oval 834"/>
          <p:cNvSpPr/>
          <p:nvPr/>
        </p:nvSpPr>
        <p:spPr>
          <a:xfrm>
            <a:off x="61722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Oval 835"/>
          <p:cNvSpPr/>
          <p:nvPr/>
        </p:nvSpPr>
        <p:spPr>
          <a:xfrm>
            <a:off x="61722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61722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Oval 837"/>
          <p:cNvSpPr/>
          <p:nvPr/>
        </p:nvSpPr>
        <p:spPr>
          <a:xfrm>
            <a:off x="61722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Oval 838"/>
          <p:cNvSpPr/>
          <p:nvPr/>
        </p:nvSpPr>
        <p:spPr>
          <a:xfrm>
            <a:off x="61722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61722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Oval 840"/>
          <p:cNvSpPr/>
          <p:nvPr/>
        </p:nvSpPr>
        <p:spPr>
          <a:xfrm>
            <a:off x="61722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Oval 841"/>
          <p:cNvSpPr/>
          <p:nvPr/>
        </p:nvSpPr>
        <p:spPr>
          <a:xfrm>
            <a:off x="61722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64008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Oval 843"/>
          <p:cNvSpPr/>
          <p:nvPr/>
        </p:nvSpPr>
        <p:spPr>
          <a:xfrm>
            <a:off x="64008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Oval 844"/>
          <p:cNvSpPr/>
          <p:nvPr/>
        </p:nvSpPr>
        <p:spPr>
          <a:xfrm>
            <a:off x="64008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64008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Oval 846"/>
          <p:cNvSpPr/>
          <p:nvPr/>
        </p:nvSpPr>
        <p:spPr>
          <a:xfrm>
            <a:off x="64008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Oval 847"/>
          <p:cNvSpPr/>
          <p:nvPr/>
        </p:nvSpPr>
        <p:spPr>
          <a:xfrm>
            <a:off x="64008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64008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Oval 849"/>
          <p:cNvSpPr/>
          <p:nvPr/>
        </p:nvSpPr>
        <p:spPr>
          <a:xfrm>
            <a:off x="64008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Oval 850"/>
          <p:cNvSpPr/>
          <p:nvPr/>
        </p:nvSpPr>
        <p:spPr>
          <a:xfrm>
            <a:off x="64008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64008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Oval 852"/>
          <p:cNvSpPr/>
          <p:nvPr/>
        </p:nvSpPr>
        <p:spPr>
          <a:xfrm>
            <a:off x="64008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Oval 853"/>
          <p:cNvSpPr/>
          <p:nvPr/>
        </p:nvSpPr>
        <p:spPr>
          <a:xfrm>
            <a:off x="64008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Oval 854"/>
          <p:cNvSpPr/>
          <p:nvPr/>
        </p:nvSpPr>
        <p:spPr>
          <a:xfrm>
            <a:off x="64008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Oval 855"/>
          <p:cNvSpPr/>
          <p:nvPr/>
        </p:nvSpPr>
        <p:spPr>
          <a:xfrm>
            <a:off x="64008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Oval 856"/>
          <p:cNvSpPr/>
          <p:nvPr/>
        </p:nvSpPr>
        <p:spPr>
          <a:xfrm>
            <a:off x="64008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Oval 857"/>
          <p:cNvSpPr/>
          <p:nvPr/>
        </p:nvSpPr>
        <p:spPr>
          <a:xfrm>
            <a:off x="64008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Oval 858"/>
          <p:cNvSpPr/>
          <p:nvPr/>
        </p:nvSpPr>
        <p:spPr>
          <a:xfrm>
            <a:off x="64008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Oval 859"/>
          <p:cNvSpPr/>
          <p:nvPr/>
        </p:nvSpPr>
        <p:spPr>
          <a:xfrm>
            <a:off x="64008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Oval 860"/>
          <p:cNvSpPr/>
          <p:nvPr/>
        </p:nvSpPr>
        <p:spPr>
          <a:xfrm>
            <a:off x="64008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Oval 861"/>
          <p:cNvSpPr/>
          <p:nvPr/>
        </p:nvSpPr>
        <p:spPr>
          <a:xfrm>
            <a:off x="64008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Oval 862"/>
          <p:cNvSpPr/>
          <p:nvPr/>
        </p:nvSpPr>
        <p:spPr>
          <a:xfrm>
            <a:off x="64008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Oval 863"/>
          <p:cNvSpPr/>
          <p:nvPr/>
        </p:nvSpPr>
        <p:spPr>
          <a:xfrm>
            <a:off x="64008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Oval 864"/>
          <p:cNvSpPr/>
          <p:nvPr/>
        </p:nvSpPr>
        <p:spPr>
          <a:xfrm>
            <a:off x="64008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Oval 865"/>
          <p:cNvSpPr/>
          <p:nvPr/>
        </p:nvSpPr>
        <p:spPr>
          <a:xfrm>
            <a:off x="64008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Oval 866"/>
          <p:cNvSpPr/>
          <p:nvPr/>
        </p:nvSpPr>
        <p:spPr>
          <a:xfrm>
            <a:off x="64008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Oval 867"/>
          <p:cNvSpPr/>
          <p:nvPr/>
        </p:nvSpPr>
        <p:spPr>
          <a:xfrm>
            <a:off x="64008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Oval 868"/>
          <p:cNvSpPr/>
          <p:nvPr/>
        </p:nvSpPr>
        <p:spPr>
          <a:xfrm>
            <a:off x="64008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Oval 869"/>
          <p:cNvSpPr/>
          <p:nvPr/>
        </p:nvSpPr>
        <p:spPr>
          <a:xfrm>
            <a:off x="64008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Oval 870"/>
          <p:cNvSpPr/>
          <p:nvPr/>
        </p:nvSpPr>
        <p:spPr>
          <a:xfrm>
            <a:off x="64008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Oval 871"/>
          <p:cNvSpPr/>
          <p:nvPr/>
        </p:nvSpPr>
        <p:spPr>
          <a:xfrm>
            <a:off x="64008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Oval 872"/>
          <p:cNvSpPr/>
          <p:nvPr/>
        </p:nvSpPr>
        <p:spPr>
          <a:xfrm>
            <a:off x="66294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Oval 873"/>
          <p:cNvSpPr/>
          <p:nvPr/>
        </p:nvSpPr>
        <p:spPr>
          <a:xfrm>
            <a:off x="66294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Oval 874"/>
          <p:cNvSpPr/>
          <p:nvPr/>
        </p:nvSpPr>
        <p:spPr>
          <a:xfrm>
            <a:off x="66294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Oval 875"/>
          <p:cNvSpPr/>
          <p:nvPr/>
        </p:nvSpPr>
        <p:spPr>
          <a:xfrm>
            <a:off x="66294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Oval 876"/>
          <p:cNvSpPr/>
          <p:nvPr/>
        </p:nvSpPr>
        <p:spPr>
          <a:xfrm>
            <a:off x="66294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Oval 877"/>
          <p:cNvSpPr/>
          <p:nvPr/>
        </p:nvSpPr>
        <p:spPr>
          <a:xfrm>
            <a:off x="66294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Oval 878"/>
          <p:cNvSpPr/>
          <p:nvPr/>
        </p:nvSpPr>
        <p:spPr>
          <a:xfrm>
            <a:off x="66294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Oval 879"/>
          <p:cNvSpPr/>
          <p:nvPr/>
        </p:nvSpPr>
        <p:spPr>
          <a:xfrm>
            <a:off x="66294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Oval 880"/>
          <p:cNvSpPr/>
          <p:nvPr/>
        </p:nvSpPr>
        <p:spPr>
          <a:xfrm>
            <a:off x="66294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Oval 881"/>
          <p:cNvSpPr/>
          <p:nvPr/>
        </p:nvSpPr>
        <p:spPr>
          <a:xfrm>
            <a:off x="66294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Oval 882"/>
          <p:cNvSpPr/>
          <p:nvPr/>
        </p:nvSpPr>
        <p:spPr>
          <a:xfrm>
            <a:off x="66294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Oval 883"/>
          <p:cNvSpPr/>
          <p:nvPr/>
        </p:nvSpPr>
        <p:spPr>
          <a:xfrm>
            <a:off x="66294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Oval 884"/>
          <p:cNvSpPr/>
          <p:nvPr/>
        </p:nvSpPr>
        <p:spPr>
          <a:xfrm>
            <a:off x="66294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Oval 885"/>
          <p:cNvSpPr/>
          <p:nvPr/>
        </p:nvSpPr>
        <p:spPr>
          <a:xfrm>
            <a:off x="66294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Oval 886"/>
          <p:cNvSpPr/>
          <p:nvPr/>
        </p:nvSpPr>
        <p:spPr>
          <a:xfrm>
            <a:off x="66294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Oval 887"/>
          <p:cNvSpPr/>
          <p:nvPr/>
        </p:nvSpPr>
        <p:spPr>
          <a:xfrm>
            <a:off x="66294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Oval 888"/>
          <p:cNvSpPr/>
          <p:nvPr/>
        </p:nvSpPr>
        <p:spPr>
          <a:xfrm>
            <a:off x="66294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Oval 889"/>
          <p:cNvSpPr/>
          <p:nvPr/>
        </p:nvSpPr>
        <p:spPr>
          <a:xfrm>
            <a:off x="66294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Oval 890"/>
          <p:cNvSpPr/>
          <p:nvPr/>
        </p:nvSpPr>
        <p:spPr>
          <a:xfrm>
            <a:off x="66294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Oval 891"/>
          <p:cNvSpPr/>
          <p:nvPr/>
        </p:nvSpPr>
        <p:spPr>
          <a:xfrm>
            <a:off x="66294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Oval 892"/>
          <p:cNvSpPr/>
          <p:nvPr/>
        </p:nvSpPr>
        <p:spPr>
          <a:xfrm>
            <a:off x="66294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Oval 893"/>
          <p:cNvSpPr/>
          <p:nvPr/>
        </p:nvSpPr>
        <p:spPr>
          <a:xfrm>
            <a:off x="66294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Oval 894"/>
          <p:cNvSpPr/>
          <p:nvPr/>
        </p:nvSpPr>
        <p:spPr>
          <a:xfrm>
            <a:off x="66294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Oval 895"/>
          <p:cNvSpPr/>
          <p:nvPr/>
        </p:nvSpPr>
        <p:spPr>
          <a:xfrm>
            <a:off x="66294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Oval 896"/>
          <p:cNvSpPr/>
          <p:nvPr/>
        </p:nvSpPr>
        <p:spPr>
          <a:xfrm>
            <a:off x="66294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Oval 897"/>
          <p:cNvSpPr/>
          <p:nvPr/>
        </p:nvSpPr>
        <p:spPr>
          <a:xfrm>
            <a:off x="66294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Oval 898"/>
          <p:cNvSpPr/>
          <p:nvPr/>
        </p:nvSpPr>
        <p:spPr>
          <a:xfrm>
            <a:off x="66294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Oval 899"/>
          <p:cNvSpPr/>
          <p:nvPr/>
        </p:nvSpPr>
        <p:spPr>
          <a:xfrm>
            <a:off x="66294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Oval 900"/>
          <p:cNvSpPr/>
          <p:nvPr/>
        </p:nvSpPr>
        <p:spPr>
          <a:xfrm>
            <a:off x="66294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Oval 901"/>
          <p:cNvSpPr/>
          <p:nvPr/>
        </p:nvSpPr>
        <p:spPr>
          <a:xfrm>
            <a:off x="66294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Oval 902"/>
          <p:cNvSpPr/>
          <p:nvPr/>
        </p:nvSpPr>
        <p:spPr>
          <a:xfrm>
            <a:off x="68580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68580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Oval 904"/>
          <p:cNvSpPr/>
          <p:nvPr/>
        </p:nvSpPr>
        <p:spPr>
          <a:xfrm>
            <a:off x="68580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Oval 905"/>
          <p:cNvSpPr/>
          <p:nvPr/>
        </p:nvSpPr>
        <p:spPr>
          <a:xfrm>
            <a:off x="68580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Oval 906"/>
          <p:cNvSpPr/>
          <p:nvPr/>
        </p:nvSpPr>
        <p:spPr>
          <a:xfrm>
            <a:off x="68580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Oval 907"/>
          <p:cNvSpPr/>
          <p:nvPr/>
        </p:nvSpPr>
        <p:spPr>
          <a:xfrm>
            <a:off x="68580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Oval 908"/>
          <p:cNvSpPr/>
          <p:nvPr/>
        </p:nvSpPr>
        <p:spPr>
          <a:xfrm>
            <a:off x="68580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Oval 909"/>
          <p:cNvSpPr/>
          <p:nvPr/>
        </p:nvSpPr>
        <p:spPr>
          <a:xfrm>
            <a:off x="68580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68580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Oval 911"/>
          <p:cNvSpPr/>
          <p:nvPr/>
        </p:nvSpPr>
        <p:spPr>
          <a:xfrm>
            <a:off x="68580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Oval 912"/>
          <p:cNvSpPr/>
          <p:nvPr/>
        </p:nvSpPr>
        <p:spPr>
          <a:xfrm>
            <a:off x="68580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Oval 913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Oval 914"/>
          <p:cNvSpPr/>
          <p:nvPr/>
        </p:nvSpPr>
        <p:spPr>
          <a:xfrm>
            <a:off x="68580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Oval 915"/>
          <p:cNvSpPr/>
          <p:nvPr/>
        </p:nvSpPr>
        <p:spPr>
          <a:xfrm>
            <a:off x="68580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Oval 916"/>
          <p:cNvSpPr/>
          <p:nvPr/>
        </p:nvSpPr>
        <p:spPr>
          <a:xfrm>
            <a:off x="68580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68580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Oval 918"/>
          <p:cNvSpPr/>
          <p:nvPr/>
        </p:nvSpPr>
        <p:spPr>
          <a:xfrm>
            <a:off x="68580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Oval 919"/>
          <p:cNvSpPr/>
          <p:nvPr/>
        </p:nvSpPr>
        <p:spPr>
          <a:xfrm>
            <a:off x="68580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Oval 920"/>
          <p:cNvSpPr/>
          <p:nvPr/>
        </p:nvSpPr>
        <p:spPr>
          <a:xfrm>
            <a:off x="68580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Oval 921"/>
          <p:cNvSpPr/>
          <p:nvPr/>
        </p:nvSpPr>
        <p:spPr>
          <a:xfrm>
            <a:off x="68580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Oval 922"/>
          <p:cNvSpPr/>
          <p:nvPr/>
        </p:nvSpPr>
        <p:spPr>
          <a:xfrm>
            <a:off x="68580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Oval 923"/>
          <p:cNvSpPr/>
          <p:nvPr/>
        </p:nvSpPr>
        <p:spPr>
          <a:xfrm>
            <a:off x="68580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Oval 924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Oval 925"/>
          <p:cNvSpPr/>
          <p:nvPr/>
        </p:nvSpPr>
        <p:spPr>
          <a:xfrm>
            <a:off x="68580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Oval 926"/>
          <p:cNvSpPr/>
          <p:nvPr/>
        </p:nvSpPr>
        <p:spPr>
          <a:xfrm>
            <a:off x="68580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Oval 927"/>
          <p:cNvSpPr/>
          <p:nvPr/>
        </p:nvSpPr>
        <p:spPr>
          <a:xfrm>
            <a:off x="68580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Oval 928"/>
          <p:cNvSpPr/>
          <p:nvPr/>
        </p:nvSpPr>
        <p:spPr>
          <a:xfrm>
            <a:off x="68580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Oval 929"/>
          <p:cNvSpPr/>
          <p:nvPr/>
        </p:nvSpPr>
        <p:spPr>
          <a:xfrm>
            <a:off x="68580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Oval 930"/>
          <p:cNvSpPr/>
          <p:nvPr/>
        </p:nvSpPr>
        <p:spPr>
          <a:xfrm>
            <a:off x="68580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Oval 931"/>
          <p:cNvSpPr/>
          <p:nvPr/>
        </p:nvSpPr>
        <p:spPr>
          <a:xfrm>
            <a:off x="68580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Oval 932"/>
          <p:cNvSpPr/>
          <p:nvPr/>
        </p:nvSpPr>
        <p:spPr>
          <a:xfrm>
            <a:off x="70866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Oval 933"/>
          <p:cNvSpPr/>
          <p:nvPr/>
        </p:nvSpPr>
        <p:spPr>
          <a:xfrm>
            <a:off x="70866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Oval 934"/>
          <p:cNvSpPr/>
          <p:nvPr/>
        </p:nvSpPr>
        <p:spPr>
          <a:xfrm>
            <a:off x="70866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Oval 935"/>
          <p:cNvSpPr/>
          <p:nvPr/>
        </p:nvSpPr>
        <p:spPr>
          <a:xfrm>
            <a:off x="70866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Oval 936"/>
          <p:cNvSpPr/>
          <p:nvPr/>
        </p:nvSpPr>
        <p:spPr>
          <a:xfrm>
            <a:off x="70866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Oval 937"/>
          <p:cNvSpPr/>
          <p:nvPr/>
        </p:nvSpPr>
        <p:spPr>
          <a:xfrm>
            <a:off x="70866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Oval 938"/>
          <p:cNvSpPr/>
          <p:nvPr/>
        </p:nvSpPr>
        <p:spPr>
          <a:xfrm>
            <a:off x="70866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70866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70866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70866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Oval 942"/>
          <p:cNvSpPr/>
          <p:nvPr/>
        </p:nvSpPr>
        <p:spPr>
          <a:xfrm>
            <a:off x="70866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Oval 943"/>
          <p:cNvSpPr/>
          <p:nvPr/>
        </p:nvSpPr>
        <p:spPr>
          <a:xfrm>
            <a:off x="70866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Oval 944"/>
          <p:cNvSpPr/>
          <p:nvPr/>
        </p:nvSpPr>
        <p:spPr>
          <a:xfrm>
            <a:off x="70866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Oval 945"/>
          <p:cNvSpPr/>
          <p:nvPr/>
        </p:nvSpPr>
        <p:spPr>
          <a:xfrm>
            <a:off x="70866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Oval 946"/>
          <p:cNvSpPr/>
          <p:nvPr/>
        </p:nvSpPr>
        <p:spPr>
          <a:xfrm>
            <a:off x="70866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Oval 947"/>
          <p:cNvSpPr/>
          <p:nvPr/>
        </p:nvSpPr>
        <p:spPr>
          <a:xfrm>
            <a:off x="70866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Oval 948"/>
          <p:cNvSpPr/>
          <p:nvPr/>
        </p:nvSpPr>
        <p:spPr>
          <a:xfrm>
            <a:off x="70866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Oval 949"/>
          <p:cNvSpPr/>
          <p:nvPr/>
        </p:nvSpPr>
        <p:spPr>
          <a:xfrm>
            <a:off x="70866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Oval 950"/>
          <p:cNvSpPr/>
          <p:nvPr/>
        </p:nvSpPr>
        <p:spPr>
          <a:xfrm>
            <a:off x="70866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Oval 951"/>
          <p:cNvSpPr/>
          <p:nvPr/>
        </p:nvSpPr>
        <p:spPr>
          <a:xfrm>
            <a:off x="70866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Oval 952"/>
          <p:cNvSpPr/>
          <p:nvPr/>
        </p:nvSpPr>
        <p:spPr>
          <a:xfrm>
            <a:off x="70866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70866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70866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70866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Oval 956"/>
          <p:cNvSpPr/>
          <p:nvPr/>
        </p:nvSpPr>
        <p:spPr>
          <a:xfrm>
            <a:off x="70866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Oval 957"/>
          <p:cNvSpPr/>
          <p:nvPr/>
        </p:nvSpPr>
        <p:spPr>
          <a:xfrm>
            <a:off x="70866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Oval 958"/>
          <p:cNvSpPr/>
          <p:nvPr/>
        </p:nvSpPr>
        <p:spPr>
          <a:xfrm>
            <a:off x="70866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Oval 959"/>
          <p:cNvSpPr/>
          <p:nvPr/>
        </p:nvSpPr>
        <p:spPr>
          <a:xfrm>
            <a:off x="70866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Oval 960"/>
          <p:cNvSpPr/>
          <p:nvPr/>
        </p:nvSpPr>
        <p:spPr>
          <a:xfrm>
            <a:off x="70866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Oval 961"/>
          <p:cNvSpPr/>
          <p:nvPr/>
        </p:nvSpPr>
        <p:spPr>
          <a:xfrm>
            <a:off x="70866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Oval 962"/>
          <p:cNvSpPr/>
          <p:nvPr/>
        </p:nvSpPr>
        <p:spPr>
          <a:xfrm>
            <a:off x="73152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Oval 963"/>
          <p:cNvSpPr/>
          <p:nvPr/>
        </p:nvSpPr>
        <p:spPr>
          <a:xfrm>
            <a:off x="73152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Oval 964"/>
          <p:cNvSpPr/>
          <p:nvPr/>
        </p:nvSpPr>
        <p:spPr>
          <a:xfrm>
            <a:off x="73152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Oval 965"/>
          <p:cNvSpPr/>
          <p:nvPr/>
        </p:nvSpPr>
        <p:spPr>
          <a:xfrm>
            <a:off x="73152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Oval 966"/>
          <p:cNvSpPr/>
          <p:nvPr/>
        </p:nvSpPr>
        <p:spPr>
          <a:xfrm>
            <a:off x="73152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73152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73152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73152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Oval 970"/>
          <p:cNvSpPr/>
          <p:nvPr/>
        </p:nvSpPr>
        <p:spPr>
          <a:xfrm>
            <a:off x="73152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Oval 971"/>
          <p:cNvSpPr/>
          <p:nvPr/>
        </p:nvSpPr>
        <p:spPr>
          <a:xfrm>
            <a:off x="73152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Oval 972"/>
          <p:cNvSpPr/>
          <p:nvPr/>
        </p:nvSpPr>
        <p:spPr>
          <a:xfrm>
            <a:off x="73152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Oval 973"/>
          <p:cNvSpPr/>
          <p:nvPr/>
        </p:nvSpPr>
        <p:spPr>
          <a:xfrm>
            <a:off x="73152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Oval 974"/>
          <p:cNvSpPr/>
          <p:nvPr/>
        </p:nvSpPr>
        <p:spPr>
          <a:xfrm>
            <a:off x="73152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Oval 975"/>
          <p:cNvSpPr/>
          <p:nvPr/>
        </p:nvSpPr>
        <p:spPr>
          <a:xfrm>
            <a:off x="73152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Oval 976"/>
          <p:cNvSpPr/>
          <p:nvPr/>
        </p:nvSpPr>
        <p:spPr>
          <a:xfrm>
            <a:off x="73152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Oval 977"/>
          <p:cNvSpPr/>
          <p:nvPr/>
        </p:nvSpPr>
        <p:spPr>
          <a:xfrm>
            <a:off x="73152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Oval 978"/>
          <p:cNvSpPr/>
          <p:nvPr/>
        </p:nvSpPr>
        <p:spPr>
          <a:xfrm>
            <a:off x="73152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Oval 979"/>
          <p:cNvSpPr/>
          <p:nvPr/>
        </p:nvSpPr>
        <p:spPr>
          <a:xfrm>
            <a:off x="73152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Oval 980"/>
          <p:cNvSpPr/>
          <p:nvPr/>
        </p:nvSpPr>
        <p:spPr>
          <a:xfrm>
            <a:off x="73152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73152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73152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73152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Oval 984"/>
          <p:cNvSpPr/>
          <p:nvPr/>
        </p:nvSpPr>
        <p:spPr>
          <a:xfrm>
            <a:off x="73152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Oval 985"/>
          <p:cNvSpPr/>
          <p:nvPr/>
        </p:nvSpPr>
        <p:spPr>
          <a:xfrm>
            <a:off x="73152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Oval 986"/>
          <p:cNvSpPr/>
          <p:nvPr/>
        </p:nvSpPr>
        <p:spPr>
          <a:xfrm>
            <a:off x="73152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Oval 987"/>
          <p:cNvSpPr/>
          <p:nvPr/>
        </p:nvSpPr>
        <p:spPr>
          <a:xfrm>
            <a:off x="73152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Oval 988"/>
          <p:cNvSpPr/>
          <p:nvPr/>
        </p:nvSpPr>
        <p:spPr>
          <a:xfrm>
            <a:off x="73152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Oval 989"/>
          <p:cNvSpPr/>
          <p:nvPr/>
        </p:nvSpPr>
        <p:spPr>
          <a:xfrm>
            <a:off x="73152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Oval 990"/>
          <p:cNvSpPr/>
          <p:nvPr/>
        </p:nvSpPr>
        <p:spPr>
          <a:xfrm>
            <a:off x="73152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Oval 991"/>
          <p:cNvSpPr/>
          <p:nvPr/>
        </p:nvSpPr>
        <p:spPr>
          <a:xfrm>
            <a:off x="73152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Oval 992"/>
          <p:cNvSpPr/>
          <p:nvPr/>
        </p:nvSpPr>
        <p:spPr>
          <a:xfrm>
            <a:off x="75438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Oval 993"/>
          <p:cNvSpPr/>
          <p:nvPr/>
        </p:nvSpPr>
        <p:spPr>
          <a:xfrm>
            <a:off x="75438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Oval 994"/>
          <p:cNvSpPr/>
          <p:nvPr/>
        </p:nvSpPr>
        <p:spPr>
          <a:xfrm>
            <a:off x="75438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75438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75438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75438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Oval 998"/>
          <p:cNvSpPr/>
          <p:nvPr/>
        </p:nvSpPr>
        <p:spPr>
          <a:xfrm>
            <a:off x="75438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Oval 999"/>
          <p:cNvSpPr/>
          <p:nvPr/>
        </p:nvSpPr>
        <p:spPr>
          <a:xfrm>
            <a:off x="75438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Oval 1000"/>
          <p:cNvSpPr/>
          <p:nvPr/>
        </p:nvSpPr>
        <p:spPr>
          <a:xfrm>
            <a:off x="75438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Oval 1001"/>
          <p:cNvSpPr/>
          <p:nvPr/>
        </p:nvSpPr>
        <p:spPr>
          <a:xfrm>
            <a:off x="75438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Oval 1002"/>
          <p:cNvSpPr/>
          <p:nvPr/>
        </p:nvSpPr>
        <p:spPr>
          <a:xfrm>
            <a:off x="75438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Oval 1003"/>
          <p:cNvSpPr/>
          <p:nvPr/>
        </p:nvSpPr>
        <p:spPr>
          <a:xfrm>
            <a:off x="75438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Oval 1004"/>
          <p:cNvSpPr/>
          <p:nvPr/>
        </p:nvSpPr>
        <p:spPr>
          <a:xfrm>
            <a:off x="75438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Oval 1005"/>
          <p:cNvSpPr/>
          <p:nvPr/>
        </p:nvSpPr>
        <p:spPr>
          <a:xfrm>
            <a:off x="75438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Oval 1006"/>
          <p:cNvSpPr/>
          <p:nvPr/>
        </p:nvSpPr>
        <p:spPr>
          <a:xfrm>
            <a:off x="75438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Oval 1007"/>
          <p:cNvSpPr/>
          <p:nvPr/>
        </p:nvSpPr>
        <p:spPr>
          <a:xfrm>
            <a:off x="75438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Oval 1008"/>
          <p:cNvSpPr/>
          <p:nvPr/>
        </p:nvSpPr>
        <p:spPr>
          <a:xfrm>
            <a:off x="75438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75438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75438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75438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Oval 1012"/>
          <p:cNvSpPr/>
          <p:nvPr/>
        </p:nvSpPr>
        <p:spPr>
          <a:xfrm>
            <a:off x="75438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Oval 1013"/>
          <p:cNvSpPr/>
          <p:nvPr/>
        </p:nvSpPr>
        <p:spPr>
          <a:xfrm>
            <a:off x="75438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Oval 1014"/>
          <p:cNvSpPr/>
          <p:nvPr/>
        </p:nvSpPr>
        <p:spPr>
          <a:xfrm>
            <a:off x="75438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Oval 1015"/>
          <p:cNvSpPr/>
          <p:nvPr/>
        </p:nvSpPr>
        <p:spPr>
          <a:xfrm>
            <a:off x="75438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Oval 1016"/>
          <p:cNvSpPr/>
          <p:nvPr/>
        </p:nvSpPr>
        <p:spPr>
          <a:xfrm>
            <a:off x="75438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Oval 1017"/>
          <p:cNvSpPr/>
          <p:nvPr/>
        </p:nvSpPr>
        <p:spPr>
          <a:xfrm>
            <a:off x="75438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Oval 1018"/>
          <p:cNvSpPr/>
          <p:nvPr/>
        </p:nvSpPr>
        <p:spPr>
          <a:xfrm>
            <a:off x="75438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Oval 1019"/>
          <p:cNvSpPr/>
          <p:nvPr/>
        </p:nvSpPr>
        <p:spPr>
          <a:xfrm>
            <a:off x="75438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Oval 1020"/>
          <p:cNvSpPr/>
          <p:nvPr/>
        </p:nvSpPr>
        <p:spPr>
          <a:xfrm>
            <a:off x="75438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Oval 1021"/>
          <p:cNvSpPr/>
          <p:nvPr/>
        </p:nvSpPr>
        <p:spPr>
          <a:xfrm>
            <a:off x="75438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Oval 1022"/>
          <p:cNvSpPr/>
          <p:nvPr/>
        </p:nvSpPr>
        <p:spPr>
          <a:xfrm>
            <a:off x="77724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77724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77724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77724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Oval 1026"/>
          <p:cNvSpPr/>
          <p:nvPr/>
        </p:nvSpPr>
        <p:spPr>
          <a:xfrm>
            <a:off x="77724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Oval 1027"/>
          <p:cNvSpPr/>
          <p:nvPr/>
        </p:nvSpPr>
        <p:spPr>
          <a:xfrm>
            <a:off x="77724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Oval 1028"/>
          <p:cNvSpPr/>
          <p:nvPr/>
        </p:nvSpPr>
        <p:spPr>
          <a:xfrm>
            <a:off x="77724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Oval 1029"/>
          <p:cNvSpPr/>
          <p:nvPr/>
        </p:nvSpPr>
        <p:spPr>
          <a:xfrm>
            <a:off x="77724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Oval 1030"/>
          <p:cNvSpPr/>
          <p:nvPr/>
        </p:nvSpPr>
        <p:spPr>
          <a:xfrm>
            <a:off x="77724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Oval 1031"/>
          <p:cNvSpPr/>
          <p:nvPr/>
        </p:nvSpPr>
        <p:spPr>
          <a:xfrm>
            <a:off x="77724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Oval 1032"/>
          <p:cNvSpPr/>
          <p:nvPr/>
        </p:nvSpPr>
        <p:spPr>
          <a:xfrm>
            <a:off x="77724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val 1033"/>
          <p:cNvSpPr/>
          <p:nvPr/>
        </p:nvSpPr>
        <p:spPr>
          <a:xfrm>
            <a:off x="77724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Oval 1034"/>
          <p:cNvSpPr/>
          <p:nvPr/>
        </p:nvSpPr>
        <p:spPr>
          <a:xfrm>
            <a:off x="77724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Oval 1035"/>
          <p:cNvSpPr/>
          <p:nvPr/>
        </p:nvSpPr>
        <p:spPr>
          <a:xfrm>
            <a:off x="77724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Oval 1036"/>
          <p:cNvSpPr/>
          <p:nvPr/>
        </p:nvSpPr>
        <p:spPr>
          <a:xfrm>
            <a:off x="77724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77724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77724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77724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Oval 1040"/>
          <p:cNvSpPr/>
          <p:nvPr/>
        </p:nvSpPr>
        <p:spPr>
          <a:xfrm>
            <a:off x="77724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Oval 1041"/>
          <p:cNvSpPr/>
          <p:nvPr/>
        </p:nvSpPr>
        <p:spPr>
          <a:xfrm>
            <a:off x="77724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Oval 1042"/>
          <p:cNvSpPr/>
          <p:nvPr/>
        </p:nvSpPr>
        <p:spPr>
          <a:xfrm>
            <a:off x="77724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Oval 1043"/>
          <p:cNvSpPr/>
          <p:nvPr/>
        </p:nvSpPr>
        <p:spPr>
          <a:xfrm>
            <a:off x="77724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Oval 1044"/>
          <p:cNvSpPr/>
          <p:nvPr/>
        </p:nvSpPr>
        <p:spPr>
          <a:xfrm>
            <a:off x="77724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Oval 1045"/>
          <p:cNvSpPr/>
          <p:nvPr/>
        </p:nvSpPr>
        <p:spPr>
          <a:xfrm>
            <a:off x="77724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Oval 1046"/>
          <p:cNvSpPr/>
          <p:nvPr/>
        </p:nvSpPr>
        <p:spPr>
          <a:xfrm>
            <a:off x="77724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Oval 1047"/>
          <p:cNvSpPr/>
          <p:nvPr/>
        </p:nvSpPr>
        <p:spPr>
          <a:xfrm>
            <a:off x="77724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Oval 1048"/>
          <p:cNvSpPr/>
          <p:nvPr/>
        </p:nvSpPr>
        <p:spPr>
          <a:xfrm>
            <a:off x="77724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Oval 1049"/>
          <p:cNvSpPr/>
          <p:nvPr/>
        </p:nvSpPr>
        <p:spPr>
          <a:xfrm>
            <a:off x="77724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Oval 1050"/>
          <p:cNvSpPr/>
          <p:nvPr/>
        </p:nvSpPr>
        <p:spPr>
          <a:xfrm>
            <a:off x="77724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77724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80010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80010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Oval 1054"/>
          <p:cNvSpPr/>
          <p:nvPr/>
        </p:nvSpPr>
        <p:spPr>
          <a:xfrm>
            <a:off x="80010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Oval 1055"/>
          <p:cNvSpPr/>
          <p:nvPr/>
        </p:nvSpPr>
        <p:spPr>
          <a:xfrm>
            <a:off x="80010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Oval 1056"/>
          <p:cNvSpPr/>
          <p:nvPr/>
        </p:nvSpPr>
        <p:spPr>
          <a:xfrm>
            <a:off x="80010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Oval 1057"/>
          <p:cNvSpPr/>
          <p:nvPr/>
        </p:nvSpPr>
        <p:spPr>
          <a:xfrm>
            <a:off x="80010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Oval 1058"/>
          <p:cNvSpPr/>
          <p:nvPr/>
        </p:nvSpPr>
        <p:spPr>
          <a:xfrm>
            <a:off x="80010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Oval 1059"/>
          <p:cNvSpPr/>
          <p:nvPr/>
        </p:nvSpPr>
        <p:spPr>
          <a:xfrm>
            <a:off x="80010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Oval 1060"/>
          <p:cNvSpPr/>
          <p:nvPr/>
        </p:nvSpPr>
        <p:spPr>
          <a:xfrm>
            <a:off x="80010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Oval 1061"/>
          <p:cNvSpPr/>
          <p:nvPr/>
        </p:nvSpPr>
        <p:spPr>
          <a:xfrm>
            <a:off x="80010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Oval 1062"/>
          <p:cNvSpPr/>
          <p:nvPr/>
        </p:nvSpPr>
        <p:spPr>
          <a:xfrm>
            <a:off x="80010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Oval 1063"/>
          <p:cNvSpPr/>
          <p:nvPr/>
        </p:nvSpPr>
        <p:spPr>
          <a:xfrm>
            <a:off x="80010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Oval 1064"/>
          <p:cNvSpPr/>
          <p:nvPr/>
        </p:nvSpPr>
        <p:spPr>
          <a:xfrm>
            <a:off x="80010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80010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80010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80010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Oval 1068"/>
          <p:cNvSpPr/>
          <p:nvPr/>
        </p:nvSpPr>
        <p:spPr>
          <a:xfrm>
            <a:off x="80010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Oval 1069"/>
          <p:cNvSpPr/>
          <p:nvPr/>
        </p:nvSpPr>
        <p:spPr>
          <a:xfrm>
            <a:off x="80010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Oval 1070"/>
          <p:cNvSpPr/>
          <p:nvPr/>
        </p:nvSpPr>
        <p:spPr>
          <a:xfrm>
            <a:off x="80010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Oval 1071"/>
          <p:cNvSpPr/>
          <p:nvPr/>
        </p:nvSpPr>
        <p:spPr>
          <a:xfrm>
            <a:off x="80010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Oval 1072"/>
          <p:cNvSpPr/>
          <p:nvPr/>
        </p:nvSpPr>
        <p:spPr>
          <a:xfrm>
            <a:off x="80010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Oval 1073"/>
          <p:cNvSpPr/>
          <p:nvPr/>
        </p:nvSpPr>
        <p:spPr>
          <a:xfrm>
            <a:off x="80010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Oval 1074"/>
          <p:cNvSpPr/>
          <p:nvPr/>
        </p:nvSpPr>
        <p:spPr>
          <a:xfrm>
            <a:off x="80010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Oval 1075"/>
          <p:cNvSpPr/>
          <p:nvPr/>
        </p:nvSpPr>
        <p:spPr>
          <a:xfrm>
            <a:off x="80010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Oval 1076"/>
          <p:cNvSpPr/>
          <p:nvPr/>
        </p:nvSpPr>
        <p:spPr>
          <a:xfrm>
            <a:off x="80010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Oval 1077"/>
          <p:cNvSpPr/>
          <p:nvPr/>
        </p:nvSpPr>
        <p:spPr>
          <a:xfrm>
            <a:off x="80010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Oval 1078"/>
          <p:cNvSpPr/>
          <p:nvPr/>
        </p:nvSpPr>
        <p:spPr>
          <a:xfrm>
            <a:off x="80010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Oval 1079"/>
          <p:cNvSpPr/>
          <p:nvPr/>
        </p:nvSpPr>
        <p:spPr>
          <a:xfrm>
            <a:off x="80010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Oval 1080"/>
          <p:cNvSpPr/>
          <p:nvPr/>
        </p:nvSpPr>
        <p:spPr>
          <a:xfrm>
            <a:off x="80010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Oval 1081"/>
          <p:cNvSpPr/>
          <p:nvPr/>
        </p:nvSpPr>
        <p:spPr>
          <a:xfrm>
            <a:off x="80010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Oval 1082"/>
          <p:cNvSpPr/>
          <p:nvPr/>
        </p:nvSpPr>
        <p:spPr>
          <a:xfrm>
            <a:off x="82296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Oval 1083"/>
          <p:cNvSpPr/>
          <p:nvPr/>
        </p:nvSpPr>
        <p:spPr>
          <a:xfrm>
            <a:off x="82296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Oval 1084"/>
          <p:cNvSpPr/>
          <p:nvPr/>
        </p:nvSpPr>
        <p:spPr>
          <a:xfrm>
            <a:off x="82296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Oval 1085"/>
          <p:cNvSpPr/>
          <p:nvPr/>
        </p:nvSpPr>
        <p:spPr>
          <a:xfrm>
            <a:off x="82296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Oval 1086"/>
          <p:cNvSpPr/>
          <p:nvPr/>
        </p:nvSpPr>
        <p:spPr>
          <a:xfrm>
            <a:off x="82296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Oval 1087"/>
          <p:cNvSpPr/>
          <p:nvPr/>
        </p:nvSpPr>
        <p:spPr>
          <a:xfrm>
            <a:off x="82296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Oval 1088"/>
          <p:cNvSpPr/>
          <p:nvPr/>
        </p:nvSpPr>
        <p:spPr>
          <a:xfrm>
            <a:off x="82296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Oval 1089"/>
          <p:cNvSpPr/>
          <p:nvPr/>
        </p:nvSpPr>
        <p:spPr>
          <a:xfrm>
            <a:off x="82296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Oval 1090"/>
          <p:cNvSpPr/>
          <p:nvPr/>
        </p:nvSpPr>
        <p:spPr>
          <a:xfrm>
            <a:off x="82296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Oval 1091"/>
          <p:cNvSpPr/>
          <p:nvPr/>
        </p:nvSpPr>
        <p:spPr>
          <a:xfrm>
            <a:off x="82296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Oval 1092"/>
          <p:cNvSpPr/>
          <p:nvPr/>
        </p:nvSpPr>
        <p:spPr>
          <a:xfrm>
            <a:off x="82296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Oval 1093"/>
          <p:cNvSpPr/>
          <p:nvPr/>
        </p:nvSpPr>
        <p:spPr>
          <a:xfrm>
            <a:off x="82296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Oval 1094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Oval 1095"/>
          <p:cNvSpPr/>
          <p:nvPr/>
        </p:nvSpPr>
        <p:spPr>
          <a:xfrm>
            <a:off x="82296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Oval 1096"/>
          <p:cNvSpPr/>
          <p:nvPr/>
        </p:nvSpPr>
        <p:spPr>
          <a:xfrm>
            <a:off x="82296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Oval 1097"/>
          <p:cNvSpPr/>
          <p:nvPr/>
        </p:nvSpPr>
        <p:spPr>
          <a:xfrm>
            <a:off x="82296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Oval 1098"/>
          <p:cNvSpPr/>
          <p:nvPr/>
        </p:nvSpPr>
        <p:spPr>
          <a:xfrm>
            <a:off x="82296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Oval 1099"/>
          <p:cNvSpPr/>
          <p:nvPr/>
        </p:nvSpPr>
        <p:spPr>
          <a:xfrm>
            <a:off x="82296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Oval 1100"/>
          <p:cNvSpPr/>
          <p:nvPr/>
        </p:nvSpPr>
        <p:spPr>
          <a:xfrm>
            <a:off x="82296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Oval 1101"/>
          <p:cNvSpPr/>
          <p:nvPr/>
        </p:nvSpPr>
        <p:spPr>
          <a:xfrm>
            <a:off x="82296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Oval 1102"/>
          <p:cNvSpPr/>
          <p:nvPr/>
        </p:nvSpPr>
        <p:spPr>
          <a:xfrm>
            <a:off x="82296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Oval 1103"/>
          <p:cNvSpPr/>
          <p:nvPr/>
        </p:nvSpPr>
        <p:spPr>
          <a:xfrm>
            <a:off x="82296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Oval 1104"/>
          <p:cNvSpPr/>
          <p:nvPr/>
        </p:nvSpPr>
        <p:spPr>
          <a:xfrm>
            <a:off x="82296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Oval 1105"/>
          <p:cNvSpPr/>
          <p:nvPr/>
        </p:nvSpPr>
        <p:spPr>
          <a:xfrm>
            <a:off x="82296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Oval 1106"/>
          <p:cNvSpPr/>
          <p:nvPr/>
        </p:nvSpPr>
        <p:spPr>
          <a:xfrm>
            <a:off x="82296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Oval 1107"/>
          <p:cNvSpPr/>
          <p:nvPr/>
        </p:nvSpPr>
        <p:spPr>
          <a:xfrm>
            <a:off x="82296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Oval 1108"/>
          <p:cNvSpPr/>
          <p:nvPr/>
        </p:nvSpPr>
        <p:spPr>
          <a:xfrm>
            <a:off x="82296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Oval 1109"/>
          <p:cNvSpPr/>
          <p:nvPr/>
        </p:nvSpPr>
        <p:spPr>
          <a:xfrm>
            <a:off x="82296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Oval 1110"/>
          <p:cNvSpPr/>
          <p:nvPr/>
        </p:nvSpPr>
        <p:spPr>
          <a:xfrm>
            <a:off x="82296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Oval 1111"/>
          <p:cNvSpPr/>
          <p:nvPr/>
        </p:nvSpPr>
        <p:spPr>
          <a:xfrm>
            <a:off x="82296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Oval 1112"/>
          <p:cNvSpPr/>
          <p:nvPr/>
        </p:nvSpPr>
        <p:spPr>
          <a:xfrm>
            <a:off x="84582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Oval 1113"/>
          <p:cNvSpPr/>
          <p:nvPr/>
        </p:nvSpPr>
        <p:spPr>
          <a:xfrm>
            <a:off x="84582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Oval 1114"/>
          <p:cNvSpPr/>
          <p:nvPr/>
        </p:nvSpPr>
        <p:spPr>
          <a:xfrm>
            <a:off x="84582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Oval 1115"/>
          <p:cNvSpPr/>
          <p:nvPr/>
        </p:nvSpPr>
        <p:spPr>
          <a:xfrm>
            <a:off x="84582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Oval 1116"/>
          <p:cNvSpPr/>
          <p:nvPr/>
        </p:nvSpPr>
        <p:spPr>
          <a:xfrm>
            <a:off x="84582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Oval 1117"/>
          <p:cNvSpPr/>
          <p:nvPr/>
        </p:nvSpPr>
        <p:spPr>
          <a:xfrm>
            <a:off x="84582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Oval 1118"/>
          <p:cNvSpPr/>
          <p:nvPr/>
        </p:nvSpPr>
        <p:spPr>
          <a:xfrm>
            <a:off x="84582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Oval 1119"/>
          <p:cNvSpPr/>
          <p:nvPr/>
        </p:nvSpPr>
        <p:spPr>
          <a:xfrm>
            <a:off x="84582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Oval 1120"/>
          <p:cNvSpPr/>
          <p:nvPr/>
        </p:nvSpPr>
        <p:spPr>
          <a:xfrm>
            <a:off x="84582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Oval 1121"/>
          <p:cNvSpPr/>
          <p:nvPr/>
        </p:nvSpPr>
        <p:spPr>
          <a:xfrm>
            <a:off x="84582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Oval 1122"/>
          <p:cNvSpPr/>
          <p:nvPr/>
        </p:nvSpPr>
        <p:spPr>
          <a:xfrm>
            <a:off x="84582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Oval 1123"/>
          <p:cNvSpPr/>
          <p:nvPr/>
        </p:nvSpPr>
        <p:spPr>
          <a:xfrm>
            <a:off x="84582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Oval 1124"/>
          <p:cNvSpPr/>
          <p:nvPr/>
        </p:nvSpPr>
        <p:spPr>
          <a:xfrm>
            <a:off x="84582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Oval 1125"/>
          <p:cNvSpPr/>
          <p:nvPr/>
        </p:nvSpPr>
        <p:spPr>
          <a:xfrm>
            <a:off x="84582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Oval 1126"/>
          <p:cNvSpPr/>
          <p:nvPr/>
        </p:nvSpPr>
        <p:spPr>
          <a:xfrm>
            <a:off x="84582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Oval 1127"/>
          <p:cNvSpPr/>
          <p:nvPr/>
        </p:nvSpPr>
        <p:spPr>
          <a:xfrm>
            <a:off x="84582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Oval 1128"/>
          <p:cNvSpPr/>
          <p:nvPr/>
        </p:nvSpPr>
        <p:spPr>
          <a:xfrm>
            <a:off x="84582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Oval 1129"/>
          <p:cNvSpPr/>
          <p:nvPr/>
        </p:nvSpPr>
        <p:spPr>
          <a:xfrm>
            <a:off x="84582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Oval 1130"/>
          <p:cNvSpPr/>
          <p:nvPr/>
        </p:nvSpPr>
        <p:spPr>
          <a:xfrm>
            <a:off x="84582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Oval 1131"/>
          <p:cNvSpPr/>
          <p:nvPr/>
        </p:nvSpPr>
        <p:spPr>
          <a:xfrm>
            <a:off x="84582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Oval 1132"/>
          <p:cNvSpPr/>
          <p:nvPr/>
        </p:nvSpPr>
        <p:spPr>
          <a:xfrm>
            <a:off x="84582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Oval 1133"/>
          <p:cNvSpPr/>
          <p:nvPr/>
        </p:nvSpPr>
        <p:spPr>
          <a:xfrm>
            <a:off x="84582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Oval 1134"/>
          <p:cNvSpPr/>
          <p:nvPr/>
        </p:nvSpPr>
        <p:spPr>
          <a:xfrm>
            <a:off x="84582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Oval 1135"/>
          <p:cNvSpPr/>
          <p:nvPr/>
        </p:nvSpPr>
        <p:spPr>
          <a:xfrm>
            <a:off x="84582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Oval 1136"/>
          <p:cNvSpPr/>
          <p:nvPr/>
        </p:nvSpPr>
        <p:spPr>
          <a:xfrm>
            <a:off x="84582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Oval 1137"/>
          <p:cNvSpPr/>
          <p:nvPr/>
        </p:nvSpPr>
        <p:spPr>
          <a:xfrm>
            <a:off x="84582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Oval 1138"/>
          <p:cNvSpPr/>
          <p:nvPr/>
        </p:nvSpPr>
        <p:spPr>
          <a:xfrm>
            <a:off x="84582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Oval 1139"/>
          <p:cNvSpPr/>
          <p:nvPr/>
        </p:nvSpPr>
        <p:spPr>
          <a:xfrm>
            <a:off x="84582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Oval 1140"/>
          <p:cNvSpPr/>
          <p:nvPr/>
        </p:nvSpPr>
        <p:spPr>
          <a:xfrm>
            <a:off x="84582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Oval 1141"/>
          <p:cNvSpPr/>
          <p:nvPr/>
        </p:nvSpPr>
        <p:spPr>
          <a:xfrm>
            <a:off x="84582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Oval 1142"/>
          <p:cNvSpPr/>
          <p:nvPr/>
        </p:nvSpPr>
        <p:spPr>
          <a:xfrm>
            <a:off x="86868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Oval 1143"/>
          <p:cNvSpPr/>
          <p:nvPr/>
        </p:nvSpPr>
        <p:spPr>
          <a:xfrm>
            <a:off x="86868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Oval 1144"/>
          <p:cNvSpPr/>
          <p:nvPr/>
        </p:nvSpPr>
        <p:spPr>
          <a:xfrm>
            <a:off x="86868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Oval 1145"/>
          <p:cNvSpPr/>
          <p:nvPr/>
        </p:nvSpPr>
        <p:spPr>
          <a:xfrm>
            <a:off x="86868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Oval 1146"/>
          <p:cNvSpPr/>
          <p:nvPr/>
        </p:nvSpPr>
        <p:spPr>
          <a:xfrm>
            <a:off x="86868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Oval 1147"/>
          <p:cNvSpPr/>
          <p:nvPr/>
        </p:nvSpPr>
        <p:spPr>
          <a:xfrm>
            <a:off x="86868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Oval 1148"/>
          <p:cNvSpPr/>
          <p:nvPr/>
        </p:nvSpPr>
        <p:spPr>
          <a:xfrm>
            <a:off x="86868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Oval 1149"/>
          <p:cNvSpPr/>
          <p:nvPr/>
        </p:nvSpPr>
        <p:spPr>
          <a:xfrm>
            <a:off x="86868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Oval 1150"/>
          <p:cNvSpPr/>
          <p:nvPr/>
        </p:nvSpPr>
        <p:spPr>
          <a:xfrm>
            <a:off x="86868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Oval 1151"/>
          <p:cNvSpPr/>
          <p:nvPr/>
        </p:nvSpPr>
        <p:spPr>
          <a:xfrm>
            <a:off x="86868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Oval 1152"/>
          <p:cNvSpPr/>
          <p:nvPr/>
        </p:nvSpPr>
        <p:spPr>
          <a:xfrm>
            <a:off x="86868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Oval 1153"/>
          <p:cNvSpPr/>
          <p:nvPr/>
        </p:nvSpPr>
        <p:spPr>
          <a:xfrm>
            <a:off x="86868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Oval 1154"/>
          <p:cNvSpPr/>
          <p:nvPr/>
        </p:nvSpPr>
        <p:spPr>
          <a:xfrm>
            <a:off x="86868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Oval 1155"/>
          <p:cNvSpPr/>
          <p:nvPr/>
        </p:nvSpPr>
        <p:spPr>
          <a:xfrm>
            <a:off x="86868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Oval 1156"/>
          <p:cNvSpPr/>
          <p:nvPr/>
        </p:nvSpPr>
        <p:spPr>
          <a:xfrm>
            <a:off x="86868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Oval 1157"/>
          <p:cNvSpPr/>
          <p:nvPr/>
        </p:nvSpPr>
        <p:spPr>
          <a:xfrm>
            <a:off x="86868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Oval 1158"/>
          <p:cNvSpPr/>
          <p:nvPr/>
        </p:nvSpPr>
        <p:spPr>
          <a:xfrm>
            <a:off x="86868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Oval 1159"/>
          <p:cNvSpPr/>
          <p:nvPr/>
        </p:nvSpPr>
        <p:spPr>
          <a:xfrm>
            <a:off x="86868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Oval 1160"/>
          <p:cNvSpPr/>
          <p:nvPr/>
        </p:nvSpPr>
        <p:spPr>
          <a:xfrm>
            <a:off x="86868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Oval 1161"/>
          <p:cNvSpPr/>
          <p:nvPr/>
        </p:nvSpPr>
        <p:spPr>
          <a:xfrm>
            <a:off x="86868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Oval 1162"/>
          <p:cNvSpPr/>
          <p:nvPr/>
        </p:nvSpPr>
        <p:spPr>
          <a:xfrm>
            <a:off x="86868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Oval 1163"/>
          <p:cNvSpPr/>
          <p:nvPr/>
        </p:nvSpPr>
        <p:spPr>
          <a:xfrm>
            <a:off x="86868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Oval 1164"/>
          <p:cNvSpPr/>
          <p:nvPr/>
        </p:nvSpPr>
        <p:spPr>
          <a:xfrm>
            <a:off x="86868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Oval 1165"/>
          <p:cNvSpPr/>
          <p:nvPr/>
        </p:nvSpPr>
        <p:spPr>
          <a:xfrm>
            <a:off x="86868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Oval 1166"/>
          <p:cNvSpPr/>
          <p:nvPr/>
        </p:nvSpPr>
        <p:spPr>
          <a:xfrm>
            <a:off x="86868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Oval 1167"/>
          <p:cNvSpPr/>
          <p:nvPr/>
        </p:nvSpPr>
        <p:spPr>
          <a:xfrm>
            <a:off x="86868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Oval 1168"/>
          <p:cNvSpPr/>
          <p:nvPr/>
        </p:nvSpPr>
        <p:spPr>
          <a:xfrm>
            <a:off x="86868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Oval 1169"/>
          <p:cNvSpPr/>
          <p:nvPr/>
        </p:nvSpPr>
        <p:spPr>
          <a:xfrm>
            <a:off x="86868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Oval 1170"/>
          <p:cNvSpPr/>
          <p:nvPr/>
        </p:nvSpPr>
        <p:spPr>
          <a:xfrm>
            <a:off x="86868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Oval 1171"/>
          <p:cNvSpPr/>
          <p:nvPr/>
        </p:nvSpPr>
        <p:spPr>
          <a:xfrm>
            <a:off x="86868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Oval 1172"/>
          <p:cNvSpPr/>
          <p:nvPr/>
        </p:nvSpPr>
        <p:spPr>
          <a:xfrm>
            <a:off x="89154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Oval 1173"/>
          <p:cNvSpPr/>
          <p:nvPr/>
        </p:nvSpPr>
        <p:spPr>
          <a:xfrm>
            <a:off x="89154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Oval 1174"/>
          <p:cNvSpPr/>
          <p:nvPr/>
        </p:nvSpPr>
        <p:spPr>
          <a:xfrm>
            <a:off x="89154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Oval 1175"/>
          <p:cNvSpPr/>
          <p:nvPr/>
        </p:nvSpPr>
        <p:spPr>
          <a:xfrm>
            <a:off x="89154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Oval 1176"/>
          <p:cNvSpPr/>
          <p:nvPr/>
        </p:nvSpPr>
        <p:spPr>
          <a:xfrm>
            <a:off x="89154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Oval 1177"/>
          <p:cNvSpPr/>
          <p:nvPr/>
        </p:nvSpPr>
        <p:spPr>
          <a:xfrm>
            <a:off x="89154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Oval 1178"/>
          <p:cNvSpPr/>
          <p:nvPr/>
        </p:nvSpPr>
        <p:spPr>
          <a:xfrm>
            <a:off x="89154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Oval 1179"/>
          <p:cNvSpPr/>
          <p:nvPr/>
        </p:nvSpPr>
        <p:spPr>
          <a:xfrm>
            <a:off x="89154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Oval 1180"/>
          <p:cNvSpPr/>
          <p:nvPr/>
        </p:nvSpPr>
        <p:spPr>
          <a:xfrm>
            <a:off x="89154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Oval 1181"/>
          <p:cNvSpPr/>
          <p:nvPr/>
        </p:nvSpPr>
        <p:spPr>
          <a:xfrm>
            <a:off x="89154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Oval 1182"/>
          <p:cNvSpPr/>
          <p:nvPr/>
        </p:nvSpPr>
        <p:spPr>
          <a:xfrm>
            <a:off x="89154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Oval 1183"/>
          <p:cNvSpPr/>
          <p:nvPr/>
        </p:nvSpPr>
        <p:spPr>
          <a:xfrm>
            <a:off x="89154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Oval 1184"/>
          <p:cNvSpPr/>
          <p:nvPr/>
        </p:nvSpPr>
        <p:spPr>
          <a:xfrm>
            <a:off x="89154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Oval 1185"/>
          <p:cNvSpPr/>
          <p:nvPr/>
        </p:nvSpPr>
        <p:spPr>
          <a:xfrm>
            <a:off x="89154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Oval 1186"/>
          <p:cNvSpPr/>
          <p:nvPr/>
        </p:nvSpPr>
        <p:spPr>
          <a:xfrm>
            <a:off x="89154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Oval 1187"/>
          <p:cNvSpPr/>
          <p:nvPr/>
        </p:nvSpPr>
        <p:spPr>
          <a:xfrm>
            <a:off x="89154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Oval 1188"/>
          <p:cNvSpPr/>
          <p:nvPr/>
        </p:nvSpPr>
        <p:spPr>
          <a:xfrm>
            <a:off x="89154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Oval 1189"/>
          <p:cNvSpPr/>
          <p:nvPr/>
        </p:nvSpPr>
        <p:spPr>
          <a:xfrm>
            <a:off x="89154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Oval 1190"/>
          <p:cNvSpPr/>
          <p:nvPr/>
        </p:nvSpPr>
        <p:spPr>
          <a:xfrm>
            <a:off x="89154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Oval 1191"/>
          <p:cNvSpPr/>
          <p:nvPr/>
        </p:nvSpPr>
        <p:spPr>
          <a:xfrm>
            <a:off x="89154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Oval 1192"/>
          <p:cNvSpPr/>
          <p:nvPr/>
        </p:nvSpPr>
        <p:spPr>
          <a:xfrm>
            <a:off x="89154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Oval 1193"/>
          <p:cNvSpPr/>
          <p:nvPr/>
        </p:nvSpPr>
        <p:spPr>
          <a:xfrm>
            <a:off x="89154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Oval 1194"/>
          <p:cNvSpPr/>
          <p:nvPr/>
        </p:nvSpPr>
        <p:spPr>
          <a:xfrm>
            <a:off x="89154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Oval 1195"/>
          <p:cNvSpPr/>
          <p:nvPr/>
        </p:nvSpPr>
        <p:spPr>
          <a:xfrm>
            <a:off x="89154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Oval 1196"/>
          <p:cNvSpPr/>
          <p:nvPr/>
        </p:nvSpPr>
        <p:spPr>
          <a:xfrm>
            <a:off x="89154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Oval 1197"/>
          <p:cNvSpPr/>
          <p:nvPr/>
        </p:nvSpPr>
        <p:spPr>
          <a:xfrm>
            <a:off x="89154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Oval 1198"/>
          <p:cNvSpPr/>
          <p:nvPr/>
        </p:nvSpPr>
        <p:spPr>
          <a:xfrm>
            <a:off x="89154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Oval 1199"/>
          <p:cNvSpPr/>
          <p:nvPr/>
        </p:nvSpPr>
        <p:spPr>
          <a:xfrm>
            <a:off x="89154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Oval 1200"/>
          <p:cNvSpPr/>
          <p:nvPr/>
        </p:nvSpPr>
        <p:spPr>
          <a:xfrm>
            <a:off x="89154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Oval 1201"/>
          <p:cNvSpPr/>
          <p:nvPr/>
        </p:nvSpPr>
        <p:spPr>
          <a:xfrm>
            <a:off x="89154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Oval 1202"/>
          <p:cNvSpPr/>
          <p:nvPr/>
        </p:nvSpPr>
        <p:spPr>
          <a:xfrm>
            <a:off x="91440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Oval 1203"/>
          <p:cNvSpPr/>
          <p:nvPr/>
        </p:nvSpPr>
        <p:spPr>
          <a:xfrm>
            <a:off x="91440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Oval 1204"/>
          <p:cNvSpPr/>
          <p:nvPr/>
        </p:nvSpPr>
        <p:spPr>
          <a:xfrm>
            <a:off x="91440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Oval 1205"/>
          <p:cNvSpPr/>
          <p:nvPr/>
        </p:nvSpPr>
        <p:spPr>
          <a:xfrm>
            <a:off x="91440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Oval 1206"/>
          <p:cNvSpPr/>
          <p:nvPr/>
        </p:nvSpPr>
        <p:spPr>
          <a:xfrm>
            <a:off x="91440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Oval 1207"/>
          <p:cNvSpPr/>
          <p:nvPr/>
        </p:nvSpPr>
        <p:spPr>
          <a:xfrm>
            <a:off x="91440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Oval 1208"/>
          <p:cNvSpPr/>
          <p:nvPr/>
        </p:nvSpPr>
        <p:spPr>
          <a:xfrm>
            <a:off x="91440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Oval 1209"/>
          <p:cNvSpPr/>
          <p:nvPr/>
        </p:nvSpPr>
        <p:spPr>
          <a:xfrm>
            <a:off x="91440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Oval 1210"/>
          <p:cNvSpPr/>
          <p:nvPr/>
        </p:nvSpPr>
        <p:spPr>
          <a:xfrm>
            <a:off x="91440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Oval 1211"/>
          <p:cNvSpPr/>
          <p:nvPr/>
        </p:nvSpPr>
        <p:spPr>
          <a:xfrm>
            <a:off x="91440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Oval 1212"/>
          <p:cNvSpPr/>
          <p:nvPr/>
        </p:nvSpPr>
        <p:spPr>
          <a:xfrm>
            <a:off x="91440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Oval 1213"/>
          <p:cNvSpPr/>
          <p:nvPr/>
        </p:nvSpPr>
        <p:spPr>
          <a:xfrm>
            <a:off x="91440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Oval 1214"/>
          <p:cNvSpPr/>
          <p:nvPr/>
        </p:nvSpPr>
        <p:spPr>
          <a:xfrm>
            <a:off x="91440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Oval 1215"/>
          <p:cNvSpPr/>
          <p:nvPr/>
        </p:nvSpPr>
        <p:spPr>
          <a:xfrm>
            <a:off x="91440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Oval 1216"/>
          <p:cNvSpPr/>
          <p:nvPr/>
        </p:nvSpPr>
        <p:spPr>
          <a:xfrm>
            <a:off x="91440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Oval 1217"/>
          <p:cNvSpPr/>
          <p:nvPr/>
        </p:nvSpPr>
        <p:spPr>
          <a:xfrm>
            <a:off x="91440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Oval 1218"/>
          <p:cNvSpPr/>
          <p:nvPr/>
        </p:nvSpPr>
        <p:spPr>
          <a:xfrm>
            <a:off x="91440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Oval 1219"/>
          <p:cNvSpPr/>
          <p:nvPr/>
        </p:nvSpPr>
        <p:spPr>
          <a:xfrm>
            <a:off x="91440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Oval 1220"/>
          <p:cNvSpPr/>
          <p:nvPr/>
        </p:nvSpPr>
        <p:spPr>
          <a:xfrm>
            <a:off x="91440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Oval 1221"/>
          <p:cNvSpPr/>
          <p:nvPr/>
        </p:nvSpPr>
        <p:spPr>
          <a:xfrm>
            <a:off x="91440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Oval 1222"/>
          <p:cNvSpPr/>
          <p:nvPr/>
        </p:nvSpPr>
        <p:spPr>
          <a:xfrm>
            <a:off x="91440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Oval 1223"/>
          <p:cNvSpPr/>
          <p:nvPr/>
        </p:nvSpPr>
        <p:spPr>
          <a:xfrm>
            <a:off x="91440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Oval 1224"/>
          <p:cNvSpPr/>
          <p:nvPr/>
        </p:nvSpPr>
        <p:spPr>
          <a:xfrm>
            <a:off x="91440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Oval 1225"/>
          <p:cNvSpPr/>
          <p:nvPr/>
        </p:nvSpPr>
        <p:spPr>
          <a:xfrm>
            <a:off x="91440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Oval 1226"/>
          <p:cNvSpPr/>
          <p:nvPr/>
        </p:nvSpPr>
        <p:spPr>
          <a:xfrm>
            <a:off x="91440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Oval 1227"/>
          <p:cNvSpPr/>
          <p:nvPr/>
        </p:nvSpPr>
        <p:spPr>
          <a:xfrm>
            <a:off x="91440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Oval 1228"/>
          <p:cNvSpPr/>
          <p:nvPr/>
        </p:nvSpPr>
        <p:spPr>
          <a:xfrm>
            <a:off x="91440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Oval 1229"/>
          <p:cNvSpPr/>
          <p:nvPr/>
        </p:nvSpPr>
        <p:spPr>
          <a:xfrm>
            <a:off x="91440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Oval 1230"/>
          <p:cNvSpPr/>
          <p:nvPr/>
        </p:nvSpPr>
        <p:spPr>
          <a:xfrm>
            <a:off x="91440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Oval 1231"/>
          <p:cNvSpPr/>
          <p:nvPr/>
        </p:nvSpPr>
        <p:spPr>
          <a:xfrm>
            <a:off x="91440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Oval 1232"/>
          <p:cNvSpPr/>
          <p:nvPr/>
        </p:nvSpPr>
        <p:spPr>
          <a:xfrm>
            <a:off x="93726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Oval 1233"/>
          <p:cNvSpPr/>
          <p:nvPr/>
        </p:nvSpPr>
        <p:spPr>
          <a:xfrm>
            <a:off x="93726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Oval 1234"/>
          <p:cNvSpPr/>
          <p:nvPr/>
        </p:nvSpPr>
        <p:spPr>
          <a:xfrm>
            <a:off x="93726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Oval 1235"/>
          <p:cNvSpPr/>
          <p:nvPr/>
        </p:nvSpPr>
        <p:spPr>
          <a:xfrm>
            <a:off x="93726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Oval 1236"/>
          <p:cNvSpPr/>
          <p:nvPr/>
        </p:nvSpPr>
        <p:spPr>
          <a:xfrm>
            <a:off x="93726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Oval 1237"/>
          <p:cNvSpPr/>
          <p:nvPr/>
        </p:nvSpPr>
        <p:spPr>
          <a:xfrm>
            <a:off x="93726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Oval 1238"/>
          <p:cNvSpPr/>
          <p:nvPr/>
        </p:nvSpPr>
        <p:spPr>
          <a:xfrm>
            <a:off x="93726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Oval 1239"/>
          <p:cNvSpPr/>
          <p:nvPr/>
        </p:nvSpPr>
        <p:spPr>
          <a:xfrm>
            <a:off x="93726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Oval 1240"/>
          <p:cNvSpPr/>
          <p:nvPr/>
        </p:nvSpPr>
        <p:spPr>
          <a:xfrm>
            <a:off x="93726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Oval 1241"/>
          <p:cNvSpPr/>
          <p:nvPr/>
        </p:nvSpPr>
        <p:spPr>
          <a:xfrm>
            <a:off x="93726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Oval 1242"/>
          <p:cNvSpPr/>
          <p:nvPr/>
        </p:nvSpPr>
        <p:spPr>
          <a:xfrm>
            <a:off x="93726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Oval 1243"/>
          <p:cNvSpPr/>
          <p:nvPr/>
        </p:nvSpPr>
        <p:spPr>
          <a:xfrm>
            <a:off x="93726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Oval 1244"/>
          <p:cNvSpPr/>
          <p:nvPr/>
        </p:nvSpPr>
        <p:spPr>
          <a:xfrm>
            <a:off x="93726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Oval 1245"/>
          <p:cNvSpPr/>
          <p:nvPr/>
        </p:nvSpPr>
        <p:spPr>
          <a:xfrm>
            <a:off x="93726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Oval 1246"/>
          <p:cNvSpPr/>
          <p:nvPr/>
        </p:nvSpPr>
        <p:spPr>
          <a:xfrm>
            <a:off x="93726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Oval 1247"/>
          <p:cNvSpPr/>
          <p:nvPr/>
        </p:nvSpPr>
        <p:spPr>
          <a:xfrm>
            <a:off x="93726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Oval 1248"/>
          <p:cNvSpPr/>
          <p:nvPr/>
        </p:nvSpPr>
        <p:spPr>
          <a:xfrm>
            <a:off x="93726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Oval 1249"/>
          <p:cNvSpPr/>
          <p:nvPr/>
        </p:nvSpPr>
        <p:spPr>
          <a:xfrm>
            <a:off x="93726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Oval 1250"/>
          <p:cNvSpPr/>
          <p:nvPr/>
        </p:nvSpPr>
        <p:spPr>
          <a:xfrm>
            <a:off x="93726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Oval 1251"/>
          <p:cNvSpPr/>
          <p:nvPr/>
        </p:nvSpPr>
        <p:spPr>
          <a:xfrm>
            <a:off x="93726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Oval 1252"/>
          <p:cNvSpPr/>
          <p:nvPr/>
        </p:nvSpPr>
        <p:spPr>
          <a:xfrm>
            <a:off x="93726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Oval 1253"/>
          <p:cNvSpPr/>
          <p:nvPr/>
        </p:nvSpPr>
        <p:spPr>
          <a:xfrm>
            <a:off x="93726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Oval 1254"/>
          <p:cNvSpPr/>
          <p:nvPr/>
        </p:nvSpPr>
        <p:spPr>
          <a:xfrm>
            <a:off x="93726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Oval 1255"/>
          <p:cNvSpPr/>
          <p:nvPr/>
        </p:nvSpPr>
        <p:spPr>
          <a:xfrm>
            <a:off x="93726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Oval 1256"/>
          <p:cNvSpPr/>
          <p:nvPr/>
        </p:nvSpPr>
        <p:spPr>
          <a:xfrm>
            <a:off x="93726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Oval 1257"/>
          <p:cNvSpPr/>
          <p:nvPr/>
        </p:nvSpPr>
        <p:spPr>
          <a:xfrm>
            <a:off x="93726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Oval 1258"/>
          <p:cNvSpPr/>
          <p:nvPr/>
        </p:nvSpPr>
        <p:spPr>
          <a:xfrm>
            <a:off x="93726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Oval 1259"/>
          <p:cNvSpPr/>
          <p:nvPr/>
        </p:nvSpPr>
        <p:spPr>
          <a:xfrm>
            <a:off x="93726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Oval 1260"/>
          <p:cNvSpPr/>
          <p:nvPr/>
        </p:nvSpPr>
        <p:spPr>
          <a:xfrm>
            <a:off x="93726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Oval 1261"/>
          <p:cNvSpPr/>
          <p:nvPr/>
        </p:nvSpPr>
        <p:spPr>
          <a:xfrm>
            <a:off x="93726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Oval 1262"/>
          <p:cNvSpPr/>
          <p:nvPr/>
        </p:nvSpPr>
        <p:spPr>
          <a:xfrm>
            <a:off x="96012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Oval 1263"/>
          <p:cNvSpPr/>
          <p:nvPr/>
        </p:nvSpPr>
        <p:spPr>
          <a:xfrm>
            <a:off x="96012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Oval 1264"/>
          <p:cNvSpPr/>
          <p:nvPr/>
        </p:nvSpPr>
        <p:spPr>
          <a:xfrm>
            <a:off x="96012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Oval 1265"/>
          <p:cNvSpPr/>
          <p:nvPr/>
        </p:nvSpPr>
        <p:spPr>
          <a:xfrm>
            <a:off x="96012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Oval 1266"/>
          <p:cNvSpPr/>
          <p:nvPr/>
        </p:nvSpPr>
        <p:spPr>
          <a:xfrm>
            <a:off x="96012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Oval 1267"/>
          <p:cNvSpPr/>
          <p:nvPr/>
        </p:nvSpPr>
        <p:spPr>
          <a:xfrm>
            <a:off x="96012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Oval 1268"/>
          <p:cNvSpPr/>
          <p:nvPr/>
        </p:nvSpPr>
        <p:spPr>
          <a:xfrm>
            <a:off x="96012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Oval 1269"/>
          <p:cNvSpPr/>
          <p:nvPr/>
        </p:nvSpPr>
        <p:spPr>
          <a:xfrm>
            <a:off x="96012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Oval 1270"/>
          <p:cNvSpPr/>
          <p:nvPr/>
        </p:nvSpPr>
        <p:spPr>
          <a:xfrm>
            <a:off x="96012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Oval 1271"/>
          <p:cNvSpPr/>
          <p:nvPr/>
        </p:nvSpPr>
        <p:spPr>
          <a:xfrm>
            <a:off x="96012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Oval 1272"/>
          <p:cNvSpPr/>
          <p:nvPr/>
        </p:nvSpPr>
        <p:spPr>
          <a:xfrm>
            <a:off x="96012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Oval 1273"/>
          <p:cNvSpPr/>
          <p:nvPr/>
        </p:nvSpPr>
        <p:spPr>
          <a:xfrm>
            <a:off x="96012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Oval 1274"/>
          <p:cNvSpPr/>
          <p:nvPr/>
        </p:nvSpPr>
        <p:spPr>
          <a:xfrm>
            <a:off x="96012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Oval 1275"/>
          <p:cNvSpPr/>
          <p:nvPr/>
        </p:nvSpPr>
        <p:spPr>
          <a:xfrm>
            <a:off x="96012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Oval 1276"/>
          <p:cNvSpPr/>
          <p:nvPr/>
        </p:nvSpPr>
        <p:spPr>
          <a:xfrm>
            <a:off x="96012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Oval 1277"/>
          <p:cNvSpPr/>
          <p:nvPr/>
        </p:nvSpPr>
        <p:spPr>
          <a:xfrm>
            <a:off x="96012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Oval 1278"/>
          <p:cNvSpPr/>
          <p:nvPr/>
        </p:nvSpPr>
        <p:spPr>
          <a:xfrm>
            <a:off x="96012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Oval 1279"/>
          <p:cNvSpPr/>
          <p:nvPr/>
        </p:nvSpPr>
        <p:spPr>
          <a:xfrm>
            <a:off x="96012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Oval 1280"/>
          <p:cNvSpPr/>
          <p:nvPr/>
        </p:nvSpPr>
        <p:spPr>
          <a:xfrm>
            <a:off x="96012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Oval 1281"/>
          <p:cNvSpPr/>
          <p:nvPr/>
        </p:nvSpPr>
        <p:spPr>
          <a:xfrm>
            <a:off x="96012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Oval 1282"/>
          <p:cNvSpPr/>
          <p:nvPr/>
        </p:nvSpPr>
        <p:spPr>
          <a:xfrm>
            <a:off x="96012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Oval 1283"/>
          <p:cNvSpPr/>
          <p:nvPr/>
        </p:nvSpPr>
        <p:spPr>
          <a:xfrm>
            <a:off x="96012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Oval 1284"/>
          <p:cNvSpPr/>
          <p:nvPr/>
        </p:nvSpPr>
        <p:spPr>
          <a:xfrm>
            <a:off x="96012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Oval 1285"/>
          <p:cNvSpPr/>
          <p:nvPr/>
        </p:nvSpPr>
        <p:spPr>
          <a:xfrm>
            <a:off x="96012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Oval 1286"/>
          <p:cNvSpPr/>
          <p:nvPr/>
        </p:nvSpPr>
        <p:spPr>
          <a:xfrm>
            <a:off x="96012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Oval 1287"/>
          <p:cNvSpPr/>
          <p:nvPr/>
        </p:nvSpPr>
        <p:spPr>
          <a:xfrm>
            <a:off x="96012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Oval 1288"/>
          <p:cNvSpPr/>
          <p:nvPr/>
        </p:nvSpPr>
        <p:spPr>
          <a:xfrm>
            <a:off x="96012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Oval 1289"/>
          <p:cNvSpPr/>
          <p:nvPr/>
        </p:nvSpPr>
        <p:spPr>
          <a:xfrm>
            <a:off x="96012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Oval 1290"/>
          <p:cNvSpPr/>
          <p:nvPr/>
        </p:nvSpPr>
        <p:spPr>
          <a:xfrm>
            <a:off x="96012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Oval 1291"/>
          <p:cNvSpPr/>
          <p:nvPr/>
        </p:nvSpPr>
        <p:spPr>
          <a:xfrm>
            <a:off x="96012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Oval 1292"/>
          <p:cNvSpPr/>
          <p:nvPr/>
        </p:nvSpPr>
        <p:spPr>
          <a:xfrm>
            <a:off x="98298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Oval 1293"/>
          <p:cNvSpPr/>
          <p:nvPr/>
        </p:nvSpPr>
        <p:spPr>
          <a:xfrm>
            <a:off x="98298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Oval 1294"/>
          <p:cNvSpPr/>
          <p:nvPr/>
        </p:nvSpPr>
        <p:spPr>
          <a:xfrm>
            <a:off x="98298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Oval 1295"/>
          <p:cNvSpPr/>
          <p:nvPr/>
        </p:nvSpPr>
        <p:spPr>
          <a:xfrm>
            <a:off x="98298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Oval 1296"/>
          <p:cNvSpPr/>
          <p:nvPr/>
        </p:nvSpPr>
        <p:spPr>
          <a:xfrm>
            <a:off x="98298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Oval 1297"/>
          <p:cNvSpPr/>
          <p:nvPr/>
        </p:nvSpPr>
        <p:spPr>
          <a:xfrm>
            <a:off x="98298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Oval 1298"/>
          <p:cNvSpPr/>
          <p:nvPr/>
        </p:nvSpPr>
        <p:spPr>
          <a:xfrm>
            <a:off x="98298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Oval 1299"/>
          <p:cNvSpPr/>
          <p:nvPr/>
        </p:nvSpPr>
        <p:spPr>
          <a:xfrm>
            <a:off x="98298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Oval 1300"/>
          <p:cNvSpPr/>
          <p:nvPr/>
        </p:nvSpPr>
        <p:spPr>
          <a:xfrm>
            <a:off x="98298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Oval 1301"/>
          <p:cNvSpPr/>
          <p:nvPr/>
        </p:nvSpPr>
        <p:spPr>
          <a:xfrm>
            <a:off x="98298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Oval 1302"/>
          <p:cNvSpPr/>
          <p:nvPr/>
        </p:nvSpPr>
        <p:spPr>
          <a:xfrm>
            <a:off x="98298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Oval 1303"/>
          <p:cNvSpPr/>
          <p:nvPr/>
        </p:nvSpPr>
        <p:spPr>
          <a:xfrm>
            <a:off x="98298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Oval 1304"/>
          <p:cNvSpPr/>
          <p:nvPr/>
        </p:nvSpPr>
        <p:spPr>
          <a:xfrm>
            <a:off x="98298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Oval 1305"/>
          <p:cNvSpPr/>
          <p:nvPr/>
        </p:nvSpPr>
        <p:spPr>
          <a:xfrm>
            <a:off x="98298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Oval 1306"/>
          <p:cNvSpPr/>
          <p:nvPr/>
        </p:nvSpPr>
        <p:spPr>
          <a:xfrm>
            <a:off x="98298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Oval 1307"/>
          <p:cNvSpPr/>
          <p:nvPr/>
        </p:nvSpPr>
        <p:spPr>
          <a:xfrm>
            <a:off x="98298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Oval 1308"/>
          <p:cNvSpPr/>
          <p:nvPr/>
        </p:nvSpPr>
        <p:spPr>
          <a:xfrm>
            <a:off x="98298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Oval 1309"/>
          <p:cNvSpPr/>
          <p:nvPr/>
        </p:nvSpPr>
        <p:spPr>
          <a:xfrm>
            <a:off x="98298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Oval 1310"/>
          <p:cNvSpPr/>
          <p:nvPr/>
        </p:nvSpPr>
        <p:spPr>
          <a:xfrm>
            <a:off x="98298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Oval 1311"/>
          <p:cNvSpPr/>
          <p:nvPr/>
        </p:nvSpPr>
        <p:spPr>
          <a:xfrm>
            <a:off x="98298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Oval 1312"/>
          <p:cNvSpPr/>
          <p:nvPr/>
        </p:nvSpPr>
        <p:spPr>
          <a:xfrm>
            <a:off x="98298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Oval 1313"/>
          <p:cNvSpPr/>
          <p:nvPr/>
        </p:nvSpPr>
        <p:spPr>
          <a:xfrm>
            <a:off x="98298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Oval 1314"/>
          <p:cNvSpPr/>
          <p:nvPr/>
        </p:nvSpPr>
        <p:spPr>
          <a:xfrm>
            <a:off x="98298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Oval 1315"/>
          <p:cNvSpPr/>
          <p:nvPr/>
        </p:nvSpPr>
        <p:spPr>
          <a:xfrm>
            <a:off x="98298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Oval 1316"/>
          <p:cNvSpPr/>
          <p:nvPr/>
        </p:nvSpPr>
        <p:spPr>
          <a:xfrm>
            <a:off x="98298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Oval 1317"/>
          <p:cNvSpPr/>
          <p:nvPr/>
        </p:nvSpPr>
        <p:spPr>
          <a:xfrm>
            <a:off x="98298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Oval 1318"/>
          <p:cNvSpPr/>
          <p:nvPr/>
        </p:nvSpPr>
        <p:spPr>
          <a:xfrm>
            <a:off x="98298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Oval 1319"/>
          <p:cNvSpPr/>
          <p:nvPr/>
        </p:nvSpPr>
        <p:spPr>
          <a:xfrm>
            <a:off x="98298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Oval 1320"/>
          <p:cNvSpPr/>
          <p:nvPr/>
        </p:nvSpPr>
        <p:spPr>
          <a:xfrm>
            <a:off x="98298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Oval 1321"/>
          <p:cNvSpPr/>
          <p:nvPr/>
        </p:nvSpPr>
        <p:spPr>
          <a:xfrm>
            <a:off x="98298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Oval 1322"/>
          <p:cNvSpPr/>
          <p:nvPr/>
        </p:nvSpPr>
        <p:spPr>
          <a:xfrm>
            <a:off x="100584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Oval 1323"/>
          <p:cNvSpPr/>
          <p:nvPr/>
        </p:nvSpPr>
        <p:spPr>
          <a:xfrm>
            <a:off x="100584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Oval 1324"/>
          <p:cNvSpPr/>
          <p:nvPr/>
        </p:nvSpPr>
        <p:spPr>
          <a:xfrm>
            <a:off x="100584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Oval 1325"/>
          <p:cNvSpPr/>
          <p:nvPr/>
        </p:nvSpPr>
        <p:spPr>
          <a:xfrm>
            <a:off x="100584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Oval 1326"/>
          <p:cNvSpPr/>
          <p:nvPr/>
        </p:nvSpPr>
        <p:spPr>
          <a:xfrm>
            <a:off x="100584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Oval 1327"/>
          <p:cNvSpPr/>
          <p:nvPr/>
        </p:nvSpPr>
        <p:spPr>
          <a:xfrm>
            <a:off x="100584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Oval 1328"/>
          <p:cNvSpPr/>
          <p:nvPr/>
        </p:nvSpPr>
        <p:spPr>
          <a:xfrm>
            <a:off x="100584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Oval 1329"/>
          <p:cNvSpPr/>
          <p:nvPr/>
        </p:nvSpPr>
        <p:spPr>
          <a:xfrm>
            <a:off x="100584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Oval 1330"/>
          <p:cNvSpPr/>
          <p:nvPr/>
        </p:nvSpPr>
        <p:spPr>
          <a:xfrm>
            <a:off x="100584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Oval 1331"/>
          <p:cNvSpPr/>
          <p:nvPr/>
        </p:nvSpPr>
        <p:spPr>
          <a:xfrm>
            <a:off x="100584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Oval 1332"/>
          <p:cNvSpPr/>
          <p:nvPr/>
        </p:nvSpPr>
        <p:spPr>
          <a:xfrm>
            <a:off x="100584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Oval 1333"/>
          <p:cNvSpPr/>
          <p:nvPr/>
        </p:nvSpPr>
        <p:spPr>
          <a:xfrm>
            <a:off x="100584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Oval 1334"/>
          <p:cNvSpPr/>
          <p:nvPr/>
        </p:nvSpPr>
        <p:spPr>
          <a:xfrm>
            <a:off x="100584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Oval 1335"/>
          <p:cNvSpPr/>
          <p:nvPr/>
        </p:nvSpPr>
        <p:spPr>
          <a:xfrm>
            <a:off x="100584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Oval 1336"/>
          <p:cNvSpPr/>
          <p:nvPr/>
        </p:nvSpPr>
        <p:spPr>
          <a:xfrm>
            <a:off x="100584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Oval 1337"/>
          <p:cNvSpPr/>
          <p:nvPr/>
        </p:nvSpPr>
        <p:spPr>
          <a:xfrm>
            <a:off x="100584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Oval 1338"/>
          <p:cNvSpPr/>
          <p:nvPr/>
        </p:nvSpPr>
        <p:spPr>
          <a:xfrm>
            <a:off x="100584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Oval 1339"/>
          <p:cNvSpPr/>
          <p:nvPr/>
        </p:nvSpPr>
        <p:spPr>
          <a:xfrm>
            <a:off x="100584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Oval 1340"/>
          <p:cNvSpPr/>
          <p:nvPr/>
        </p:nvSpPr>
        <p:spPr>
          <a:xfrm>
            <a:off x="100584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Oval 1341"/>
          <p:cNvSpPr/>
          <p:nvPr/>
        </p:nvSpPr>
        <p:spPr>
          <a:xfrm>
            <a:off x="100584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Oval 1342"/>
          <p:cNvSpPr/>
          <p:nvPr/>
        </p:nvSpPr>
        <p:spPr>
          <a:xfrm>
            <a:off x="100584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Oval 1343"/>
          <p:cNvSpPr/>
          <p:nvPr/>
        </p:nvSpPr>
        <p:spPr>
          <a:xfrm>
            <a:off x="100584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Oval 1344"/>
          <p:cNvSpPr/>
          <p:nvPr/>
        </p:nvSpPr>
        <p:spPr>
          <a:xfrm>
            <a:off x="100584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Oval 1345"/>
          <p:cNvSpPr/>
          <p:nvPr/>
        </p:nvSpPr>
        <p:spPr>
          <a:xfrm>
            <a:off x="100584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Oval 1346"/>
          <p:cNvSpPr/>
          <p:nvPr/>
        </p:nvSpPr>
        <p:spPr>
          <a:xfrm>
            <a:off x="100584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Oval 1347"/>
          <p:cNvSpPr/>
          <p:nvPr/>
        </p:nvSpPr>
        <p:spPr>
          <a:xfrm>
            <a:off x="100584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Oval 1348"/>
          <p:cNvSpPr/>
          <p:nvPr/>
        </p:nvSpPr>
        <p:spPr>
          <a:xfrm>
            <a:off x="100584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Oval 1349"/>
          <p:cNvSpPr/>
          <p:nvPr/>
        </p:nvSpPr>
        <p:spPr>
          <a:xfrm>
            <a:off x="100584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Oval 1350"/>
          <p:cNvSpPr/>
          <p:nvPr/>
        </p:nvSpPr>
        <p:spPr>
          <a:xfrm>
            <a:off x="100584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Oval 1351"/>
          <p:cNvSpPr/>
          <p:nvPr/>
        </p:nvSpPr>
        <p:spPr>
          <a:xfrm>
            <a:off x="100584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Oval 1352"/>
          <p:cNvSpPr/>
          <p:nvPr/>
        </p:nvSpPr>
        <p:spPr>
          <a:xfrm>
            <a:off x="102870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Oval 1353"/>
          <p:cNvSpPr/>
          <p:nvPr/>
        </p:nvSpPr>
        <p:spPr>
          <a:xfrm>
            <a:off x="102870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Oval 1354"/>
          <p:cNvSpPr/>
          <p:nvPr/>
        </p:nvSpPr>
        <p:spPr>
          <a:xfrm>
            <a:off x="102870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Oval 1355"/>
          <p:cNvSpPr/>
          <p:nvPr/>
        </p:nvSpPr>
        <p:spPr>
          <a:xfrm>
            <a:off x="102870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Oval 1356"/>
          <p:cNvSpPr/>
          <p:nvPr/>
        </p:nvSpPr>
        <p:spPr>
          <a:xfrm>
            <a:off x="102870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Oval 1357"/>
          <p:cNvSpPr/>
          <p:nvPr/>
        </p:nvSpPr>
        <p:spPr>
          <a:xfrm>
            <a:off x="102870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Oval 1358"/>
          <p:cNvSpPr/>
          <p:nvPr/>
        </p:nvSpPr>
        <p:spPr>
          <a:xfrm>
            <a:off x="102870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Oval 1359"/>
          <p:cNvSpPr/>
          <p:nvPr/>
        </p:nvSpPr>
        <p:spPr>
          <a:xfrm>
            <a:off x="102870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Oval 1360"/>
          <p:cNvSpPr/>
          <p:nvPr/>
        </p:nvSpPr>
        <p:spPr>
          <a:xfrm>
            <a:off x="102870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Oval 1361"/>
          <p:cNvSpPr/>
          <p:nvPr/>
        </p:nvSpPr>
        <p:spPr>
          <a:xfrm>
            <a:off x="102870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Oval 1362"/>
          <p:cNvSpPr/>
          <p:nvPr/>
        </p:nvSpPr>
        <p:spPr>
          <a:xfrm>
            <a:off x="102870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Oval 1363"/>
          <p:cNvSpPr/>
          <p:nvPr/>
        </p:nvSpPr>
        <p:spPr>
          <a:xfrm>
            <a:off x="102870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Oval 1364"/>
          <p:cNvSpPr/>
          <p:nvPr/>
        </p:nvSpPr>
        <p:spPr>
          <a:xfrm>
            <a:off x="102870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Oval 1365"/>
          <p:cNvSpPr/>
          <p:nvPr/>
        </p:nvSpPr>
        <p:spPr>
          <a:xfrm>
            <a:off x="102870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Oval 1366"/>
          <p:cNvSpPr/>
          <p:nvPr/>
        </p:nvSpPr>
        <p:spPr>
          <a:xfrm>
            <a:off x="102870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Oval 1367"/>
          <p:cNvSpPr/>
          <p:nvPr/>
        </p:nvSpPr>
        <p:spPr>
          <a:xfrm>
            <a:off x="102870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Oval 1368"/>
          <p:cNvSpPr/>
          <p:nvPr/>
        </p:nvSpPr>
        <p:spPr>
          <a:xfrm>
            <a:off x="102870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Oval 1369"/>
          <p:cNvSpPr/>
          <p:nvPr/>
        </p:nvSpPr>
        <p:spPr>
          <a:xfrm>
            <a:off x="102870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Oval 1370"/>
          <p:cNvSpPr/>
          <p:nvPr/>
        </p:nvSpPr>
        <p:spPr>
          <a:xfrm>
            <a:off x="102870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Oval 1371"/>
          <p:cNvSpPr/>
          <p:nvPr/>
        </p:nvSpPr>
        <p:spPr>
          <a:xfrm>
            <a:off x="102870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Oval 1372"/>
          <p:cNvSpPr/>
          <p:nvPr/>
        </p:nvSpPr>
        <p:spPr>
          <a:xfrm>
            <a:off x="102870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Oval 1373"/>
          <p:cNvSpPr/>
          <p:nvPr/>
        </p:nvSpPr>
        <p:spPr>
          <a:xfrm>
            <a:off x="102870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Oval 1374"/>
          <p:cNvSpPr/>
          <p:nvPr/>
        </p:nvSpPr>
        <p:spPr>
          <a:xfrm>
            <a:off x="102870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Oval 1375"/>
          <p:cNvSpPr/>
          <p:nvPr/>
        </p:nvSpPr>
        <p:spPr>
          <a:xfrm>
            <a:off x="102870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Oval 1376"/>
          <p:cNvSpPr/>
          <p:nvPr/>
        </p:nvSpPr>
        <p:spPr>
          <a:xfrm>
            <a:off x="102870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Oval 1377"/>
          <p:cNvSpPr/>
          <p:nvPr/>
        </p:nvSpPr>
        <p:spPr>
          <a:xfrm>
            <a:off x="102870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Oval 1378"/>
          <p:cNvSpPr/>
          <p:nvPr/>
        </p:nvSpPr>
        <p:spPr>
          <a:xfrm>
            <a:off x="102870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Oval 1379"/>
          <p:cNvSpPr/>
          <p:nvPr/>
        </p:nvSpPr>
        <p:spPr>
          <a:xfrm>
            <a:off x="102870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Oval 1380"/>
          <p:cNvSpPr/>
          <p:nvPr/>
        </p:nvSpPr>
        <p:spPr>
          <a:xfrm>
            <a:off x="102870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Oval 1381"/>
          <p:cNvSpPr/>
          <p:nvPr/>
        </p:nvSpPr>
        <p:spPr>
          <a:xfrm>
            <a:off x="102870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Oval 1382"/>
          <p:cNvSpPr/>
          <p:nvPr/>
        </p:nvSpPr>
        <p:spPr>
          <a:xfrm>
            <a:off x="105156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Oval 1383"/>
          <p:cNvSpPr/>
          <p:nvPr/>
        </p:nvSpPr>
        <p:spPr>
          <a:xfrm>
            <a:off x="105156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Oval 1384"/>
          <p:cNvSpPr/>
          <p:nvPr/>
        </p:nvSpPr>
        <p:spPr>
          <a:xfrm>
            <a:off x="105156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Oval 1385"/>
          <p:cNvSpPr/>
          <p:nvPr/>
        </p:nvSpPr>
        <p:spPr>
          <a:xfrm>
            <a:off x="105156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Oval 1386"/>
          <p:cNvSpPr/>
          <p:nvPr/>
        </p:nvSpPr>
        <p:spPr>
          <a:xfrm>
            <a:off x="105156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Oval 1387"/>
          <p:cNvSpPr/>
          <p:nvPr/>
        </p:nvSpPr>
        <p:spPr>
          <a:xfrm>
            <a:off x="105156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Oval 1388"/>
          <p:cNvSpPr/>
          <p:nvPr/>
        </p:nvSpPr>
        <p:spPr>
          <a:xfrm>
            <a:off x="105156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Oval 1389"/>
          <p:cNvSpPr/>
          <p:nvPr/>
        </p:nvSpPr>
        <p:spPr>
          <a:xfrm>
            <a:off x="105156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Oval 1390"/>
          <p:cNvSpPr/>
          <p:nvPr/>
        </p:nvSpPr>
        <p:spPr>
          <a:xfrm>
            <a:off x="105156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Oval 1391"/>
          <p:cNvSpPr/>
          <p:nvPr/>
        </p:nvSpPr>
        <p:spPr>
          <a:xfrm>
            <a:off x="105156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Oval 1392"/>
          <p:cNvSpPr/>
          <p:nvPr/>
        </p:nvSpPr>
        <p:spPr>
          <a:xfrm>
            <a:off x="105156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Oval 1393"/>
          <p:cNvSpPr/>
          <p:nvPr/>
        </p:nvSpPr>
        <p:spPr>
          <a:xfrm>
            <a:off x="105156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Oval 1394"/>
          <p:cNvSpPr/>
          <p:nvPr/>
        </p:nvSpPr>
        <p:spPr>
          <a:xfrm>
            <a:off x="105156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Oval 1395"/>
          <p:cNvSpPr/>
          <p:nvPr/>
        </p:nvSpPr>
        <p:spPr>
          <a:xfrm>
            <a:off x="105156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Oval 1396"/>
          <p:cNvSpPr/>
          <p:nvPr/>
        </p:nvSpPr>
        <p:spPr>
          <a:xfrm>
            <a:off x="105156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Oval 1397"/>
          <p:cNvSpPr/>
          <p:nvPr/>
        </p:nvSpPr>
        <p:spPr>
          <a:xfrm>
            <a:off x="105156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Oval 1398"/>
          <p:cNvSpPr/>
          <p:nvPr/>
        </p:nvSpPr>
        <p:spPr>
          <a:xfrm>
            <a:off x="105156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Oval 1399"/>
          <p:cNvSpPr/>
          <p:nvPr/>
        </p:nvSpPr>
        <p:spPr>
          <a:xfrm>
            <a:off x="105156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Oval 1400"/>
          <p:cNvSpPr/>
          <p:nvPr/>
        </p:nvSpPr>
        <p:spPr>
          <a:xfrm>
            <a:off x="105156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Oval 1401"/>
          <p:cNvSpPr/>
          <p:nvPr/>
        </p:nvSpPr>
        <p:spPr>
          <a:xfrm>
            <a:off x="105156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Oval 1402"/>
          <p:cNvSpPr/>
          <p:nvPr/>
        </p:nvSpPr>
        <p:spPr>
          <a:xfrm>
            <a:off x="105156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Oval 1403"/>
          <p:cNvSpPr/>
          <p:nvPr/>
        </p:nvSpPr>
        <p:spPr>
          <a:xfrm>
            <a:off x="105156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Oval 1404"/>
          <p:cNvSpPr/>
          <p:nvPr/>
        </p:nvSpPr>
        <p:spPr>
          <a:xfrm>
            <a:off x="105156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Oval 1405"/>
          <p:cNvSpPr/>
          <p:nvPr/>
        </p:nvSpPr>
        <p:spPr>
          <a:xfrm>
            <a:off x="105156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Oval 1406"/>
          <p:cNvSpPr/>
          <p:nvPr/>
        </p:nvSpPr>
        <p:spPr>
          <a:xfrm>
            <a:off x="105156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Oval 1407"/>
          <p:cNvSpPr/>
          <p:nvPr/>
        </p:nvSpPr>
        <p:spPr>
          <a:xfrm>
            <a:off x="105156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Oval 1408"/>
          <p:cNvSpPr/>
          <p:nvPr/>
        </p:nvSpPr>
        <p:spPr>
          <a:xfrm>
            <a:off x="105156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Oval 1409"/>
          <p:cNvSpPr/>
          <p:nvPr/>
        </p:nvSpPr>
        <p:spPr>
          <a:xfrm>
            <a:off x="105156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Oval 1410"/>
          <p:cNvSpPr/>
          <p:nvPr/>
        </p:nvSpPr>
        <p:spPr>
          <a:xfrm>
            <a:off x="105156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Oval 1411"/>
          <p:cNvSpPr/>
          <p:nvPr/>
        </p:nvSpPr>
        <p:spPr>
          <a:xfrm>
            <a:off x="105156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Oval 1412"/>
          <p:cNvSpPr/>
          <p:nvPr/>
        </p:nvSpPr>
        <p:spPr>
          <a:xfrm>
            <a:off x="107442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Oval 1413"/>
          <p:cNvSpPr/>
          <p:nvPr/>
        </p:nvSpPr>
        <p:spPr>
          <a:xfrm>
            <a:off x="107442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Oval 1414"/>
          <p:cNvSpPr/>
          <p:nvPr/>
        </p:nvSpPr>
        <p:spPr>
          <a:xfrm>
            <a:off x="107442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Oval 1415"/>
          <p:cNvSpPr/>
          <p:nvPr/>
        </p:nvSpPr>
        <p:spPr>
          <a:xfrm>
            <a:off x="107442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Oval 1416"/>
          <p:cNvSpPr/>
          <p:nvPr/>
        </p:nvSpPr>
        <p:spPr>
          <a:xfrm>
            <a:off x="107442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Oval 1417"/>
          <p:cNvSpPr/>
          <p:nvPr/>
        </p:nvSpPr>
        <p:spPr>
          <a:xfrm>
            <a:off x="107442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Oval 1418"/>
          <p:cNvSpPr/>
          <p:nvPr/>
        </p:nvSpPr>
        <p:spPr>
          <a:xfrm>
            <a:off x="107442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Oval 1419"/>
          <p:cNvSpPr/>
          <p:nvPr/>
        </p:nvSpPr>
        <p:spPr>
          <a:xfrm>
            <a:off x="107442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Oval 1420"/>
          <p:cNvSpPr/>
          <p:nvPr/>
        </p:nvSpPr>
        <p:spPr>
          <a:xfrm>
            <a:off x="107442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Oval 1421"/>
          <p:cNvSpPr/>
          <p:nvPr/>
        </p:nvSpPr>
        <p:spPr>
          <a:xfrm>
            <a:off x="107442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Oval 1422"/>
          <p:cNvSpPr/>
          <p:nvPr/>
        </p:nvSpPr>
        <p:spPr>
          <a:xfrm>
            <a:off x="107442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Oval 1423"/>
          <p:cNvSpPr/>
          <p:nvPr/>
        </p:nvSpPr>
        <p:spPr>
          <a:xfrm>
            <a:off x="107442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Oval 1424"/>
          <p:cNvSpPr/>
          <p:nvPr/>
        </p:nvSpPr>
        <p:spPr>
          <a:xfrm>
            <a:off x="107442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Oval 1425"/>
          <p:cNvSpPr/>
          <p:nvPr/>
        </p:nvSpPr>
        <p:spPr>
          <a:xfrm>
            <a:off x="107442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Oval 1426"/>
          <p:cNvSpPr/>
          <p:nvPr/>
        </p:nvSpPr>
        <p:spPr>
          <a:xfrm>
            <a:off x="107442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Oval 1427"/>
          <p:cNvSpPr/>
          <p:nvPr/>
        </p:nvSpPr>
        <p:spPr>
          <a:xfrm>
            <a:off x="107442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Oval 1428"/>
          <p:cNvSpPr/>
          <p:nvPr/>
        </p:nvSpPr>
        <p:spPr>
          <a:xfrm>
            <a:off x="107442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Oval 1429"/>
          <p:cNvSpPr/>
          <p:nvPr/>
        </p:nvSpPr>
        <p:spPr>
          <a:xfrm>
            <a:off x="107442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Oval 1430"/>
          <p:cNvSpPr/>
          <p:nvPr/>
        </p:nvSpPr>
        <p:spPr>
          <a:xfrm>
            <a:off x="107442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Oval 1431"/>
          <p:cNvSpPr/>
          <p:nvPr/>
        </p:nvSpPr>
        <p:spPr>
          <a:xfrm>
            <a:off x="107442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Oval 1432"/>
          <p:cNvSpPr/>
          <p:nvPr/>
        </p:nvSpPr>
        <p:spPr>
          <a:xfrm>
            <a:off x="107442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Oval 1433"/>
          <p:cNvSpPr/>
          <p:nvPr/>
        </p:nvSpPr>
        <p:spPr>
          <a:xfrm>
            <a:off x="107442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Oval 1434"/>
          <p:cNvSpPr/>
          <p:nvPr/>
        </p:nvSpPr>
        <p:spPr>
          <a:xfrm>
            <a:off x="107442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Oval 1435"/>
          <p:cNvSpPr/>
          <p:nvPr/>
        </p:nvSpPr>
        <p:spPr>
          <a:xfrm>
            <a:off x="107442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Oval 1436"/>
          <p:cNvSpPr/>
          <p:nvPr/>
        </p:nvSpPr>
        <p:spPr>
          <a:xfrm>
            <a:off x="107442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Oval 1437"/>
          <p:cNvSpPr/>
          <p:nvPr/>
        </p:nvSpPr>
        <p:spPr>
          <a:xfrm>
            <a:off x="107442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Oval 1438"/>
          <p:cNvSpPr/>
          <p:nvPr/>
        </p:nvSpPr>
        <p:spPr>
          <a:xfrm>
            <a:off x="107442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Oval 1439"/>
          <p:cNvSpPr/>
          <p:nvPr/>
        </p:nvSpPr>
        <p:spPr>
          <a:xfrm>
            <a:off x="107442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Oval 1440"/>
          <p:cNvSpPr/>
          <p:nvPr/>
        </p:nvSpPr>
        <p:spPr>
          <a:xfrm>
            <a:off x="107442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Oval 1441"/>
          <p:cNvSpPr/>
          <p:nvPr/>
        </p:nvSpPr>
        <p:spPr>
          <a:xfrm>
            <a:off x="107442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Oval 1442"/>
          <p:cNvSpPr/>
          <p:nvPr/>
        </p:nvSpPr>
        <p:spPr>
          <a:xfrm>
            <a:off x="109728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Oval 1443"/>
          <p:cNvSpPr/>
          <p:nvPr/>
        </p:nvSpPr>
        <p:spPr>
          <a:xfrm>
            <a:off x="109728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Oval 1444"/>
          <p:cNvSpPr/>
          <p:nvPr/>
        </p:nvSpPr>
        <p:spPr>
          <a:xfrm>
            <a:off x="109728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Oval 1445"/>
          <p:cNvSpPr/>
          <p:nvPr/>
        </p:nvSpPr>
        <p:spPr>
          <a:xfrm>
            <a:off x="109728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Oval 1446"/>
          <p:cNvSpPr/>
          <p:nvPr/>
        </p:nvSpPr>
        <p:spPr>
          <a:xfrm>
            <a:off x="109728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Oval 1447"/>
          <p:cNvSpPr/>
          <p:nvPr/>
        </p:nvSpPr>
        <p:spPr>
          <a:xfrm>
            <a:off x="109728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Oval 1448"/>
          <p:cNvSpPr/>
          <p:nvPr/>
        </p:nvSpPr>
        <p:spPr>
          <a:xfrm>
            <a:off x="109728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Oval 1449"/>
          <p:cNvSpPr/>
          <p:nvPr/>
        </p:nvSpPr>
        <p:spPr>
          <a:xfrm>
            <a:off x="109728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Oval 1450"/>
          <p:cNvSpPr/>
          <p:nvPr/>
        </p:nvSpPr>
        <p:spPr>
          <a:xfrm>
            <a:off x="109728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Oval 1451"/>
          <p:cNvSpPr/>
          <p:nvPr/>
        </p:nvSpPr>
        <p:spPr>
          <a:xfrm>
            <a:off x="109728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Oval 1452"/>
          <p:cNvSpPr/>
          <p:nvPr/>
        </p:nvSpPr>
        <p:spPr>
          <a:xfrm>
            <a:off x="109728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Oval 1453"/>
          <p:cNvSpPr/>
          <p:nvPr/>
        </p:nvSpPr>
        <p:spPr>
          <a:xfrm>
            <a:off x="109728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Oval 1454"/>
          <p:cNvSpPr/>
          <p:nvPr/>
        </p:nvSpPr>
        <p:spPr>
          <a:xfrm>
            <a:off x="109728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Oval 1455"/>
          <p:cNvSpPr/>
          <p:nvPr/>
        </p:nvSpPr>
        <p:spPr>
          <a:xfrm>
            <a:off x="109728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Oval 1456"/>
          <p:cNvSpPr/>
          <p:nvPr/>
        </p:nvSpPr>
        <p:spPr>
          <a:xfrm>
            <a:off x="109728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Oval 1457"/>
          <p:cNvSpPr/>
          <p:nvPr/>
        </p:nvSpPr>
        <p:spPr>
          <a:xfrm>
            <a:off x="109728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Oval 1458"/>
          <p:cNvSpPr/>
          <p:nvPr/>
        </p:nvSpPr>
        <p:spPr>
          <a:xfrm>
            <a:off x="109728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Oval 1459"/>
          <p:cNvSpPr/>
          <p:nvPr/>
        </p:nvSpPr>
        <p:spPr>
          <a:xfrm>
            <a:off x="109728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Oval 1460"/>
          <p:cNvSpPr/>
          <p:nvPr/>
        </p:nvSpPr>
        <p:spPr>
          <a:xfrm>
            <a:off x="109728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Oval 1461"/>
          <p:cNvSpPr/>
          <p:nvPr/>
        </p:nvSpPr>
        <p:spPr>
          <a:xfrm>
            <a:off x="109728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Oval 1462"/>
          <p:cNvSpPr/>
          <p:nvPr/>
        </p:nvSpPr>
        <p:spPr>
          <a:xfrm>
            <a:off x="109728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Oval 1463"/>
          <p:cNvSpPr/>
          <p:nvPr/>
        </p:nvSpPr>
        <p:spPr>
          <a:xfrm>
            <a:off x="109728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Oval 1464"/>
          <p:cNvSpPr/>
          <p:nvPr/>
        </p:nvSpPr>
        <p:spPr>
          <a:xfrm>
            <a:off x="109728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Oval 1465"/>
          <p:cNvSpPr/>
          <p:nvPr/>
        </p:nvSpPr>
        <p:spPr>
          <a:xfrm>
            <a:off x="109728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Oval 1466"/>
          <p:cNvSpPr/>
          <p:nvPr/>
        </p:nvSpPr>
        <p:spPr>
          <a:xfrm>
            <a:off x="109728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Oval 1467"/>
          <p:cNvSpPr/>
          <p:nvPr/>
        </p:nvSpPr>
        <p:spPr>
          <a:xfrm>
            <a:off x="109728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Oval 1468"/>
          <p:cNvSpPr/>
          <p:nvPr/>
        </p:nvSpPr>
        <p:spPr>
          <a:xfrm>
            <a:off x="109728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Oval 1469"/>
          <p:cNvSpPr/>
          <p:nvPr/>
        </p:nvSpPr>
        <p:spPr>
          <a:xfrm>
            <a:off x="109728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Oval 1470"/>
          <p:cNvSpPr/>
          <p:nvPr/>
        </p:nvSpPr>
        <p:spPr>
          <a:xfrm>
            <a:off x="109728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Oval 1471"/>
          <p:cNvSpPr/>
          <p:nvPr/>
        </p:nvSpPr>
        <p:spPr>
          <a:xfrm>
            <a:off x="109728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Oval 1472"/>
          <p:cNvSpPr/>
          <p:nvPr/>
        </p:nvSpPr>
        <p:spPr>
          <a:xfrm>
            <a:off x="112014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Oval 1473"/>
          <p:cNvSpPr/>
          <p:nvPr/>
        </p:nvSpPr>
        <p:spPr>
          <a:xfrm>
            <a:off x="112014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Oval 1474"/>
          <p:cNvSpPr/>
          <p:nvPr/>
        </p:nvSpPr>
        <p:spPr>
          <a:xfrm>
            <a:off x="112014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Oval 1475"/>
          <p:cNvSpPr/>
          <p:nvPr/>
        </p:nvSpPr>
        <p:spPr>
          <a:xfrm>
            <a:off x="112014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Oval 1476"/>
          <p:cNvSpPr/>
          <p:nvPr/>
        </p:nvSpPr>
        <p:spPr>
          <a:xfrm>
            <a:off x="112014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Oval 1477"/>
          <p:cNvSpPr/>
          <p:nvPr/>
        </p:nvSpPr>
        <p:spPr>
          <a:xfrm>
            <a:off x="112014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Oval 1478"/>
          <p:cNvSpPr/>
          <p:nvPr/>
        </p:nvSpPr>
        <p:spPr>
          <a:xfrm>
            <a:off x="112014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Oval 1479"/>
          <p:cNvSpPr/>
          <p:nvPr/>
        </p:nvSpPr>
        <p:spPr>
          <a:xfrm>
            <a:off x="112014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Oval 1480"/>
          <p:cNvSpPr/>
          <p:nvPr/>
        </p:nvSpPr>
        <p:spPr>
          <a:xfrm>
            <a:off x="112014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Oval 1481"/>
          <p:cNvSpPr/>
          <p:nvPr/>
        </p:nvSpPr>
        <p:spPr>
          <a:xfrm>
            <a:off x="112014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Oval 1482"/>
          <p:cNvSpPr/>
          <p:nvPr/>
        </p:nvSpPr>
        <p:spPr>
          <a:xfrm>
            <a:off x="112014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Oval 1483"/>
          <p:cNvSpPr/>
          <p:nvPr/>
        </p:nvSpPr>
        <p:spPr>
          <a:xfrm>
            <a:off x="112014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Oval 1484"/>
          <p:cNvSpPr/>
          <p:nvPr/>
        </p:nvSpPr>
        <p:spPr>
          <a:xfrm>
            <a:off x="112014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Oval 1485"/>
          <p:cNvSpPr/>
          <p:nvPr/>
        </p:nvSpPr>
        <p:spPr>
          <a:xfrm>
            <a:off x="112014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Oval 1486"/>
          <p:cNvSpPr/>
          <p:nvPr/>
        </p:nvSpPr>
        <p:spPr>
          <a:xfrm>
            <a:off x="112014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Oval 1487"/>
          <p:cNvSpPr/>
          <p:nvPr/>
        </p:nvSpPr>
        <p:spPr>
          <a:xfrm>
            <a:off x="112014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Oval 1488"/>
          <p:cNvSpPr/>
          <p:nvPr/>
        </p:nvSpPr>
        <p:spPr>
          <a:xfrm>
            <a:off x="112014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Oval 1489"/>
          <p:cNvSpPr/>
          <p:nvPr/>
        </p:nvSpPr>
        <p:spPr>
          <a:xfrm>
            <a:off x="112014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Oval 1490"/>
          <p:cNvSpPr/>
          <p:nvPr/>
        </p:nvSpPr>
        <p:spPr>
          <a:xfrm>
            <a:off x="112014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Oval 1491"/>
          <p:cNvSpPr/>
          <p:nvPr/>
        </p:nvSpPr>
        <p:spPr>
          <a:xfrm>
            <a:off x="112014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Oval 1492"/>
          <p:cNvSpPr/>
          <p:nvPr/>
        </p:nvSpPr>
        <p:spPr>
          <a:xfrm>
            <a:off x="112014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Oval 1493"/>
          <p:cNvSpPr/>
          <p:nvPr/>
        </p:nvSpPr>
        <p:spPr>
          <a:xfrm>
            <a:off x="112014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Oval 1494"/>
          <p:cNvSpPr/>
          <p:nvPr/>
        </p:nvSpPr>
        <p:spPr>
          <a:xfrm>
            <a:off x="112014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Oval 1495"/>
          <p:cNvSpPr/>
          <p:nvPr/>
        </p:nvSpPr>
        <p:spPr>
          <a:xfrm>
            <a:off x="112014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Oval 1496"/>
          <p:cNvSpPr/>
          <p:nvPr/>
        </p:nvSpPr>
        <p:spPr>
          <a:xfrm>
            <a:off x="112014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Oval 1497"/>
          <p:cNvSpPr/>
          <p:nvPr/>
        </p:nvSpPr>
        <p:spPr>
          <a:xfrm>
            <a:off x="112014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Oval 1498"/>
          <p:cNvSpPr/>
          <p:nvPr/>
        </p:nvSpPr>
        <p:spPr>
          <a:xfrm>
            <a:off x="112014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Oval 1499"/>
          <p:cNvSpPr/>
          <p:nvPr/>
        </p:nvSpPr>
        <p:spPr>
          <a:xfrm>
            <a:off x="112014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Oval 1500"/>
          <p:cNvSpPr/>
          <p:nvPr/>
        </p:nvSpPr>
        <p:spPr>
          <a:xfrm>
            <a:off x="112014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Oval 1501"/>
          <p:cNvSpPr/>
          <p:nvPr/>
        </p:nvSpPr>
        <p:spPr>
          <a:xfrm>
            <a:off x="112014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Oval 1502"/>
          <p:cNvSpPr/>
          <p:nvPr/>
        </p:nvSpPr>
        <p:spPr>
          <a:xfrm>
            <a:off x="114300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Oval 1503"/>
          <p:cNvSpPr/>
          <p:nvPr/>
        </p:nvSpPr>
        <p:spPr>
          <a:xfrm>
            <a:off x="114300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Oval 1504"/>
          <p:cNvSpPr/>
          <p:nvPr/>
        </p:nvSpPr>
        <p:spPr>
          <a:xfrm>
            <a:off x="114300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Oval 1505"/>
          <p:cNvSpPr/>
          <p:nvPr/>
        </p:nvSpPr>
        <p:spPr>
          <a:xfrm>
            <a:off x="114300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Oval 1506"/>
          <p:cNvSpPr/>
          <p:nvPr/>
        </p:nvSpPr>
        <p:spPr>
          <a:xfrm>
            <a:off x="114300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Oval 1507"/>
          <p:cNvSpPr/>
          <p:nvPr/>
        </p:nvSpPr>
        <p:spPr>
          <a:xfrm>
            <a:off x="114300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Oval 1508"/>
          <p:cNvSpPr/>
          <p:nvPr/>
        </p:nvSpPr>
        <p:spPr>
          <a:xfrm>
            <a:off x="114300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Oval 1509"/>
          <p:cNvSpPr/>
          <p:nvPr/>
        </p:nvSpPr>
        <p:spPr>
          <a:xfrm>
            <a:off x="114300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Oval 1510"/>
          <p:cNvSpPr/>
          <p:nvPr/>
        </p:nvSpPr>
        <p:spPr>
          <a:xfrm>
            <a:off x="114300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Oval 1511"/>
          <p:cNvSpPr/>
          <p:nvPr/>
        </p:nvSpPr>
        <p:spPr>
          <a:xfrm>
            <a:off x="114300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Oval 1512"/>
          <p:cNvSpPr/>
          <p:nvPr/>
        </p:nvSpPr>
        <p:spPr>
          <a:xfrm>
            <a:off x="114300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Oval 1513"/>
          <p:cNvSpPr/>
          <p:nvPr/>
        </p:nvSpPr>
        <p:spPr>
          <a:xfrm>
            <a:off x="114300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Oval 1514"/>
          <p:cNvSpPr/>
          <p:nvPr/>
        </p:nvSpPr>
        <p:spPr>
          <a:xfrm>
            <a:off x="114300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Oval 1515"/>
          <p:cNvSpPr/>
          <p:nvPr/>
        </p:nvSpPr>
        <p:spPr>
          <a:xfrm>
            <a:off x="114300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Oval 1516"/>
          <p:cNvSpPr/>
          <p:nvPr/>
        </p:nvSpPr>
        <p:spPr>
          <a:xfrm>
            <a:off x="114300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Oval 1517"/>
          <p:cNvSpPr/>
          <p:nvPr/>
        </p:nvSpPr>
        <p:spPr>
          <a:xfrm>
            <a:off x="114300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Oval 1518"/>
          <p:cNvSpPr/>
          <p:nvPr/>
        </p:nvSpPr>
        <p:spPr>
          <a:xfrm>
            <a:off x="114300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Oval 1519"/>
          <p:cNvSpPr/>
          <p:nvPr/>
        </p:nvSpPr>
        <p:spPr>
          <a:xfrm>
            <a:off x="114300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Oval 1520"/>
          <p:cNvSpPr/>
          <p:nvPr/>
        </p:nvSpPr>
        <p:spPr>
          <a:xfrm>
            <a:off x="114300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Oval 1521"/>
          <p:cNvSpPr/>
          <p:nvPr/>
        </p:nvSpPr>
        <p:spPr>
          <a:xfrm>
            <a:off x="114300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Oval 1522"/>
          <p:cNvSpPr/>
          <p:nvPr/>
        </p:nvSpPr>
        <p:spPr>
          <a:xfrm>
            <a:off x="114300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Oval 1523"/>
          <p:cNvSpPr/>
          <p:nvPr/>
        </p:nvSpPr>
        <p:spPr>
          <a:xfrm>
            <a:off x="114300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Oval 1524"/>
          <p:cNvSpPr/>
          <p:nvPr/>
        </p:nvSpPr>
        <p:spPr>
          <a:xfrm>
            <a:off x="114300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Oval 1525"/>
          <p:cNvSpPr/>
          <p:nvPr/>
        </p:nvSpPr>
        <p:spPr>
          <a:xfrm>
            <a:off x="114300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Oval 1526"/>
          <p:cNvSpPr/>
          <p:nvPr/>
        </p:nvSpPr>
        <p:spPr>
          <a:xfrm>
            <a:off x="114300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Oval 1527"/>
          <p:cNvSpPr/>
          <p:nvPr/>
        </p:nvSpPr>
        <p:spPr>
          <a:xfrm>
            <a:off x="114300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Oval 1528"/>
          <p:cNvSpPr/>
          <p:nvPr/>
        </p:nvSpPr>
        <p:spPr>
          <a:xfrm>
            <a:off x="114300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Oval 1529"/>
          <p:cNvSpPr/>
          <p:nvPr/>
        </p:nvSpPr>
        <p:spPr>
          <a:xfrm>
            <a:off x="114300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Oval 1530"/>
          <p:cNvSpPr/>
          <p:nvPr/>
        </p:nvSpPr>
        <p:spPr>
          <a:xfrm>
            <a:off x="114300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Oval 1531"/>
          <p:cNvSpPr/>
          <p:nvPr/>
        </p:nvSpPr>
        <p:spPr>
          <a:xfrm>
            <a:off x="114300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Oval 1532"/>
          <p:cNvSpPr/>
          <p:nvPr/>
        </p:nvSpPr>
        <p:spPr>
          <a:xfrm>
            <a:off x="116586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Oval 1533"/>
          <p:cNvSpPr/>
          <p:nvPr/>
        </p:nvSpPr>
        <p:spPr>
          <a:xfrm>
            <a:off x="116586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Oval 1534"/>
          <p:cNvSpPr/>
          <p:nvPr/>
        </p:nvSpPr>
        <p:spPr>
          <a:xfrm>
            <a:off x="116586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Oval 1535"/>
          <p:cNvSpPr/>
          <p:nvPr/>
        </p:nvSpPr>
        <p:spPr>
          <a:xfrm>
            <a:off x="116586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Oval 1536"/>
          <p:cNvSpPr/>
          <p:nvPr/>
        </p:nvSpPr>
        <p:spPr>
          <a:xfrm>
            <a:off x="116586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Oval 1537"/>
          <p:cNvSpPr/>
          <p:nvPr/>
        </p:nvSpPr>
        <p:spPr>
          <a:xfrm>
            <a:off x="116586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Oval 1538"/>
          <p:cNvSpPr/>
          <p:nvPr/>
        </p:nvSpPr>
        <p:spPr>
          <a:xfrm>
            <a:off x="116586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Oval 1539"/>
          <p:cNvSpPr/>
          <p:nvPr/>
        </p:nvSpPr>
        <p:spPr>
          <a:xfrm>
            <a:off x="116586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Oval 1540"/>
          <p:cNvSpPr/>
          <p:nvPr/>
        </p:nvSpPr>
        <p:spPr>
          <a:xfrm>
            <a:off x="116586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Oval 1541"/>
          <p:cNvSpPr/>
          <p:nvPr/>
        </p:nvSpPr>
        <p:spPr>
          <a:xfrm>
            <a:off x="116586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Oval 1542"/>
          <p:cNvSpPr/>
          <p:nvPr/>
        </p:nvSpPr>
        <p:spPr>
          <a:xfrm>
            <a:off x="116586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Oval 1543"/>
          <p:cNvSpPr/>
          <p:nvPr/>
        </p:nvSpPr>
        <p:spPr>
          <a:xfrm>
            <a:off x="116586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Oval 1544"/>
          <p:cNvSpPr/>
          <p:nvPr/>
        </p:nvSpPr>
        <p:spPr>
          <a:xfrm>
            <a:off x="116586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Oval 1545"/>
          <p:cNvSpPr/>
          <p:nvPr/>
        </p:nvSpPr>
        <p:spPr>
          <a:xfrm>
            <a:off x="116586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Oval 1546"/>
          <p:cNvSpPr/>
          <p:nvPr/>
        </p:nvSpPr>
        <p:spPr>
          <a:xfrm>
            <a:off x="116586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Oval 1547"/>
          <p:cNvSpPr/>
          <p:nvPr/>
        </p:nvSpPr>
        <p:spPr>
          <a:xfrm>
            <a:off x="116586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Oval 1548"/>
          <p:cNvSpPr/>
          <p:nvPr/>
        </p:nvSpPr>
        <p:spPr>
          <a:xfrm>
            <a:off x="116586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Oval 1549"/>
          <p:cNvSpPr/>
          <p:nvPr/>
        </p:nvSpPr>
        <p:spPr>
          <a:xfrm>
            <a:off x="116586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Oval 1550"/>
          <p:cNvSpPr/>
          <p:nvPr/>
        </p:nvSpPr>
        <p:spPr>
          <a:xfrm>
            <a:off x="116586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Oval 1551"/>
          <p:cNvSpPr/>
          <p:nvPr/>
        </p:nvSpPr>
        <p:spPr>
          <a:xfrm>
            <a:off x="116586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Oval 1552"/>
          <p:cNvSpPr/>
          <p:nvPr/>
        </p:nvSpPr>
        <p:spPr>
          <a:xfrm>
            <a:off x="116586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Oval 1553"/>
          <p:cNvSpPr/>
          <p:nvPr/>
        </p:nvSpPr>
        <p:spPr>
          <a:xfrm>
            <a:off x="116586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Oval 1554"/>
          <p:cNvSpPr/>
          <p:nvPr/>
        </p:nvSpPr>
        <p:spPr>
          <a:xfrm>
            <a:off x="116586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Oval 1555"/>
          <p:cNvSpPr/>
          <p:nvPr/>
        </p:nvSpPr>
        <p:spPr>
          <a:xfrm>
            <a:off x="116586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Oval 1556"/>
          <p:cNvSpPr/>
          <p:nvPr/>
        </p:nvSpPr>
        <p:spPr>
          <a:xfrm>
            <a:off x="116586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Oval 1557"/>
          <p:cNvSpPr/>
          <p:nvPr/>
        </p:nvSpPr>
        <p:spPr>
          <a:xfrm>
            <a:off x="116586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Oval 1558"/>
          <p:cNvSpPr/>
          <p:nvPr/>
        </p:nvSpPr>
        <p:spPr>
          <a:xfrm>
            <a:off x="116586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Oval 1559"/>
          <p:cNvSpPr/>
          <p:nvPr/>
        </p:nvSpPr>
        <p:spPr>
          <a:xfrm>
            <a:off x="116586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Oval 1560"/>
          <p:cNvSpPr/>
          <p:nvPr/>
        </p:nvSpPr>
        <p:spPr>
          <a:xfrm>
            <a:off x="116586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Oval 1561"/>
          <p:cNvSpPr/>
          <p:nvPr/>
        </p:nvSpPr>
        <p:spPr>
          <a:xfrm>
            <a:off x="116586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Oval 1562"/>
          <p:cNvSpPr/>
          <p:nvPr/>
        </p:nvSpPr>
        <p:spPr>
          <a:xfrm>
            <a:off x="11887200" y="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Oval 1563"/>
          <p:cNvSpPr/>
          <p:nvPr/>
        </p:nvSpPr>
        <p:spPr>
          <a:xfrm>
            <a:off x="11887200" y="228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Oval 1564"/>
          <p:cNvSpPr/>
          <p:nvPr/>
        </p:nvSpPr>
        <p:spPr>
          <a:xfrm>
            <a:off x="11887200" y="457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Oval 1565"/>
          <p:cNvSpPr/>
          <p:nvPr/>
        </p:nvSpPr>
        <p:spPr>
          <a:xfrm>
            <a:off x="11887200" y="685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Oval 1566"/>
          <p:cNvSpPr/>
          <p:nvPr/>
        </p:nvSpPr>
        <p:spPr>
          <a:xfrm>
            <a:off x="11887200" y="914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Oval 1567"/>
          <p:cNvSpPr/>
          <p:nvPr/>
        </p:nvSpPr>
        <p:spPr>
          <a:xfrm>
            <a:off x="11887200" y="1143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Oval 1568"/>
          <p:cNvSpPr/>
          <p:nvPr/>
        </p:nvSpPr>
        <p:spPr>
          <a:xfrm>
            <a:off x="11887200" y="1371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Oval 1569"/>
          <p:cNvSpPr/>
          <p:nvPr/>
        </p:nvSpPr>
        <p:spPr>
          <a:xfrm>
            <a:off x="11887200" y="1600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Oval 1570"/>
          <p:cNvSpPr/>
          <p:nvPr/>
        </p:nvSpPr>
        <p:spPr>
          <a:xfrm>
            <a:off x="11887200" y="1828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Oval 1571"/>
          <p:cNvSpPr/>
          <p:nvPr/>
        </p:nvSpPr>
        <p:spPr>
          <a:xfrm>
            <a:off x="11887200" y="2057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Oval 1572"/>
          <p:cNvSpPr/>
          <p:nvPr/>
        </p:nvSpPr>
        <p:spPr>
          <a:xfrm>
            <a:off x="11887200" y="2286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Oval 1573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Oval 1574"/>
          <p:cNvSpPr/>
          <p:nvPr/>
        </p:nvSpPr>
        <p:spPr>
          <a:xfrm>
            <a:off x="11887200" y="2743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Oval 1575"/>
          <p:cNvSpPr/>
          <p:nvPr/>
        </p:nvSpPr>
        <p:spPr>
          <a:xfrm>
            <a:off x="11887200" y="2971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Oval 1576"/>
          <p:cNvSpPr/>
          <p:nvPr/>
        </p:nvSpPr>
        <p:spPr>
          <a:xfrm>
            <a:off x="11887200" y="3200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Oval 1577"/>
          <p:cNvSpPr/>
          <p:nvPr/>
        </p:nvSpPr>
        <p:spPr>
          <a:xfrm>
            <a:off x="11887200" y="3429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Oval 1578"/>
          <p:cNvSpPr/>
          <p:nvPr/>
        </p:nvSpPr>
        <p:spPr>
          <a:xfrm>
            <a:off x="11887200" y="3657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Oval 1579"/>
          <p:cNvSpPr/>
          <p:nvPr/>
        </p:nvSpPr>
        <p:spPr>
          <a:xfrm>
            <a:off x="11887200" y="3886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Oval 1580"/>
          <p:cNvSpPr/>
          <p:nvPr/>
        </p:nvSpPr>
        <p:spPr>
          <a:xfrm>
            <a:off x="11887200" y="4114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Oval 1581"/>
          <p:cNvSpPr/>
          <p:nvPr/>
        </p:nvSpPr>
        <p:spPr>
          <a:xfrm>
            <a:off x="11887200" y="4343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Oval 1582"/>
          <p:cNvSpPr/>
          <p:nvPr/>
        </p:nvSpPr>
        <p:spPr>
          <a:xfrm>
            <a:off x="11887200" y="4572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Oval 1583"/>
          <p:cNvSpPr/>
          <p:nvPr/>
        </p:nvSpPr>
        <p:spPr>
          <a:xfrm>
            <a:off x="11887200" y="4800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Oval 1584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Oval 1585"/>
          <p:cNvSpPr/>
          <p:nvPr/>
        </p:nvSpPr>
        <p:spPr>
          <a:xfrm>
            <a:off x="11887200" y="5257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Oval 1586"/>
          <p:cNvSpPr/>
          <p:nvPr/>
        </p:nvSpPr>
        <p:spPr>
          <a:xfrm>
            <a:off x="11887200" y="5486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Oval 1587"/>
          <p:cNvSpPr/>
          <p:nvPr/>
        </p:nvSpPr>
        <p:spPr>
          <a:xfrm>
            <a:off x="11887200" y="57150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Oval 1588"/>
          <p:cNvSpPr/>
          <p:nvPr/>
        </p:nvSpPr>
        <p:spPr>
          <a:xfrm>
            <a:off x="11887200" y="59436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Oval 1589"/>
          <p:cNvSpPr/>
          <p:nvPr/>
        </p:nvSpPr>
        <p:spPr>
          <a:xfrm>
            <a:off x="11887200" y="61722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Oval 1590"/>
          <p:cNvSpPr/>
          <p:nvPr/>
        </p:nvSpPr>
        <p:spPr>
          <a:xfrm>
            <a:off x="11887200" y="64008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Oval 1591"/>
          <p:cNvSpPr/>
          <p:nvPr/>
        </p:nvSpPr>
        <p:spPr>
          <a:xfrm>
            <a:off x="11887200" y="66294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Oval 1592"/>
          <p:cNvSpPr/>
          <p:nvPr/>
        </p:nvSpPr>
        <p:spPr>
          <a:xfrm>
            <a:off x="12115800" y="114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Oval 1593"/>
          <p:cNvSpPr/>
          <p:nvPr/>
        </p:nvSpPr>
        <p:spPr>
          <a:xfrm>
            <a:off x="12115800" y="342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Oval 1594"/>
          <p:cNvSpPr/>
          <p:nvPr/>
        </p:nvSpPr>
        <p:spPr>
          <a:xfrm>
            <a:off x="12115800" y="571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Oval 1595"/>
          <p:cNvSpPr/>
          <p:nvPr/>
        </p:nvSpPr>
        <p:spPr>
          <a:xfrm>
            <a:off x="12115800" y="800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Oval 1596"/>
          <p:cNvSpPr/>
          <p:nvPr/>
        </p:nvSpPr>
        <p:spPr>
          <a:xfrm>
            <a:off x="12115800" y="1028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Oval 1597"/>
          <p:cNvSpPr/>
          <p:nvPr/>
        </p:nvSpPr>
        <p:spPr>
          <a:xfrm>
            <a:off x="12115800" y="1257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Oval 1598"/>
          <p:cNvSpPr/>
          <p:nvPr/>
        </p:nvSpPr>
        <p:spPr>
          <a:xfrm>
            <a:off x="12115800" y="1485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Oval 1599"/>
          <p:cNvSpPr/>
          <p:nvPr/>
        </p:nvSpPr>
        <p:spPr>
          <a:xfrm>
            <a:off x="12115800" y="1714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Oval 1600"/>
          <p:cNvSpPr/>
          <p:nvPr/>
        </p:nvSpPr>
        <p:spPr>
          <a:xfrm>
            <a:off x="12115800" y="1943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Oval 1601"/>
          <p:cNvSpPr/>
          <p:nvPr/>
        </p:nvSpPr>
        <p:spPr>
          <a:xfrm>
            <a:off x="12115800" y="2171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Oval 1602"/>
          <p:cNvSpPr/>
          <p:nvPr/>
        </p:nvSpPr>
        <p:spPr>
          <a:xfrm>
            <a:off x="12115800" y="2400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Oval 1603"/>
          <p:cNvSpPr/>
          <p:nvPr/>
        </p:nvSpPr>
        <p:spPr>
          <a:xfrm>
            <a:off x="12115800" y="2628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Oval 1604"/>
          <p:cNvSpPr/>
          <p:nvPr/>
        </p:nvSpPr>
        <p:spPr>
          <a:xfrm>
            <a:off x="12115800" y="2857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Oval 1605"/>
          <p:cNvSpPr/>
          <p:nvPr/>
        </p:nvSpPr>
        <p:spPr>
          <a:xfrm>
            <a:off x="12115800" y="3086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Oval 1606"/>
          <p:cNvSpPr/>
          <p:nvPr/>
        </p:nvSpPr>
        <p:spPr>
          <a:xfrm>
            <a:off x="12115800" y="3314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Oval 1607"/>
          <p:cNvSpPr/>
          <p:nvPr/>
        </p:nvSpPr>
        <p:spPr>
          <a:xfrm>
            <a:off x="12115800" y="3543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Oval 1608"/>
          <p:cNvSpPr/>
          <p:nvPr/>
        </p:nvSpPr>
        <p:spPr>
          <a:xfrm>
            <a:off x="12115800" y="3771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Oval 1609"/>
          <p:cNvSpPr/>
          <p:nvPr/>
        </p:nvSpPr>
        <p:spPr>
          <a:xfrm>
            <a:off x="12115800" y="4000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Oval 1610"/>
          <p:cNvSpPr/>
          <p:nvPr/>
        </p:nvSpPr>
        <p:spPr>
          <a:xfrm>
            <a:off x="12115800" y="4229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Oval 1611"/>
          <p:cNvSpPr/>
          <p:nvPr/>
        </p:nvSpPr>
        <p:spPr>
          <a:xfrm>
            <a:off x="12115800" y="4457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Oval 1612"/>
          <p:cNvSpPr/>
          <p:nvPr/>
        </p:nvSpPr>
        <p:spPr>
          <a:xfrm>
            <a:off x="12115800" y="4686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Oval 1613"/>
          <p:cNvSpPr/>
          <p:nvPr/>
        </p:nvSpPr>
        <p:spPr>
          <a:xfrm>
            <a:off x="12115800" y="4914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Oval 1614"/>
          <p:cNvSpPr/>
          <p:nvPr/>
        </p:nvSpPr>
        <p:spPr>
          <a:xfrm>
            <a:off x="12115800" y="5143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Oval 1615"/>
          <p:cNvSpPr/>
          <p:nvPr/>
        </p:nvSpPr>
        <p:spPr>
          <a:xfrm>
            <a:off x="12115800" y="5372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Oval 1616"/>
          <p:cNvSpPr/>
          <p:nvPr/>
        </p:nvSpPr>
        <p:spPr>
          <a:xfrm>
            <a:off x="12115800" y="5600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Oval 1617"/>
          <p:cNvSpPr/>
          <p:nvPr/>
        </p:nvSpPr>
        <p:spPr>
          <a:xfrm>
            <a:off x="12115800" y="58293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Oval 1618"/>
          <p:cNvSpPr/>
          <p:nvPr/>
        </p:nvSpPr>
        <p:spPr>
          <a:xfrm>
            <a:off x="12115800" y="60579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Oval 1619"/>
          <p:cNvSpPr/>
          <p:nvPr/>
        </p:nvSpPr>
        <p:spPr>
          <a:xfrm>
            <a:off x="12115800" y="62865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Oval 1620"/>
          <p:cNvSpPr/>
          <p:nvPr/>
        </p:nvSpPr>
        <p:spPr>
          <a:xfrm>
            <a:off x="12115800" y="65151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Oval 1621"/>
          <p:cNvSpPr/>
          <p:nvPr/>
        </p:nvSpPr>
        <p:spPr>
          <a:xfrm>
            <a:off x="12115800" y="6743700"/>
            <a:ext cx="27432" cy="2743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TextBox 162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다음 시간 예고</a:t>
            </a:r>
          </a:p>
        </p:txBody>
      </p:sp>
      <p:sp>
        <p:nvSpPr>
          <p:cNvPr id="1624" name="TextBox 1623"/>
          <p:cNvSpPr txBox="1"/>
          <p:nvPr/>
        </p:nvSpPr>
        <p:spPr>
          <a:xfrm>
            <a:off x="0" y="347472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5A623"/>
                </a:solidFill>
                <a:latin typeface="Arial"/>
              </a:defRPr>
            </a:pPr>
            <a:r>
              <a:t>5교시: Tool Agent 만들기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716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716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716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716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716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716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716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716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716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716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3716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3716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3716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716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3716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3716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3716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7432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7432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7432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7432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7432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7432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7432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7432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7432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7432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7432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7432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7432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7432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7432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7432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7432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7432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7432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7432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11479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11479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11479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11479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11479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11479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11479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11479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1479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11479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11479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11479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11479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11479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11479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1479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11479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11479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11479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11479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11479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4864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4864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4864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4864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4864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4864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4864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4864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4864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4864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4864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4864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4864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4864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4864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4864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4864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64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4864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4864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4864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80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8580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8580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8580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8580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8580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8580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8580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8580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8580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8580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8580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8580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8580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8580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8580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8580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8580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68580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8580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8580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82296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2296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2296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2296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2296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2296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2296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2296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2296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2296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82296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82296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296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82296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82296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82296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2296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82296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82296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2296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2296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96012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96012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96012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96012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96012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6012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6012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6012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6012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96012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96012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96012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6012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6012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96012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96012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96012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96012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96012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96012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96012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9728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09728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09728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09728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09728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09728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09728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9728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9728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9728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9728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09728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09728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09728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09728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09728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09728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09728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09728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09728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09728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34439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234439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234439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234439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234439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234439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234439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234439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234439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234439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234439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234439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234439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234439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234439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234439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234439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234439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234439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234439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234439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371599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371599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371599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371599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371599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371599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371599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371599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371599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371599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371599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371599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371599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371599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371599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371599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371599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599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371599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371599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371599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508759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508759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508759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508759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508759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508759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508759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508759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508759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508759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508759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508759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508759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508759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508759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508759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508759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508759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508759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508759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508759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645919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645919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645919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645919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645919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645919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645919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645919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645919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645919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645919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645919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645919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645919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645919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645919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645919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645919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645919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645919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645919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783079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783079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783079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783079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783079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783079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783079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783079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783079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783079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783079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783079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783079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783079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783079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783079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783079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783079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783079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783079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783079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920239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920239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920239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920239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1920239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1920239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1920239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920239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920239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920239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920239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920239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920239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920239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920239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920239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920239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1920239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920239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1920239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1920239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057399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057399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057399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057399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057399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057399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057399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057399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057399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057399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057399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057399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057399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057399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057399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057399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057399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057399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057399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057399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057399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194559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194559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194559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194559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194559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194559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194559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194559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194559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194559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194559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194559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194559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194559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194559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194559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194559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194559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194559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194559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194559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331719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331719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331719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331719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331719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331719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331719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331719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331719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331719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331719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331719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331719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331719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331719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331719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331719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331719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331719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331719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331719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468879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468879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468879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468879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468879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468879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468879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468879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468879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468879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468879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468879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468879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468879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468879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468879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468879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468879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468879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468879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468879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606039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606039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606039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606039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606039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606039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606039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606039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606039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606039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606039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606039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606039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606039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606039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606039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606039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606039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606039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606039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606039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743199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743199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743199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743199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743199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743199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743199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743199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743199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743199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2743199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2743199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2743199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2743199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2743199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2743199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2743199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2743199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2743199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2743199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2743199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2880359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2880359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2880359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2880359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2880359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2880359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2880359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2880359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2880359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2880359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2880359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2880359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2880359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2880359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2880359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2880359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2880359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2880359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2880359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2880359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2880359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017519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017519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017519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017519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017519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017519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017519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017519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017519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017519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017519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017519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017519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017519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017519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017519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3017519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3017519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3017519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3017519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3017519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3154679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3154679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3154679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3154679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3154679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3154679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3154679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3154679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3154679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3154679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3154679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3154679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3154679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3154679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3154679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3154679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3154679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3154679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3154679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3154679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3154679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3291839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3291839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3291839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3291839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3291839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3291839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3291839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3291839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3291839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3291839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3291839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3291839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3291839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3291839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3291839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3291839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3291839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3291839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3291839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3291839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3291839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3428999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3428999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3428999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3428999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3428999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3428999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3428999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3428999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3428999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xfrm>
            <a:off x="3428999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3428999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3428999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3428999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3428999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3428999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xfrm>
            <a:off x="3428999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3428999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3428999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3428999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3428999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3428999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3566159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3566159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xfrm>
            <a:off x="3566159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3566159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3566159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3566159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Oval 555"/>
          <p:cNvSpPr/>
          <p:nvPr/>
        </p:nvSpPr>
        <p:spPr>
          <a:xfrm>
            <a:off x="3566159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3566159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xfrm>
            <a:off x="3566159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3566159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3566159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3566159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3566159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Oval 562"/>
          <p:cNvSpPr/>
          <p:nvPr/>
        </p:nvSpPr>
        <p:spPr>
          <a:xfrm>
            <a:off x="3566159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3566159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xfrm>
            <a:off x="3566159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xfrm>
            <a:off x="3566159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xfrm>
            <a:off x="3566159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3566159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3566159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3566159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3703319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3703319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3703319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xfrm>
            <a:off x="3703319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3703319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703319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Oval 576"/>
          <p:cNvSpPr/>
          <p:nvPr/>
        </p:nvSpPr>
        <p:spPr>
          <a:xfrm>
            <a:off x="3703319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3703319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703319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3703319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3703319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703319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3703319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3703319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3703319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3703319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3703319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3703319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3703319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3703319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3703319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3840479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3840479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3840479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3840479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3840479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3840479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3840479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840479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840479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840479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840479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840479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840479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840479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840479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840479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840479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3840479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3840479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3840479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3840479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3977639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3977639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977639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3977639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3977639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977639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3977639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3977639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977639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3977639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3977639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3977639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3977639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3977639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3977639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3977639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3977639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3977639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3977639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3977639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977639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411480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411480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411480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411480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411480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411480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411480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480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1480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11480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411480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411480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411480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411480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Oval 647"/>
          <p:cNvSpPr/>
          <p:nvPr/>
        </p:nvSpPr>
        <p:spPr>
          <a:xfrm>
            <a:off x="411480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Oval 648"/>
          <p:cNvSpPr/>
          <p:nvPr/>
        </p:nvSpPr>
        <p:spPr>
          <a:xfrm>
            <a:off x="411480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Oval 649"/>
          <p:cNvSpPr/>
          <p:nvPr/>
        </p:nvSpPr>
        <p:spPr>
          <a:xfrm>
            <a:off x="411480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Oval 650"/>
          <p:cNvSpPr/>
          <p:nvPr/>
        </p:nvSpPr>
        <p:spPr>
          <a:xfrm>
            <a:off x="411480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Oval 651"/>
          <p:cNvSpPr/>
          <p:nvPr/>
        </p:nvSpPr>
        <p:spPr>
          <a:xfrm>
            <a:off x="411480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xfrm>
            <a:off x="411480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xfrm>
            <a:off x="411480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xfrm>
            <a:off x="425196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xfrm>
            <a:off x="425196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xfrm>
            <a:off x="425196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xfrm>
            <a:off x="425196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Oval 658"/>
          <p:cNvSpPr/>
          <p:nvPr/>
        </p:nvSpPr>
        <p:spPr>
          <a:xfrm>
            <a:off x="425196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Oval 659"/>
          <p:cNvSpPr/>
          <p:nvPr/>
        </p:nvSpPr>
        <p:spPr>
          <a:xfrm>
            <a:off x="425196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Oval 660"/>
          <p:cNvSpPr/>
          <p:nvPr/>
        </p:nvSpPr>
        <p:spPr>
          <a:xfrm>
            <a:off x="425196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Oval 661"/>
          <p:cNvSpPr/>
          <p:nvPr/>
        </p:nvSpPr>
        <p:spPr>
          <a:xfrm>
            <a:off x="425196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Oval 662"/>
          <p:cNvSpPr/>
          <p:nvPr/>
        </p:nvSpPr>
        <p:spPr>
          <a:xfrm>
            <a:off x="425196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Oval 663"/>
          <p:cNvSpPr/>
          <p:nvPr/>
        </p:nvSpPr>
        <p:spPr>
          <a:xfrm>
            <a:off x="425196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Oval 664"/>
          <p:cNvSpPr/>
          <p:nvPr/>
        </p:nvSpPr>
        <p:spPr>
          <a:xfrm>
            <a:off x="425196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425196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425196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Oval 667"/>
          <p:cNvSpPr/>
          <p:nvPr/>
        </p:nvSpPr>
        <p:spPr>
          <a:xfrm>
            <a:off x="425196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425196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425196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xfrm>
            <a:off x="425196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425196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425196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xfrm>
            <a:off x="425196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425196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438912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Oval 676"/>
          <p:cNvSpPr/>
          <p:nvPr/>
        </p:nvSpPr>
        <p:spPr>
          <a:xfrm>
            <a:off x="438912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438912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438912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xfrm>
            <a:off x="438912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438912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438912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438912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438912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438912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xfrm>
            <a:off x="438912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438912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438912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Oval 688"/>
          <p:cNvSpPr/>
          <p:nvPr/>
        </p:nvSpPr>
        <p:spPr>
          <a:xfrm>
            <a:off x="438912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438912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438912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Oval 691"/>
          <p:cNvSpPr/>
          <p:nvPr/>
        </p:nvSpPr>
        <p:spPr>
          <a:xfrm>
            <a:off x="438912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438912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438912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Oval 694"/>
          <p:cNvSpPr/>
          <p:nvPr/>
        </p:nvSpPr>
        <p:spPr>
          <a:xfrm>
            <a:off x="438912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438912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452628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Oval 697"/>
          <p:cNvSpPr/>
          <p:nvPr/>
        </p:nvSpPr>
        <p:spPr>
          <a:xfrm>
            <a:off x="452628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452628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452628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Oval 700"/>
          <p:cNvSpPr/>
          <p:nvPr/>
        </p:nvSpPr>
        <p:spPr>
          <a:xfrm>
            <a:off x="452628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452628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452628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452628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452628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452628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452628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452628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452628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Oval 709"/>
          <p:cNvSpPr/>
          <p:nvPr/>
        </p:nvSpPr>
        <p:spPr>
          <a:xfrm>
            <a:off x="452628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452628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452628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Oval 712"/>
          <p:cNvSpPr/>
          <p:nvPr/>
        </p:nvSpPr>
        <p:spPr>
          <a:xfrm>
            <a:off x="452628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452628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452628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Oval 715"/>
          <p:cNvSpPr/>
          <p:nvPr/>
        </p:nvSpPr>
        <p:spPr>
          <a:xfrm>
            <a:off x="452628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452628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Oval 717"/>
          <p:cNvSpPr/>
          <p:nvPr/>
        </p:nvSpPr>
        <p:spPr>
          <a:xfrm>
            <a:off x="466344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Oval 718"/>
          <p:cNvSpPr/>
          <p:nvPr/>
        </p:nvSpPr>
        <p:spPr>
          <a:xfrm>
            <a:off x="466344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466344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xfrm>
            <a:off x="466344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Oval 721"/>
          <p:cNvSpPr/>
          <p:nvPr/>
        </p:nvSpPr>
        <p:spPr>
          <a:xfrm>
            <a:off x="466344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466344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Oval 723"/>
          <p:cNvSpPr/>
          <p:nvPr/>
        </p:nvSpPr>
        <p:spPr>
          <a:xfrm>
            <a:off x="466344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Oval 724"/>
          <p:cNvSpPr/>
          <p:nvPr/>
        </p:nvSpPr>
        <p:spPr>
          <a:xfrm>
            <a:off x="466344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xfrm>
            <a:off x="466344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xfrm>
            <a:off x="466344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xfrm>
            <a:off x="466344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466344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xfrm>
            <a:off x="466344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xfrm>
            <a:off x="466344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466344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466344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xfrm>
            <a:off x="466344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466344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466344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466344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466344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480060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Oval 739"/>
          <p:cNvSpPr/>
          <p:nvPr/>
        </p:nvSpPr>
        <p:spPr>
          <a:xfrm>
            <a:off x="480060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xfrm>
            <a:off x="480060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xfrm>
            <a:off x="480060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480060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480060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xfrm>
            <a:off x="480060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480060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xfrm>
            <a:off x="480060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xfrm>
            <a:off x="480060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Oval 748"/>
          <p:cNvSpPr/>
          <p:nvPr/>
        </p:nvSpPr>
        <p:spPr>
          <a:xfrm>
            <a:off x="480060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xfrm>
            <a:off x="480060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xfrm>
            <a:off x="480060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480060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480060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480060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Oval 754"/>
          <p:cNvSpPr/>
          <p:nvPr/>
        </p:nvSpPr>
        <p:spPr>
          <a:xfrm>
            <a:off x="480060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480060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480060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xfrm>
            <a:off x="480060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Oval 758"/>
          <p:cNvSpPr/>
          <p:nvPr/>
        </p:nvSpPr>
        <p:spPr>
          <a:xfrm>
            <a:off x="480060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493776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Oval 760"/>
          <p:cNvSpPr/>
          <p:nvPr/>
        </p:nvSpPr>
        <p:spPr>
          <a:xfrm>
            <a:off x="493776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Oval 761"/>
          <p:cNvSpPr/>
          <p:nvPr/>
        </p:nvSpPr>
        <p:spPr>
          <a:xfrm>
            <a:off x="493776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493776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Oval 763"/>
          <p:cNvSpPr/>
          <p:nvPr/>
        </p:nvSpPr>
        <p:spPr>
          <a:xfrm>
            <a:off x="493776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493776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493776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Oval 766"/>
          <p:cNvSpPr/>
          <p:nvPr/>
        </p:nvSpPr>
        <p:spPr>
          <a:xfrm>
            <a:off x="493776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493776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493776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Oval 769"/>
          <p:cNvSpPr/>
          <p:nvPr/>
        </p:nvSpPr>
        <p:spPr>
          <a:xfrm>
            <a:off x="493776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xfrm>
            <a:off x="493776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493776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Oval 772"/>
          <p:cNvSpPr/>
          <p:nvPr/>
        </p:nvSpPr>
        <p:spPr>
          <a:xfrm>
            <a:off x="493776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xfrm>
            <a:off x="493776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493776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Oval 775"/>
          <p:cNvSpPr/>
          <p:nvPr/>
        </p:nvSpPr>
        <p:spPr>
          <a:xfrm>
            <a:off x="493776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Oval 776"/>
          <p:cNvSpPr/>
          <p:nvPr/>
        </p:nvSpPr>
        <p:spPr>
          <a:xfrm>
            <a:off x="493776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493776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Oval 778"/>
          <p:cNvSpPr/>
          <p:nvPr/>
        </p:nvSpPr>
        <p:spPr>
          <a:xfrm>
            <a:off x="493776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Oval 779"/>
          <p:cNvSpPr/>
          <p:nvPr/>
        </p:nvSpPr>
        <p:spPr>
          <a:xfrm>
            <a:off x="493776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507492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Oval 781"/>
          <p:cNvSpPr/>
          <p:nvPr/>
        </p:nvSpPr>
        <p:spPr>
          <a:xfrm>
            <a:off x="507492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Oval 782"/>
          <p:cNvSpPr/>
          <p:nvPr/>
        </p:nvSpPr>
        <p:spPr>
          <a:xfrm>
            <a:off x="507492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507492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Oval 784"/>
          <p:cNvSpPr/>
          <p:nvPr/>
        </p:nvSpPr>
        <p:spPr>
          <a:xfrm>
            <a:off x="507492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Oval 785"/>
          <p:cNvSpPr/>
          <p:nvPr/>
        </p:nvSpPr>
        <p:spPr>
          <a:xfrm>
            <a:off x="507492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507492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Oval 787"/>
          <p:cNvSpPr/>
          <p:nvPr/>
        </p:nvSpPr>
        <p:spPr>
          <a:xfrm>
            <a:off x="507492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Oval 788"/>
          <p:cNvSpPr/>
          <p:nvPr/>
        </p:nvSpPr>
        <p:spPr>
          <a:xfrm>
            <a:off x="507492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507492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Oval 790"/>
          <p:cNvSpPr/>
          <p:nvPr/>
        </p:nvSpPr>
        <p:spPr>
          <a:xfrm>
            <a:off x="507492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Oval 791"/>
          <p:cNvSpPr/>
          <p:nvPr/>
        </p:nvSpPr>
        <p:spPr>
          <a:xfrm>
            <a:off x="507492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507492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Oval 793"/>
          <p:cNvSpPr/>
          <p:nvPr/>
        </p:nvSpPr>
        <p:spPr>
          <a:xfrm>
            <a:off x="507492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Oval 794"/>
          <p:cNvSpPr/>
          <p:nvPr/>
        </p:nvSpPr>
        <p:spPr>
          <a:xfrm>
            <a:off x="507492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507492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Oval 796"/>
          <p:cNvSpPr/>
          <p:nvPr/>
        </p:nvSpPr>
        <p:spPr>
          <a:xfrm>
            <a:off x="507492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Oval 797"/>
          <p:cNvSpPr/>
          <p:nvPr/>
        </p:nvSpPr>
        <p:spPr>
          <a:xfrm>
            <a:off x="507492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507492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Oval 799"/>
          <p:cNvSpPr/>
          <p:nvPr/>
        </p:nvSpPr>
        <p:spPr>
          <a:xfrm>
            <a:off x="507492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Oval 800"/>
          <p:cNvSpPr/>
          <p:nvPr/>
        </p:nvSpPr>
        <p:spPr>
          <a:xfrm>
            <a:off x="507492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521208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Oval 802"/>
          <p:cNvSpPr/>
          <p:nvPr/>
        </p:nvSpPr>
        <p:spPr>
          <a:xfrm>
            <a:off x="521208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Oval 803"/>
          <p:cNvSpPr/>
          <p:nvPr/>
        </p:nvSpPr>
        <p:spPr>
          <a:xfrm>
            <a:off x="521208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521208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Oval 805"/>
          <p:cNvSpPr/>
          <p:nvPr/>
        </p:nvSpPr>
        <p:spPr>
          <a:xfrm>
            <a:off x="521208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Oval 806"/>
          <p:cNvSpPr/>
          <p:nvPr/>
        </p:nvSpPr>
        <p:spPr>
          <a:xfrm>
            <a:off x="521208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521208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Oval 808"/>
          <p:cNvSpPr/>
          <p:nvPr/>
        </p:nvSpPr>
        <p:spPr>
          <a:xfrm>
            <a:off x="521208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Oval 809"/>
          <p:cNvSpPr/>
          <p:nvPr/>
        </p:nvSpPr>
        <p:spPr>
          <a:xfrm>
            <a:off x="521208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521208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Oval 811"/>
          <p:cNvSpPr/>
          <p:nvPr/>
        </p:nvSpPr>
        <p:spPr>
          <a:xfrm>
            <a:off x="521208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521208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Oval 813"/>
          <p:cNvSpPr/>
          <p:nvPr/>
        </p:nvSpPr>
        <p:spPr>
          <a:xfrm>
            <a:off x="521208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Oval 814"/>
          <p:cNvSpPr/>
          <p:nvPr/>
        </p:nvSpPr>
        <p:spPr>
          <a:xfrm>
            <a:off x="521208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521208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Oval 816"/>
          <p:cNvSpPr/>
          <p:nvPr/>
        </p:nvSpPr>
        <p:spPr>
          <a:xfrm>
            <a:off x="521208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Oval 817"/>
          <p:cNvSpPr/>
          <p:nvPr/>
        </p:nvSpPr>
        <p:spPr>
          <a:xfrm>
            <a:off x="521208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521208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Oval 819"/>
          <p:cNvSpPr/>
          <p:nvPr/>
        </p:nvSpPr>
        <p:spPr>
          <a:xfrm>
            <a:off x="521208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Oval 820"/>
          <p:cNvSpPr/>
          <p:nvPr/>
        </p:nvSpPr>
        <p:spPr>
          <a:xfrm>
            <a:off x="521208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521208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Oval 822"/>
          <p:cNvSpPr/>
          <p:nvPr/>
        </p:nvSpPr>
        <p:spPr>
          <a:xfrm>
            <a:off x="534924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Oval 823"/>
          <p:cNvSpPr/>
          <p:nvPr/>
        </p:nvSpPr>
        <p:spPr>
          <a:xfrm>
            <a:off x="534924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534924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Oval 825"/>
          <p:cNvSpPr/>
          <p:nvPr/>
        </p:nvSpPr>
        <p:spPr>
          <a:xfrm>
            <a:off x="534924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Oval 826"/>
          <p:cNvSpPr/>
          <p:nvPr/>
        </p:nvSpPr>
        <p:spPr>
          <a:xfrm>
            <a:off x="534924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534924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Oval 828"/>
          <p:cNvSpPr/>
          <p:nvPr/>
        </p:nvSpPr>
        <p:spPr>
          <a:xfrm>
            <a:off x="534924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Oval 829"/>
          <p:cNvSpPr/>
          <p:nvPr/>
        </p:nvSpPr>
        <p:spPr>
          <a:xfrm>
            <a:off x="534924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534924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Oval 831"/>
          <p:cNvSpPr/>
          <p:nvPr/>
        </p:nvSpPr>
        <p:spPr>
          <a:xfrm>
            <a:off x="534924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Oval 832"/>
          <p:cNvSpPr/>
          <p:nvPr/>
        </p:nvSpPr>
        <p:spPr>
          <a:xfrm>
            <a:off x="534924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534924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Oval 834"/>
          <p:cNvSpPr/>
          <p:nvPr/>
        </p:nvSpPr>
        <p:spPr>
          <a:xfrm>
            <a:off x="534924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Oval 835"/>
          <p:cNvSpPr/>
          <p:nvPr/>
        </p:nvSpPr>
        <p:spPr>
          <a:xfrm>
            <a:off x="534924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534924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Oval 837"/>
          <p:cNvSpPr/>
          <p:nvPr/>
        </p:nvSpPr>
        <p:spPr>
          <a:xfrm>
            <a:off x="534924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Oval 838"/>
          <p:cNvSpPr/>
          <p:nvPr/>
        </p:nvSpPr>
        <p:spPr>
          <a:xfrm>
            <a:off x="534924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534924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Oval 840"/>
          <p:cNvSpPr/>
          <p:nvPr/>
        </p:nvSpPr>
        <p:spPr>
          <a:xfrm>
            <a:off x="534924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Oval 841"/>
          <p:cNvSpPr/>
          <p:nvPr/>
        </p:nvSpPr>
        <p:spPr>
          <a:xfrm>
            <a:off x="534924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534924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Oval 843"/>
          <p:cNvSpPr/>
          <p:nvPr/>
        </p:nvSpPr>
        <p:spPr>
          <a:xfrm>
            <a:off x="548640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Oval 844"/>
          <p:cNvSpPr/>
          <p:nvPr/>
        </p:nvSpPr>
        <p:spPr>
          <a:xfrm>
            <a:off x="548640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548640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Oval 846"/>
          <p:cNvSpPr/>
          <p:nvPr/>
        </p:nvSpPr>
        <p:spPr>
          <a:xfrm>
            <a:off x="548640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Oval 847"/>
          <p:cNvSpPr/>
          <p:nvPr/>
        </p:nvSpPr>
        <p:spPr>
          <a:xfrm>
            <a:off x="548640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548640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Oval 849"/>
          <p:cNvSpPr/>
          <p:nvPr/>
        </p:nvSpPr>
        <p:spPr>
          <a:xfrm>
            <a:off x="548640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Oval 850"/>
          <p:cNvSpPr/>
          <p:nvPr/>
        </p:nvSpPr>
        <p:spPr>
          <a:xfrm>
            <a:off x="548640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548640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Oval 852"/>
          <p:cNvSpPr/>
          <p:nvPr/>
        </p:nvSpPr>
        <p:spPr>
          <a:xfrm>
            <a:off x="548640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Oval 853"/>
          <p:cNvSpPr/>
          <p:nvPr/>
        </p:nvSpPr>
        <p:spPr>
          <a:xfrm>
            <a:off x="548640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Oval 854"/>
          <p:cNvSpPr/>
          <p:nvPr/>
        </p:nvSpPr>
        <p:spPr>
          <a:xfrm>
            <a:off x="548640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Oval 855"/>
          <p:cNvSpPr/>
          <p:nvPr/>
        </p:nvSpPr>
        <p:spPr>
          <a:xfrm>
            <a:off x="548640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Oval 856"/>
          <p:cNvSpPr/>
          <p:nvPr/>
        </p:nvSpPr>
        <p:spPr>
          <a:xfrm>
            <a:off x="548640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Oval 857"/>
          <p:cNvSpPr/>
          <p:nvPr/>
        </p:nvSpPr>
        <p:spPr>
          <a:xfrm>
            <a:off x="548640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Oval 858"/>
          <p:cNvSpPr/>
          <p:nvPr/>
        </p:nvSpPr>
        <p:spPr>
          <a:xfrm>
            <a:off x="548640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Oval 859"/>
          <p:cNvSpPr/>
          <p:nvPr/>
        </p:nvSpPr>
        <p:spPr>
          <a:xfrm>
            <a:off x="548640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Oval 860"/>
          <p:cNvSpPr/>
          <p:nvPr/>
        </p:nvSpPr>
        <p:spPr>
          <a:xfrm>
            <a:off x="548640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Oval 861"/>
          <p:cNvSpPr/>
          <p:nvPr/>
        </p:nvSpPr>
        <p:spPr>
          <a:xfrm>
            <a:off x="548640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Oval 862"/>
          <p:cNvSpPr/>
          <p:nvPr/>
        </p:nvSpPr>
        <p:spPr>
          <a:xfrm>
            <a:off x="548640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Oval 863"/>
          <p:cNvSpPr/>
          <p:nvPr/>
        </p:nvSpPr>
        <p:spPr>
          <a:xfrm>
            <a:off x="548640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Oval 864"/>
          <p:cNvSpPr/>
          <p:nvPr/>
        </p:nvSpPr>
        <p:spPr>
          <a:xfrm>
            <a:off x="562356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Oval 865"/>
          <p:cNvSpPr/>
          <p:nvPr/>
        </p:nvSpPr>
        <p:spPr>
          <a:xfrm>
            <a:off x="562356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Oval 866"/>
          <p:cNvSpPr/>
          <p:nvPr/>
        </p:nvSpPr>
        <p:spPr>
          <a:xfrm>
            <a:off x="562356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Oval 867"/>
          <p:cNvSpPr/>
          <p:nvPr/>
        </p:nvSpPr>
        <p:spPr>
          <a:xfrm>
            <a:off x="562356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Oval 868"/>
          <p:cNvSpPr/>
          <p:nvPr/>
        </p:nvSpPr>
        <p:spPr>
          <a:xfrm>
            <a:off x="562356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Oval 869"/>
          <p:cNvSpPr/>
          <p:nvPr/>
        </p:nvSpPr>
        <p:spPr>
          <a:xfrm>
            <a:off x="562356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Oval 870"/>
          <p:cNvSpPr/>
          <p:nvPr/>
        </p:nvSpPr>
        <p:spPr>
          <a:xfrm>
            <a:off x="562356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Oval 871"/>
          <p:cNvSpPr/>
          <p:nvPr/>
        </p:nvSpPr>
        <p:spPr>
          <a:xfrm>
            <a:off x="562356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Oval 872"/>
          <p:cNvSpPr/>
          <p:nvPr/>
        </p:nvSpPr>
        <p:spPr>
          <a:xfrm>
            <a:off x="562356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Oval 873"/>
          <p:cNvSpPr/>
          <p:nvPr/>
        </p:nvSpPr>
        <p:spPr>
          <a:xfrm>
            <a:off x="562356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Oval 874"/>
          <p:cNvSpPr/>
          <p:nvPr/>
        </p:nvSpPr>
        <p:spPr>
          <a:xfrm>
            <a:off x="562356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Oval 875"/>
          <p:cNvSpPr/>
          <p:nvPr/>
        </p:nvSpPr>
        <p:spPr>
          <a:xfrm>
            <a:off x="562356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Oval 876"/>
          <p:cNvSpPr/>
          <p:nvPr/>
        </p:nvSpPr>
        <p:spPr>
          <a:xfrm>
            <a:off x="562356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Oval 877"/>
          <p:cNvSpPr/>
          <p:nvPr/>
        </p:nvSpPr>
        <p:spPr>
          <a:xfrm>
            <a:off x="562356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Oval 878"/>
          <p:cNvSpPr/>
          <p:nvPr/>
        </p:nvSpPr>
        <p:spPr>
          <a:xfrm>
            <a:off x="562356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Oval 879"/>
          <p:cNvSpPr/>
          <p:nvPr/>
        </p:nvSpPr>
        <p:spPr>
          <a:xfrm>
            <a:off x="562356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Oval 880"/>
          <p:cNvSpPr/>
          <p:nvPr/>
        </p:nvSpPr>
        <p:spPr>
          <a:xfrm>
            <a:off x="562356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Oval 881"/>
          <p:cNvSpPr/>
          <p:nvPr/>
        </p:nvSpPr>
        <p:spPr>
          <a:xfrm>
            <a:off x="562356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Oval 882"/>
          <p:cNvSpPr/>
          <p:nvPr/>
        </p:nvSpPr>
        <p:spPr>
          <a:xfrm>
            <a:off x="562356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Oval 883"/>
          <p:cNvSpPr/>
          <p:nvPr/>
        </p:nvSpPr>
        <p:spPr>
          <a:xfrm>
            <a:off x="562356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Oval 884"/>
          <p:cNvSpPr/>
          <p:nvPr/>
        </p:nvSpPr>
        <p:spPr>
          <a:xfrm>
            <a:off x="562356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Oval 885"/>
          <p:cNvSpPr/>
          <p:nvPr/>
        </p:nvSpPr>
        <p:spPr>
          <a:xfrm>
            <a:off x="576072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Oval 886"/>
          <p:cNvSpPr/>
          <p:nvPr/>
        </p:nvSpPr>
        <p:spPr>
          <a:xfrm>
            <a:off x="576072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Oval 887"/>
          <p:cNvSpPr/>
          <p:nvPr/>
        </p:nvSpPr>
        <p:spPr>
          <a:xfrm>
            <a:off x="576072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Oval 888"/>
          <p:cNvSpPr/>
          <p:nvPr/>
        </p:nvSpPr>
        <p:spPr>
          <a:xfrm>
            <a:off x="576072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Oval 889"/>
          <p:cNvSpPr/>
          <p:nvPr/>
        </p:nvSpPr>
        <p:spPr>
          <a:xfrm>
            <a:off x="576072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Oval 890"/>
          <p:cNvSpPr/>
          <p:nvPr/>
        </p:nvSpPr>
        <p:spPr>
          <a:xfrm>
            <a:off x="576072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Oval 891"/>
          <p:cNvSpPr/>
          <p:nvPr/>
        </p:nvSpPr>
        <p:spPr>
          <a:xfrm>
            <a:off x="576072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Oval 892"/>
          <p:cNvSpPr/>
          <p:nvPr/>
        </p:nvSpPr>
        <p:spPr>
          <a:xfrm>
            <a:off x="576072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Oval 893"/>
          <p:cNvSpPr/>
          <p:nvPr/>
        </p:nvSpPr>
        <p:spPr>
          <a:xfrm>
            <a:off x="576072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Oval 894"/>
          <p:cNvSpPr/>
          <p:nvPr/>
        </p:nvSpPr>
        <p:spPr>
          <a:xfrm>
            <a:off x="576072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Oval 895"/>
          <p:cNvSpPr/>
          <p:nvPr/>
        </p:nvSpPr>
        <p:spPr>
          <a:xfrm>
            <a:off x="576072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Oval 896"/>
          <p:cNvSpPr/>
          <p:nvPr/>
        </p:nvSpPr>
        <p:spPr>
          <a:xfrm>
            <a:off x="576072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Oval 897"/>
          <p:cNvSpPr/>
          <p:nvPr/>
        </p:nvSpPr>
        <p:spPr>
          <a:xfrm>
            <a:off x="576072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Oval 898"/>
          <p:cNvSpPr/>
          <p:nvPr/>
        </p:nvSpPr>
        <p:spPr>
          <a:xfrm>
            <a:off x="576072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Oval 899"/>
          <p:cNvSpPr/>
          <p:nvPr/>
        </p:nvSpPr>
        <p:spPr>
          <a:xfrm>
            <a:off x="576072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Oval 900"/>
          <p:cNvSpPr/>
          <p:nvPr/>
        </p:nvSpPr>
        <p:spPr>
          <a:xfrm>
            <a:off x="576072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Oval 901"/>
          <p:cNvSpPr/>
          <p:nvPr/>
        </p:nvSpPr>
        <p:spPr>
          <a:xfrm>
            <a:off x="576072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Oval 902"/>
          <p:cNvSpPr/>
          <p:nvPr/>
        </p:nvSpPr>
        <p:spPr>
          <a:xfrm>
            <a:off x="576072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576072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Oval 904"/>
          <p:cNvSpPr/>
          <p:nvPr/>
        </p:nvSpPr>
        <p:spPr>
          <a:xfrm>
            <a:off x="576072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Oval 905"/>
          <p:cNvSpPr/>
          <p:nvPr/>
        </p:nvSpPr>
        <p:spPr>
          <a:xfrm>
            <a:off x="576072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Oval 906"/>
          <p:cNvSpPr/>
          <p:nvPr/>
        </p:nvSpPr>
        <p:spPr>
          <a:xfrm>
            <a:off x="589788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Oval 907"/>
          <p:cNvSpPr/>
          <p:nvPr/>
        </p:nvSpPr>
        <p:spPr>
          <a:xfrm>
            <a:off x="589788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Oval 908"/>
          <p:cNvSpPr/>
          <p:nvPr/>
        </p:nvSpPr>
        <p:spPr>
          <a:xfrm>
            <a:off x="589788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Oval 909"/>
          <p:cNvSpPr/>
          <p:nvPr/>
        </p:nvSpPr>
        <p:spPr>
          <a:xfrm>
            <a:off x="589788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589788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Oval 911"/>
          <p:cNvSpPr/>
          <p:nvPr/>
        </p:nvSpPr>
        <p:spPr>
          <a:xfrm>
            <a:off x="589788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Oval 912"/>
          <p:cNvSpPr/>
          <p:nvPr/>
        </p:nvSpPr>
        <p:spPr>
          <a:xfrm>
            <a:off x="589788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Oval 913"/>
          <p:cNvSpPr/>
          <p:nvPr/>
        </p:nvSpPr>
        <p:spPr>
          <a:xfrm>
            <a:off x="589788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Oval 914"/>
          <p:cNvSpPr/>
          <p:nvPr/>
        </p:nvSpPr>
        <p:spPr>
          <a:xfrm>
            <a:off x="589788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Oval 915"/>
          <p:cNvSpPr/>
          <p:nvPr/>
        </p:nvSpPr>
        <p:spPr>
          <a:xfrm>
            <a:off x="589788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Oval 916"/>
          <p:cNvSpPr/>
          <p:nvPr/>
        </p:nvSpPr>
        <p:spPr>
          <a:xfrm>
            <a:off x="589788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589788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Oval 918"/>
          <p:cNvSpPr/>
          <p:nvPr/>
        </p:nvSpPr>
        <p:spPr>
          <a:xfrm>
            <a:off x="589788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Oval 919"/>
          <p:cNvSpPr/>
          <p:nvPr/>
        </p:nvSpPr>
        <p:spPr>
          <a:xfrm>
            <a:off x="589788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Oval 920"/>
          <p:cNvSpPr/>
          <p:nvPr/>
        </p:nvSpPr>
        <p:spPr>
          <a:xfrm>
            <a:off x="589788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Oval 921"/>
          <p:cNvSpPr/>
          <p:nvPr/>
        </p:nvSpPr>
        <p:spPr>
          <a:xfrm>
            <a:off x="589788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Oval 922"/>
          <p:cNvSpPr/>
          <p:nvPr/>
        </p:nvSpPr>
        <p:spPr>
          <a:xfrm>
            <a:off x="589788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Oval 923"/>
          <p:cNvSpPr/>
          <p:nvPr/>
        </p:nvSpPr>
        <p:spPr>
          <a:xfrm>
            <a:off x="589788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Oval 924"/>
          <p:cNvSpPr/>
          <p:nvPr/>
        </p:nvSpPr>
        <p:spPr>
          <a:xfrm>
            <a:off x="589788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Oval 925"/>
          <p:cNvSpPr/>
          <p:nvPr/>
        </p:nvSpPr>
        <p:spPr>
          <a:xfrm>
            <a:off x="589788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Oval 926"/>
          <p:cNvSpPr/>
          <p:nvPr/>
        </p:nvSpPr>
        <p:spPr>
          <a:xfrm>
            <a:off x="589788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Oval 927"/>
          <p:cNvSpPr/>
          <p:nvPr/>
        </p:nvSpPr>
        <p:spPr>
          <a:xfrm>
            <a:off x="603504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Oval 928"/>
          <p:cNvSpPr/>
          <p:nvPr/>
        </p:nvSpPr>
        <p:spPr>
          <a:xfrm>
            <a:off x="603504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Oval 929"/>
          <p:cNvSpPr/>
          <p:nvPr/>
        </p:nvSpPr>
        <p:spPr>
          <a:xfrm>
            <a:off x="603504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Oval 930"/>
          <p:cNvSpPr/>
          <p:nvPr/>
        </p:nvSpPr>
        <p:spPr>
          <a:xfrm>
            <a:off x="603504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Oval 931"/>
          <p:cNvSpPr/>
          <p:nvPr/>
        </p:nvSpPr>
        <p:spPr>
          <a:xfrm>
            <a:off x="603504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Oval 932"/>
          <p:cNvSpPr/>
          <p:nvPr/>
        </p:nvSpPr>
        <p:spPr>
          <a:xfrm>
            <a:off x="603504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Oval 933"/>
          <p:cNvSpPr/>
          <p:nvPr/>
        </p:nvSpPr>
        <p:spPr>
          <a:xfrm>
            <a:off x="603504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Oval 934"/>
          <p:cNvSpPr/>
          <p:nvPr/>
        </p:nvSpPr>
        <p:spPr>
          <a:xfrm>
            <a:off x="603504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Oval 935"/>
          <p:cNvSpPr/>
          <p:nvPr/>
        </p:nvSpPr>
        <p:spPr>
          <a:xfrm>
            <a:off x="603504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Oval 936"/>
          <p:cNvSpPr/>
          <p:nvPr/>
        </p:nvSpPr>
        <p:spPr>
          <a:xfrm>
            <a:off x="603504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Oval 937"/>
          <p:cNvSpPr/>
          <p:nvPr/>
        </p:nvSpPr>
        <p:spPr>
          <a:xfrm>
            <a:off x="603504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Oval 938"/>
          <p:cNvSpPr/>
          <p:nvPr/>
        </p:nvSpPr>
        <p:spPr>
          <a:xfrm>
            <a:off x="603504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603504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603504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603504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Oval 942"/>
          <p:cNvSpPr/>
          <p:nvPr/>
        </p:nvSpPr>
        <p:spPr>
          <a:xfrm>
            <a:off x="603504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Oval 943"/>
          <p:cNvSpPr/>
          <p:nvPr/>
        </p:nvSpPr>
        <p:spPr>
          <a:xfrm>
            <a:off x="603504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Oval 944"/>
          <p:cNvSpPr/>
          <p:nvPr/>
        </p:nvSpPr>
        <p:spPr>
          <a:xfrm>
            <a:off x="603504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Oval 945"/>
          <p:cNvSpPr/>
          <p:nvPr/>
        </p:nvSpPr>
        <p:spPr>
          <a:xfrm>
            <a:off x="603504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Oval 946"/>
          <p:cNvSpPr/>
          <p:nvPr/>
        </p:nvSpPr>
        <p:spPr>
          <a:xfrm>
            <a:off x="603504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Oval 947"/>
          <p:cNvSpPr/>
          <p:nvPr/>
        </p:nvSpPr>
        <p:spPr>
          <a:xfrm>
            <a:off x="603504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Oval 948"/>
          <p:cNvSpPr/>
          <p:nvPr/>
        </p:nvSpPr>
        <p:spPr>
          <a:xfrm>
            <a:off x="617220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Oval 949"/>
          <p:cNvSpPr/>
          <p:nvPr/>
        </p:nvSpPr>
        <p:spPr>
          <a:xfrm>
            <a:off x="617220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Oval 950"/>
          <p:cNvSpPr/>
          <p:nvPr/>
        </p:nvSpPr>
        <p:spPr>
          <a:xfrm>
            <a:off x="617220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Oval 951"/>
          <p:cNvSpPr/>
          <p:nvPr/>
        </p:nvSpPr>
        <p:spPr>
          <a:xfrm>
            <a:off x="617220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Oval 952"/>
          <p:cNvSpPr/>
          <p:nvPr/>
        </p:nvSpPr>
        <p:spPr>
          <a:xfrm>
            <a:off x="617220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617220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617220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617220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Oval 956"/>
          <p:cNvSpPr/>
          <p:nvPr/>
        </p:nvSpPr>
        <p:spPr>
          <a:xfrm>
            <a:off x="617220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Oval 957"/>
          <p:cNvSpPr/>
          <p:nvPr/>
        </p:nvSpPr>
        <p:spPr>
          <a:xfrm>
            <a:off x="617220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Oval 958"/>
          <p:cNvSpPr/>
          <p:nvPr/>
        </p:nvSpPr>
        <p:spPr>
          <a:xfrm>
            <a:off x="617220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Oval 959"/>
          <p:cNvSpPr/>
          <p:nvPr/>
        </p:nvSpPr>
        <p:spPr>
          <a:xfrm>
            <a:off x="617220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Oval 960"/>
          <p:cNvSpPr/>
          <p:nvPr/>
        </p:nvSpPr>
        <p:spPr>
          <a:xfrm>
            <a:off x="617220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Oval 961"/>
          <p:cNvSpPr/>
          <p:nvPr/>
        </p:nvSpPr>
        <p:spPr>
          <a:xfrm>
            <a:off x="617220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Oval 962"/>
          <p:cNvSpPr/>
          <p:nvPr/>
        </p:nvSpPr>
        <p:spPr>
          <a:xfrm>
            <a:off x="617220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Oval 963"/>
          <p:cNvSpPr/>
          <p:nvPr/>
        </p:nvSpPr>
        <p:spPr>
          <a:xfrm>
            <a:off x="617220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Oval 964"/>
          <p:cNvSpPr/>
          <p:nvPr/>
        </p:nvSpPr>
        <p:spPr>
          <a:xfrm>
            <a:off x="617220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Oval 965"/>
          <p:cNvSpPr/>
          <p:nvPr/>
        </p:nvSpPr>
        <p:spPr>
          <a:xfrm>
            <a:off x="617220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Oval 966"/>
          <p:cNvSpPr/>
          <p:nvPr/>
        </p:nvSpPr>
        <p:spPr>
          <a:xfrm>
            <a:off x="617220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617220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617220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630936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Oval 970"/>
          <p:cNvSpPr/>
          <p:nvPr/>
        </p:nvSpPr>
        <p:spPr>
          <a:xfrm>
            <a:off x="630936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Oval 971"/>
          <p:cNvSpPr/>
          <p:nvPr/>
        </p:nvSpPr>
        <p:spPr>
          <a:xfrm>
            <a:off x="630936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Oval 972"/>
          <p:cNvSpPr/>
          <p:nvPr/>
        </p:nvSpPr>
        <p:spPr>
          <a:xfrm>
            <a:off x="630936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Oval 973"/>
          <p:cNvSpPr/>
          <p:nvPr/>
        </p:nvSpPr>
        <p:spPr>
          <a:xfrm>
            <a:off x="630936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Oval 974"/>
          <p:cNvSpPr/>
          <p:nvPr/>
        </p:nvSpPr>
        <p:spPr>
          <a:xfrm>
            <a:off x="630936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Oval 975"/>
          <p:cNvSpPr/>
          <p:nvPr/>
        </p:nvSpPr>
        <p:spPr>
          <a:xfrm>
            <a:off x="630936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Oval 976"/>
          <p:cNvSpPr/>
          <p:nvPr/>
        </p:nvSpPr>
        <p:spPr>
          <a:xfrm>
            <a:off x="630936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Oval 977"/>
          <p:cNvSpPr/>
          <p:nvPr/>
        </p:nvSpPr>
        <p:spPr>
          <a:xfrm>
            <a:off x="630936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Oval 978"/>
          <p:cNvSpPr/>
          <p:nvPr/>
        </p:nvSpPr>
        <p:spPr>
          <a:xfrm>
            <a:off x="630936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Oval 979"/>
          <p:cNvSpPr/>
          <p:nvPr/>
        </p:nvSpPr>
        <p:spPr>
          <a:xfrm>
            <a:off x="630936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Oval 980"/>
          <p:cNvSpPr/>
          <p:nvPr/>
        </p:nvSpPr>
        <p:spPr>
          <a:xfrm>
            <a:off x="630936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630936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630936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630936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Oval 984"/>
          <p:cNvSpPr/>
          <p:nvPr/>
        </p:nvSpPr>
        <p:spPr>
          <a:xfrm>
            <a:off x="630936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Oval 985"/>
          <p:cNvSpPr/>
          <p:nvPr/>
        </p:nvSpPr>
        <p:spPr>
          <a:xfrm>
            <a:off x="630936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Oval 986"/>
          <p:cNvSpPr/>
          <p:nvPr/>
        </p:nvSpPr>
        <p:spPr>
          <a:xfrm>
            <a:off x="630936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Oval 987"/>
          <p:cNvSpPr/>
          <p:nvPr/>
        </p:nvSpPr>
        <p:spPr>
          <a:xfrm>
            <a:off x="630936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Oval 988"/>
          <p:cNvSpPr/>
          <p:nvPr/>
        </p:nvSpPr>
        <p:spPr>
          <a:xfrm>
            <a:off x="630936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Oval 989"/>
          <p:cNvSpPr/>
          <p:nvPr/>
        </p:nvSpPr>
        <p:spPr>
          <a:xfrm>
            <a:off x="630936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Oval 990"/>
          <p:cNvSpPr/>
          <p:nvPr/>
        </p:nvSpPr>
        <p:spPr>
          <a:xfrm>
            <a:off x="644652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Oval 991"/>
          <p:cNvSpPr/>
          <p:nvPr/>
        </p:nvSpPr>
        <p:spPr>
          <a:xfrm>
            <a:off x="644652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Oval 992"/>
          <p:cNvSpPr/>
          <p:nvPr/>
        </p:nvSpPr>
        <p:spPr>
          <a:xfrm>
            <a:off x="644652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Oval 993"/>
          <p:cNvSpPr/>
          <p:nvPr/>
        </p:nvSpPr>
        <p:spPr>
          <a:xfrm>
            <a:off x="644652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Oval 994"/>
          <p:cNvSpPr/>
          <p:nvPr/>
        </p:nvSpPr>
        <p:spPr>
          <a:xfrm>
            <a:off x="644652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644652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644652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644652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Oval 998"/>
          <p:cNvSpPr/>
          <p:nvPr/>
        </p:nvSpPr>
        <p:spPr>
          <a:xfrm>
            <a:off x="644652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Oval 999"/>
          <p:cNvSpPr/>
          <p:nvPr/>
        </p:nvSpPr>
        <p:spPr>
          <a:xfrm>
            <a:off x="644652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Oval 1000"/>
          <p:cNvSpPr/>
          <p:nvPr/>
        </p:nvSpPr>
        <p:spPr>
          <a:xfrm>
            <a:off x="644652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Oval 1001"/>
          <p:cNvSpPr/>
          <p:nvPr/>
        </p:nvSpPr>
        <p:spPr>
          <a:xfrm>
            <a:off x="644652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Oval 1002"/>
          <p:cNvSpPr/>
          <p:nvPr/>
        </p:nvSpPr>
        <p:spPr>
          <a:xfrm>
            <a:off x="644652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Oval 1003"/>
          <p:cNvSpPr/>
          <p:nvPr/>
        </p:nvSpPr>
        <p:spPr>
          <a:xfrm>
            <a:off x="644652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Oval 1004"/>
          <p:cNvSpPr/>
          <p:nvPr/>
        </p:nvSpPr>
        <p:spPr>
          <a:xfrm>
            <a:off x="644652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Oval 1005"/>
          <p:cNvSpPr/>
          <p:nvPr/>
        </p:nvSpPr>
        <p:spPr>
          <a:xfrm>
            <a:off x="644652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Oval 1006"/>
          <p:cNvSpPr/>
          <p:nvPr/>
        </p:nvSpPr>
        <p:spPr>
          <a:xfrm>
            <a:off x="644652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Oval 1007"/>
          <p:cNvSpPr/>
          <p:nvPr/>
        </p:nvSpPr>
        <p:spPr>
          <a:xfrm>
            <a:off x="644652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Oval 1008"/>
          <p:cNvSpPr/>
          <p:nvPr/>
        </p:nvSpPr>
        <p:spPr>
          <a:xfrm>
            <a:off x="644652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644652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644652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658368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Oval 1012"/>
          <p:cNvSpPr/>
          <p:nvPr/>
        </p:nvSpPr>
        <p:spPr>
          <a:xfrm>
            <a:off x="658368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Oval 1013"/>
          <p:cNvSpPr/>
          <p:nvPr/>
        </p:nvSpPr>
        <p:spPr>
          <a:xfrm>
            <a:off x="658368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Oval 1014"/>
          <p:cNvSpPr/>
          <p:nvPr/>
        </p:nvSpPr>
        <p:spPr>
          <a:xfrm>
            <a:off x="658368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Oval 1015"/>
          <p:cNvSpPr/>
          <p:nvPr/>
        </p:nvSpPr>
        <p:spPr>
          <a:xfrm>
            <a:off x="658368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Oval 1016"/>
          <p:cNvSpPr/>
          <p:nvPr/>
        </p:nvSpPr>
        <p:spPr>
          <a:xfrm>
            <a:off x="658368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Oval 1017"/>
          <p:cNvSpPr/>
          <p:nvPr/>
        </p:nvSpPr>
        <p:spPr>
          <a:xfrm>
            <a:off x="658368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Oval 1018"/>
          <p:cNvSpPr/>
          <p:nvPr/>
        </p:nvSpPr>
        <p:spPr>
          <a:xfrm>
            <a:off x="658368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Oval 1019"/>
          <p:cNvSpPr/>
          <p:nvPr/>
        </p:nvSpPr>
        <p:spPr>
          <a:xfrm>
            <a:off x="658368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Oval 1020"/>
          <p:cNvSpPr/>
          <p:nvPr/>
        </p:nvSpPr>
        <p:spPr>
          <a:xfrm>
            <a:off x="658368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Oval 1021"/>
          <p:cNvSpPr/>
          <p:nvPr/>
        </p:nvSpPr>
        <p:spPr>
          <a:xfrm>
            <a:off x="658368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Oval 1022"/>
          <p:cNvSpPr/>
          <p:nvPr/>
        </p:nvSpPr>
        <p:spPr>
          <a:xfrm>
            <a:off x="658368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658368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658368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658368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Oval 1026"/>
          <p:cNvSpPr/>
          <p:nvPr/>
        </p:nvSpPr>
        <p:spPr>
          <a:xfrm>
            <a:off x="658368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Oval 1027"/>
          <p:cNvSpPr/>
          <p:nvPr/>
        </p:nvSpPr>
        <p:spPr>
          <a:xfrm>
            <a:off x="658368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Oval 1028"/>
          <p:cNvSpPr/>
          <p:nvPr/>
        </p:nvSpPr>
        <p:spPr>
          <a:xfrm>
            <a:off x="658368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Oval 1029"/>
          <p:cNvSpPr/>
          <p:nvPr/>
        </p:nvSpPr>
        <p:spPr>
          <a:xfrm>
            <a:off x="658368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Oval 1030"/>
          <p:cNvSpPr/>
          <p:nvPr/>
        </p:nvSpPr>
        <p:spPr>
          <a:xfrm>
            <a:off x="658368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Oval 1031"/>
          <p:cNvSpPr/>
          <p:nvPr/>
        </p:nvSpPr>
        <p:spPr>
          <a:xfrm>
            <a:off x="658368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Oval 1032"/>
          <p:cNvSpPr/>
          <p:nvPr/>
        </p:nvSpPr>
        <p:spPr>
          <a:xfrm>
            <a:off x="672084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val 1033"/>
          <p:cNvSpPr/>
          <p:nvPr/>
        </p:nvSpPr>
        <p:spPr>
          <a:xfrm>
            <a:off x="672084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Oval 1034"/>
          <p:cNvSpPr/>
          <p:nvPr/>
        </p:nvSpPr>
        <p:spPr>
          <a:xfrm>
            <a:off x="672084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Oval 1035"/>
          <p:cNvSpPr/>
          <p:nvPr/>
        </p:nvSpPr>
        <p:spPr>
          <a:xfrm>
            <a:off x="672084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Oval 1036"/>
          <p:cNvSpPr/>
          <p:nvPr/>
        </p:nvSpPr>
        <p:spPr>
          <a:xfrm>
            <a:off x="672084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672084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672084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672084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Oval 1040"/>
          <p:cNvSpPr/>
          <p:nvPr/>
        </p:nvSpPr>
        <p:spPr>
          <a:xfrm>
            <a:off x="672084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Oval 1041"/>
          <p:cNvSpPr/>
          <p:nvPr/>
        </p:nvSpPr>
        <p:spPr>
          <a:xfrm>
            <a:off x="672084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Oval 1042"/>
          <p:cNvSpPr/>
          <p:nvPr/>
        </p:nvSpPr>
        <p:spPr>
          <a:xfrm>
            <a:off x="672084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Oval 1043"/>
          <p:cNvSpPr/>
          <p:nvPr/>
        </p:nvSpPr>
        <p:spPr>
          <a:xfrm>
            <a:off x="672084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Oval 1044"/>
          <p:cNvSpPr/>
          <p:nvPr/>
        </p:nvSpPr>
        <p:spPr>
          <a:xfrm>
            <a:off x="672084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Oval 1045"/>
          <p:cNvSpPr/>
          <p:nvPr/>
        </p:nvSpPr>
        <p:spPr>
          <a:xfrm>
            <a:off x="672084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Oval 1046"/>
          <p:cNvSpPr/>
          <p:nvPr/>
        </p:nvSpPr>
        <p:spPr>
          <a:xfrm>
            <a:off x="672084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Oval 1047"/>
          <p:cNvSpPr/>
          <p:nvPr/>
        </p:nvSpPr>
        <p:spPr>
          <a:xfrm>
            <a:off x="672084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Oval 1048"/>
          <p:cNvSpPr/>
          <p:nvPr/>
        </p:nvSpPr>
        <p:spPr>
          <a:xfrm>
            <a:off x="672084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Oval 1049"/>
          <p:cNvSpPr/>
          <p:nvPr/>
        </p:nvSpPr>
        <p:spPr>
          <a:xfrm>
            <a:off x="672084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Oval 1050"/>
          <p:cNvSpPr/>
          <p:nvPr/>
        </p:nvSpPr>
        <p:spPr>
          <a:xfrm>
            <a:off x="672084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672084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672084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685800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Oval 1054"/>
          <p:cNvSpPr/>
          <p:nvPr/>
        </p:nvSpPr>
        <p:spPr>
          <a:xfrm>
            <a:off x="685800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Oval 1055"/>
          <p:cNvSpPr/>
          <p:nvPr/>
        </p:nvSpPr>
        <p:spPr>
          <a:xfrm>
            <a:off x="685800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Oval 1056"/>
          <p:cNvSpPr/>
          <p:nvPr/>
        </p:nvSpPr>
        <p:spPr>
          <a:xfrm>
            <a:off x="685800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Oval 1057"/>
          <p:cNvSpPr/>
          <p:nvPr/>
        </p:nvSpPr>
        <p:spPr>
          <a:xfrm>
            <a:off x="685800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Oval 1058"/>
          <p:cNvSpPr/>
          <p:nvPr/>
        </p:nvSpPr>
        <p:spPr>
          <a:xfrm>
            <a:off x="685800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Oval 1059"/>
          <p:cNvSpPr/>
          <p:nvPr/>
        </p:nvSpPr>
        <p:spPr>
          <a:xfrm>
            <a:off x="685800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Oval 1060"/>
          <p:cNvSpPr/>
          <p:nvPr/>
        </p:nvSpPr>
        <p:spPr>
          <a:xfrm>
            <a:off x="685800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Oval 1061"/>
          <p:cNvSpPr/>
          <p:nvPr/>
        </p:nvSpPr>
        <p:spPr>
          <a:xfrm>
            <a:off x="685800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Oval 1062"/>
          <p:cNvSpPr/>
          <p:nvPr/>
        </p:nvSpPr>
        <p:spPr>
          <a:xfrm>
            <a:off x="685800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Oval 1063"/>
          <p:cNvSpPr/>
          <p:nvPr/>
        </p:nvSpPr>
        <p:spPr>
          <a:xfrm>
            <a:off x="685800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Oval 1064"/>
          <p:cNvSpPr/>
          <p:nvPr/>
        </p:nvSpPr>
        <p:spPr>
          <a:xfrm>
            <a:off x="685800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685800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685800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685800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Oval 1068"/>
          <p:cNvSpPr/>
          <p:nvPr/>
        </p:nvSpPr>
        <p:spPr>
          <a:xfrm>
            <a:off x="685800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Oval 1069"/>
          <p:cNvSpPr/>
          <p:nvPr/>
        </p:nvSpPr>
        <p:spPr>
          <a:xfrm>
            <a:off x="685800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Oval 1070"/>
          <p:cNvSpPr/>
          <p:nvPr/>
        </p:nvSpPr>
        <p:spPr>
          <a:xfrm>
            <a:off x="685800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Oval 1071"/>
          <p:cNvSpPr/>
          <p:nvPr/>
        </p:nvSpPr>
        <p:spPr>
          <a:xfrm>
            <a:off x="685800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Oval 1072"/>
          <p:cNvSpPr/>
          <p:nvPr/>
        </p:nvSpPr>
        <p:spPr>
          <a:xfrm>
            <a:off x="685800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Oval 1073"/>
          <p:cNvSpPr/>
          <p:nvPr/>
        </p:nvSpPr>
        <p:spPr>
          <a:xfrm>
            <a:off x="685800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Oval 1074"/>
          <p:cNvSpPr/>
          <p:nvPr/>
        </p:nvSpPr>
        <p:spPr>
          <a:xfrm>
            <a:off x="699516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Oval 1075"/>
          <p:cNvSpPr/>
          <p:nvPr/>
        </p:nvSpPr>
        <p:spPr>
          <a:xfrm>
            <a:off x="699516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Oval 1076"/>
          <p:cNvSpPr/>
          <p:nvPr/>
        </p:nvSpPr>
        <p:spPr>
          <a:xfrm>
            <a:off x="699516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Oval 1077"/>
          <p:cNvSpPr/>
          <p:nvPr/>
        </p:nvSpPr>
        <p:spPr>
          <a:xfrm>
            <a:off x="699516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Oval 1078"/>
          <p:cNvSpPr/>
          <p:nvPr/>
        </p:nvSpPr>
        <p:spPr>
          <a:xfrm>
            <a:off x="699516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Oval 1079"/>
          <p:cNvSpPr/>
          <p:nvPr/>
        </p:nvSpPr>
        <p:spPr>
          <a:xfrm>
            <a:off x="699516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Oval 1080"/>
          <p:cNvSpPr/>
          <p:nvPr/>
        </p:nvSpPr>
        <p:spPr>
          <a:xfrm>
            <a:off x="699516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Oval 1081"/>
          <p:cNvSpPr/>
          <p:nvPr/>
        </p:nvSpPr>
        <p:spPr>
          <a:xfrm>
            <a:off x="699516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Oval 1082"/>
          <p:cNvSpPr/>
          <p:nvPr/>
        </p:nvSpPr>
        <p:spPr>
          <a:xfrm>
            <a:off x="699516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Oval 1083"/>
          <p:cNvSpPr/>
          <p:nvPr/>
        </p:nvSpPr>
        <p:spPr>
          <a:xfrm>
            <a:off x="699516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Oval 1084"/>
          <p:cNvSpPr/>
          <p:nvPr/>
        </p:nvSpPr>
        <p:spPr>
          <a:xfrm>
            <a:off x="699516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Oval 1085"/>
          <p:cNvSpPr/>
          <p:nvPr/>
        </p:nvSpPr>
        <p:spPr>
          <a:xfrm>
            <a:off x="699516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Oval 1086"/>
          <p:cNvSpPr/>
          <p:nvPr/>
        </p:nvSpPr>
        <p:spPr>
          <a:xfrm>
            <a:off x="699516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Oval 1087"/>
          <p:cNvSpPr/>
          <p:nvPr/>
        </p:nvSpPr>
        <p:spPr>
          <a:xfrm>
            <a:off x="699516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Oval 1088"/>
          <p:cNvSpPr/>
          <p:nvPr/>
        </p:nvSpPr>
        <p:spPr>
          <a:xfrm>
            <a:off x="699516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Oval 1089"/>
          <p:cNvSpPr/>
          <p:nvPr/>
        </p:nvSpPr>
        <p:spPr>
          <a:xfrm>
            <a:off x="699516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Oval 1090"/>
          <p:cNvSpPr/>
          <p:nvPr/>
        </p:nvSpPr>
        <p:spPr>
          <a:xfrm>
            <a:off x="699516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Oval 1091"/>
          <p:cNvSpPr/>
          <p:nvPr/>
        </p:nvSpPr>
        <p:spPr>
          <a:xfrm>
            <a:off x="699516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Oval 1092"/>
          <p:cNvSpPr/>
          <p:nvPr/>
        </p:nvSpPr>
        <p:spPr>
          <a:xfrm>
            <a:off x="699516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Oval 1093"/>
          <p:cNvSpPr/>
          <p:nvPr/>
        </p:nvSpPr>
        <p:spPr>
          <a:xfrm>
            <a:off x="699516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Oval 1094"/>
          <p:cNvSpPr/>
          <p:nvPr/>
        </p:nvSpPr>
        <p:spPr>
          <a:xfrm>
            <a:off x="699516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Oval 1095"/>
          <p:cNvSpPr/>
          <p:nvPr/>
        </p:nvSpPr>
        <p:spPr>
          <a:xfrm>
            <a:off x="713232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Oval 1096"/>
          <p:cNvSpPr/>
          <p:nvPr/>
        </p:nvSpPr>
        <p:spPr>
          <a:xfrm>
            <a:off x="713232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Oval 1097"/>
          <p:cNvSpPr/>
          <p:nvPr/>
        </p:nvSpPr>
        <p:spPr>
          <a:xfrm>
            <a:off x="713232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Oval 1098"/>
          <p:cNvSpPr/>
          <p:nvPr/>
        </p:nvSpPr>
        <p:spPr>
          <a:xfrm>
            <a:off x="713232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Oval 1099"/>
          <p:cNvSpPr/>
          <p:nvPr/>
        </p:nvSpPr>
        <p:spPr>
          <a:xfrm>
            <a:off x="713232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Oval 1100"/>
          <p:cNvSpPr/>
          <p:nvPr/>
        </p:nvSpPr>
        <p:spPr>
          <a:xfrm>
            <a:off x="713232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Oval 1101"/>
          <p:cNvSpPr/>
          <p:nvPr/>
        </p:nvSpPr>
        <p:spPr>
          <a:xfrm>
            <a:off x="713232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Oval 1102"/>
          <p:cNvSpPr/>
          <p:nvPr/>
        </p:nvSpPr>
        <p:spPr>
          <a:xfrm>
            <a:off x="713232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Oval 1103"/>
          <p:cNvSpPr/>
          <p:nvPr/>
        </p:nvSpPr>
        <p:spPr>
          <a:xfrm>
            <a:off x="713232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Oval 1104"/>
          <p:cNvSpPr/>
          <p:nvPr/>
        </p:nvSpPr>
        <p:spPr>
          <a:xfrm>
            <a:off x="713232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Oval 1105"/>
          <p:cNvSpPr/>
          <p:nvPr/>
        </p:nvSpPr>
        <p:spPr>
          <a:xfrm>
            <a:off x="713232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Oval 1106"/>
          <p:cNvSpPr/>
          <p:nvPr/>
        </p:nvSpPr>
        <p:spPr>
          <a:xfrm>
            <a:off x="713232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Oval 1107"/>
          <p:cNvSpPr/>
          <p:nvPr/>
        </p:nvSpPr>
        <p:spPr>
          <a:xfrm>
            <a:off x="713232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Oval 1108"/>
          <p:cNvSpPr/>
          <p:nvPr/>
        </p:nvSpPr>
        <p:spPr>
          <a:xfrm>
            <a:off x="713232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Oval 1109"/>
          <p:cNvSpPr/>
          <p:nvPr/>
        </p:nvSpPr>
        <p:spPr>
          <a:xfrm>
            <a:off x="713232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Oval 1110"/>
          <p:cNvSpPr/>
          <p:nvPr/>
        </p:nvSpPr>
        <p:spPr>
          <a:xfrm>
            <a:off x="713232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Oval 1111"/>
          <p:cNvSpPr/>
          <p:nvPr/>
        </p:nvSpPr>
        <p:spPr>
          <a:xfrm>
            <a:off x="713232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Oval 1112"/>
          <p:cNvSpPr/>
          <p:nvPr/>
        </p:nvSpPr>
        <p:spPr>
          <a:xfrm>
            <a:off x="713232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Oval 1113"/>
          <p:cNvSpPr/>
          <p:nvPr/>
        </p:nvSpPr>
        <p:spPr>
          <a:xfrm>
            <a:off x="713232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Oval 1114"/>
          <p:cNvSpPr/>
          <p:nvPr/>
        </p:nvSpPr>
        <p:spPr>
          <a:xfrm>
            <a:off x="713232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Oval 1115"/>
          <p:cNvSpPr/>
          <p:nvPr/>
        </p:nvSpPr>
        <p:spPr>
          <a:xfrm>
            <a:off x="713232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Oval 1116"/>
          <p:cNvSpPr/>
          <p:nvPr/>
        </p:nvSpPr>
        <p:spPr>
          <a:xfrm>
            <a:off x="726948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Oval 1117"/>
          <p:cNvSpPr/>
          <p:nvPr/>
        </p:nvSpPr>
        <p:spPr>
          <a:xfrm>
            <a:off x="726948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Oval 1118"/>
          <p:cNvSpPr/>
          <p:nvPr/>
        </p:nvSpPr>
        <p:spPr>
          <a:xfrm>
            <a:off x="726948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Oval 1119"/>
          <p:cNvSpPr/>
          <p:nvPr/>
        </p:nvSpPr>
        <p:spPr>
          <a:xfrm>
            <a:off x="726948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Oval 1120"/>
          <p:cNvSpPr/>
          <p:nvPr/>
        </p:nvSpPr>
        <p:spPr>
          <a:xfrm>
            <a:off x="726948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Oval 1121"/>
          <p:cNvSpPr/>
          <p:nvPr/>
        </p:nvSpPr>
        <p:spPr>
          <a:xfrm>
            <a:off x="726948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Oval 1122"/>
          <p:cNvSpPr/>
          <p:nvPr/>
        </p:nvSpPr>
        <p:spPr>
          <a:xfrm>
            <a:off x="726948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Oval 1123"/>
          <p:cNvSpPr/>
          <p:nvPr/>
        </p:nvSpPr>
        <p:spPr>
          <a:xfrm>
            <a:off x="726948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Oval 1124"/>
          <p:cNvSpPr/>
          <p:nvPr/>
        </p:nvSpPr>
        <p:spPr>
          <a:xfrm>
            <a:off x="726948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Oval 1125"/>
          <p:cNvSpPr/>
          <p:nvPr/>
        </p:nvSpPr>
        <p:spPr>
          <a:xfrm>
            <a:off x="726948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Oval 1126"/>
          <p:cNvSpPr/>
          <p:nvPr/>
        </p:nvSpPr>
        <p:spPr>
          <a:xfrm>
            <a:off x="726948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Oval 1127"/>
          <p:cNvSpPr/>
          <p:nvPr/>
        </p:nvSpPr>
        <p:spPr>
          <a:xfrm>
            <a:off x="726948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Oval 1128"/>
          <p:cNvSpPr/>
          <p:nvPr/>
        </p:nvSpPr>
        <p:spPr>
          <a:xfrm>
            <a:off x="726948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Oval 1129"/>
          <p:cNvSpPr/>
          <p:nvPr/>
        </p:nvSpPr>
        <p:spPr>
          <a:xfrm>
            <a:off x="726948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Oval 1130"/>
          <p:cNvSpPr/>
          <p:nvPr/>
        </p:nvSpPr>
        <p:spPr>
          <a:xfrm>
            <a:off x="726948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Oval 1131"/>
          <p:cNvSpPr/>
          <p:nvPr/>
        </p:nvSpPr>
        <p:spPr>
          <a:xfrm>
            <a:off x="726948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Oval 1132"/>
          <p:cNvSpPr/>
          <p:nvPr/>
        </p:nvSpPr>
        <p:spPr>
          <a:xfrm>
            <a:off x="726948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Oval 1133"/>
          <p:cNvSpPr/>
          <p:nvPr/>
        </p:nvSpPr>
        <p:spPr>
          <a:xfrm>
            <a:off x="726948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Oval 1134"/>
          <p:cNvSpPr/>
          <p:nvPr/>
        </p:nvSpPr>
        <p:spPr>
          <a:xfrm>
            <a:off x="726948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Oval 1135"/>
          <p:cNvSpPr/>
          <p:nvPr/>
        </p:nvSpPr>
        <p:spPr>
          <a:xfrm>
            <a:off x="726948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Oval 1136"/>
          <p:cNvSpPr/>
          <p:nvPr/>
        </p:nvSpPr>
        <p:spPr>
          <a:xfrm>
            <a:off x="726948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Oval 1137"/>
          <p:cNvSpPr/>
          <p:nvPr/>
        </p:nvSpPr>
        <p:spPr>
          <a:xfrm>
            <a:off x="740664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Oval 1138"/>
          <p:cNvSpPr/>
          <p:nvPr/>
        </p:nvSpPr>
        <p:spPr>
          <a:xfrm>
            <a:off x="740664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Oval 1139"/>
          <p:cNvSpPr/>
          <p:nvPr/>
        </p:nvSpPr>
        <p:spPr>
          <a:xfrm>
            <a:off x="740664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Oval 1140"/>
          <p:cNvSpPr/>
          <p:nvPr/>
        </p:nvSpPr>
        <p:spPr>
          <a:xfrm>
            <a:off x="740664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Oval 1141"/>
          <p:cNvSpPr/>
          <p:nvPr/>
        </p:nvSpPr>
        <p:spPr>
          <a:xfrm>
            <a:off x="740664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Oval 1142"/>
          <p:cNvSpPr/>
          <p:nvPr/>
        </p:nvSpPr>
        <p:spPr>
          <a:xfrm>
            <a:off x="740664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Oval 1143"/>
          <p:cNvSpPr/>
          <p:nvPr/>
        </p:nvSpPr>
        <p:spPr>
          <a:xfrm>
            <a:off x="740664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Oval 1144"/>
          <p:cNvSpPr/>
          <p:nvPr/>
        </p:nvSpPr>
        <p:spPr>
          <a:xfrm>
            <a:off x="740664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Oval 1145"/>
          <p:cNvSpPr/>
          <p:nvPr/>
        </p:nvSpPr>
        <p:spPr>
          <a:xfrm>
            <a:off x="740664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Oval 1146"/>
          <p:cNvSpPr/>
          <p:nvPr/>
        </p:nvSpPr>
        <p:spPr>
          <a:xfrm>
            <a:off x="740664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Oval 1147"/>
          <p:cNvSpPr/>
          <p:nvPr/>
        </p:nvSpPr>
        <p:spPr>
          <a:xfrm>
            <a:off x="740664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Oval 1148"/>
          <p:cNvSpPr/>
          <p:nvPr/>
        </p:nvSpPr>
        <p:spPr>
          <a:xfrm>
            <a:off x="740664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Oval 1149"/>
          <p:cNvSpPr/>
          <p:nvPr/>
        </p:nvSpPr>
        <p:spPr>
          <a:xfrm>
            <a:off x="740664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Oval 1150"/>
          <p:cNvSpPr/>
          <p:nvPr/>
        </p:nvSpPr>
        <p:spPr>
          <a:xfrm>
            <a:off x="740664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Oval 1151"/>
          <p:cNvSpPr/>
          <p:nvPr/>
        </p:nvSpPr>
        <p:spPr>
          <a:xfrm>
            <a:off x="740664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Oval 1152"/>
          <p:cNvSpPr/>
          <p:nvPr/>
        </p:nvSpPr>
        <p:spPr>
          <a:xfrm>
            <a:off x="740664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Oval 1153"/>
          <p:cNvSpPr/>
          <p:nvPr/>
        </p:nvSpPr>
        <p:spPr>
          <a:xfrm>
            <a:off x="740664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Oval 1154"/>
          <p:cNvSpPr/>
          <p:nvPr/>
        </p:nvSpPr>
        <p:spPr>
          <a:xfrm>
            <a:off x="740664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Oval 1155"/>
          <p:cNvSpPr/>
          <p:nvPr/>
        </p:nvSpPr>
        <p:spPr>
          <a:xfrm>
            <a:off x="740664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Oval 1156"/>
          <p:cNvSpPr/>
          <p:nvPr/>
        </p:nvSpPr>
        <p:spPr>
          <a:xfrm>
            <a:off x="740664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Oval 1157"/>
          <p:cNvSpPr/>
          <p:nvPr/>
        </p:nvSpPr>
        <p:spPr>
          <a:xfrm>
            <a:off x="740664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Oval 1158"/>
          <p:cNvSpPr/>
          <p:nvPr/>
        </p:nvSpPr>
        <p:spPr>
          <a:xfrm>
            <a:off x="754380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Oval 1159"/>
          <p:cNvSpPr/>
          <p:nvPr/>
        </p:nvSpPr>
        <p:spPr>
          <a:xfrm>
            <a:off x="754380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Oval 1160"/>
          <p:cNvSpPr/>
          <p:nvPr/>
        </p:nvSpPr>
        <p:spPr>
          <a:xfrm>
            <a:off x="754380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Oval 1161"/>
          <p:cNvSpPr/>
          <p:nvPr/>
        </p:nvSpPr>
        <p:spPr>
          <a:xfrm>
            <a:off x="754380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Oval 1162"/>
          <p:cNvSpPr/>
          <p:nvPr/>
        </p:nvSpPr>
        <p:spPr>
          <a:xfrm>
            <a:off x="754380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Oval 1163"/>
          <p:cNvSpPr/>
          <p:nvPr/>
        </p:nvSpPr>
        <p:spPr>
          <a:xfrm>
            <a:off x="754380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Oval 1164"/>
          <p:cNvSpPr/>
          <p:nvPr/>
        </p:nvSpPr>
        <p:spPr>
          <a:xfrm>
            <a:off x="754380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Oval 1165"/>
          <p:cNvSpPr/>
          <p:nvPr/>
        </p:nvSpPr>
        <p:spPr>
          <a:xfrm>
            <a:off x="754380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Oval 1166"/>
          <p:cNvSpPr/>
          <p:nvPr/>
        </p:nvSpPr>
        <p:spPr>
          <a:xfrm>
            <a:off x="754380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Oval 1167"/>
          <p:cNvSpPr/>
          <p:nvPr/>
        </p:nvSpPr>
        <p:spPr>
          <a:xfrm>
            <a:off x="754380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Oval 1168"/>
          <p:cNvSpPr/>
          <p:nvPr/>
        </p:nvSpPr>
        <p:spPr>
          <a:xfrm>
            <a:off x="754380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Oval 1169"/>
          <p:cNvSpPr/>
          <p:nvPr/>
        </p:nvSpPr>
        <p:spPr>
          <a:xfrm>
            <a:off x="754380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Oval 1170"/>
          <p:cNvSpPr/>
          <p:nvPr/>
        </p:nvSpPr>
        <p:spPr>
          <a:xfrm>
            <a:off x="754380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Oval 1171"/>
          <p:cNvSpPr/>
          <p:nvPr/>
        </p:nvSpPr>
        <p:spPr>
          <a:xfrm>
            <a:off x="754380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Oval 1172"/>
          <p:cNvSpPr/>
          <p:nvPr/>
        </p:nvSpPr>
        <p:spPr>
          <a:xfrm>
            <a:off x="754380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Oval 1173"/>
          <p:cNvSpPr/>
          <p:nvPr/>
        </p:nvSpPr>
        <p:spPr>
          <a:xfrm>
            <a:off x="754380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Oval 1174"/>
          <p:cNvSpPr/>
          <p:nvPr/>
        </p:nvSpPr>
        <p:spPr>
          <a:xfrm>
            <a:off x="754380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Oval 1175"/>
          <p:cNvSpPr/>
          <p:nvPr/>
        </p:nvSpPr>
        <p:spPr>
          <a:xfrm>
            <a:off x="754380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Oval 1176"/>
          <p:cNvSpPr/>
          <p:nvPr/>
        </p:nvSpPr>
        <p:spPr>
          <a:xfrm>
            <a:off x="754380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Oval 1177"/>
          <p:cNvSpPr/>
          <p:nvPr/>
        </p:nvSpPr>
        <p:spPr>
          <a:xfrm>
            <a:off x="754380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Oval 1178"/>
          <p:cNvSpPr/>
          <p:nvPr/>
        </p:nvSpPr>
        <p:spPr>
          <a:xfrm>
            <a:off x="754380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Oval 1179"/>
          <p:cNvSpPr/>
          <p:nvPr/>
        </p:nvSpPr>
        <p:spPr>
          <a:xfrm>
            <a:off x="768096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Oval 1180"/>
          <p:cNvSpPr/>
          <p:nvPr/>
        </p:nvSpPr>
        <p:spPr>
          <a:xfrm>
            <a:off x="768096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Oval 1181"/>
          <p:cNvSpPr/>
          <p:nvPr/>
        </p:nvSpPr>
        <p:spPr>
          <a:xfrm>
            <a:off x="768096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Oval 1182"/>
          <p:cNvSpPr/>
          <p:nvPr/>
        </p:nvSpPr>
        <p:spPr>
          <a:xfrm>
            <a:off x="768096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Oval 1183"/>
          <p:cNvSpPr/>
          <p:nvPr/>
        </p:nvSpPr>
        <p:spPr>
          <a:xfrm>
            <a:off x="768096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Oval 1184"/>
          <p:cNvSpPr/>
          <p:nvPr/>
        </p:nvSpPr>
        <p:spPr>
          <a:xfrm>
            <a:off x="768096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Oval 1185"/>
          <p:cNvSpPr/>
          <p:nvPr/>
        </p:nvSpPr>
        <p:spPr>
          <a:xfrm>
            <a:off x="768096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Oval 1186"/>
          <p:cNvSpPr/>
          <p:nvPr/>
        </p:nvSpPr>
        <p:spPr>
          <a:xfrm>
            <a:off x="768096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Oval 1187"/>
          <p:cNvSpPr/>
          <p:nvPr/>
        </p:nvSpPr>
        <p:spPr>
          <a:xfrm>
            <a:off x="768096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Oval 1188"/>
          <p:cNvSpPr/>
          <p:nvPr/>
        </p:nvSpPr>
        <p:spPr>
          <a:xfrm>
            <a:off x="768096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Oval 1189"/>
          <p:cNvSpPr/>
          <p:nvPr/>
        </p:nvSpPr>
        <p:spPr>
          <a:xfrm>
            <a:off x="768096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Oval 1190"/>
          <p:cNvSpPr/>
          <p:nvPr/>
        </p:nvSpPr>
        <p:spPr>
          <a:xfrm>
            <a:off x="768096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Oval 1191"/>
          <p:cNvSpPr/>
          <p:nvPr/>
        </p:nvSpPr>
        <p:spPr>
          <a:xfrm>
            <a:off x="768096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Oval 1192"/>
          <p:cNvSpPr/>
          <p:nvPr/>
        </p:nvSpPr>
        <p:spPr>
          <a:xfrm>
            <a:off x="768096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Oval 1193"/>
          <p:cNvSpPr/>
          <p:nvPr/>
        </p:nvSpPr>
        <p:spPr>
          <a:xfrm>
            <a:off x="768096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Oval 1194"/>
          <p:cNvSpPr/>
          <p:nvPr/>
        </p:nvSpPr>
        <p:spPr>
          <a:xfrm>
            <a:off x="768096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Oval 1195"/>
          <p:cNvSpPr/>
          <p:nvPr/>
        </p:nvSpPr>
        <p:spPr>
          <a:xfrm>
            <a:off x="768096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Oval 1196"/>
          <p:cNvSpPr/>
          <p:nvPr/>
        </p:nvSpPr>
        <p:spPr>
          <a:xfrm>
            <a:off x="768096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Oval 1197"/>
          <p:cNvSpPr/>
          <p:nvPr/>
        </p:nvSpPr>
        <p:spPr>
          <a:xfrm>
            <a:off x="768096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Oval 1198"/>
          <p:cNvSpPr/>
          <p:nvPr/>
        </p:nvSpPr>
        <p:spPr>
          <a:xfrm>
            <a:off x="768096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Oval 1199"/>
          <p:cNvSpPr/>
          <p:nvPr/>
        </p:nvSpPr>
        <p:spPr>
          <a:xfrm>
            <a:off x="768096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Oval 1200"/>
          <p:cNvSpPr/>
          <p:nvPr/>
        </p:nvSpPr>
        <p:spPr>
          <a:xfrm>
            <a:off x="781812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Oval 1201"/>
          <p:cNvSpPr/>
          <p:nvPr/>
        </p:nvSpPr>
        <p:spPr>
          <a:xfrm>
            <a:off x="781812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Oval 1202"/>
          <p:cNvSpPr/>
          <p:nvPr/>
        </p:nvSpPr>
        <p:spPr>
          <a:xfrm>
            <a:off x="781812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Oval 1203"/>
          <p:cNvSpPr/>
          <p:nvPr/>
        </p:nvSpPr>
        <p:spPr>
          <a:xfrm>
            <a:off x="781812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Oval 1204"/>
          <p:cNvSpPr/>
          <p:nvPr/>
        </p:nvSpPr>
        <p:spPr>
          <a:xfrm>
            <a:off x="781812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Oval 1205"/>
          <p:cNvSpPr/>
          <p:nvPr/>
        </p:nvSpPr>
        <p:spPr>
          <a:xfrm>
            <a:off x="781812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Oval 1206"/>
          <p:cNvSpPr/>
          <p:nvPr/>
        </p:nvSpPr>
        <p:spPr>
          <a:xfrm>
            <a:off x="781812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Oval 1207"/>
          <p:cNvSpPr/>
          <p:nvPr/>
        </p:nvSpPr>
        <p:spPr>
          <a:xfrm>
            <a:off x="781812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Oval 1208"/>
          <p:cNvSpPr/>
          <p:nvPr/>
        </p:nvSpPr>
        <p:spPr>
          <a:xfrm>
            <a:off x="781812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Oval 1209"/>
          <p:cNvSpPr/>
          <p:nvPr/>
        </p:nvSpPr>
        <p:spPr>
          <a:xfrm>
            <a:off x="781812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Oval 1210"/>
          <p:cNvSpPr/>
          <p:nvPr/>
        </p:nvSpPr>
        <p:spPr>
          <a:xfrm>
            <a:off x="781812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Oval 1211"/>
          <p:cNvSpPr/>
          <p:nvPr/>
        </p:nvSpPr>
        <p:spPr>
          <a:xfrm>
            <a:off x="781812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Oval 1212"/>
          <p:cNvSpPr/>
          <p:nvPr/>
        </p:nvSpPr>
        <p:spPr>
          <a:xfrm>
            <a:off x="781812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Oval 1213"/>
          <p:cNvSpPr/>
          <p:nvPr/>
        </p:nvSpPr>
        <p:spPr>
          <a:xfrm>
            <a:off x="781812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Oval 1214"/>
          <p:cNvSpPr/>
          <p:nvPr/>
        </p:nvSpPr>
        <p:spPr>
          <a:xfrm>
            <a:off x="781812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Oval 1215"/>
          <p:cNvSpPr/>
          <p:nvPr/>
        </p:nvSpPr>
        <p:spPr>
          <a:xfrm>
            <a:off x="781812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Oval 1216"/>
          <p:cNvSpPr/>
          <p:nvPr/>
        </p:nvSpPr>
        <p:spPr>
          <a:xfrm>
            <a:off x="781812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Oval 1217"/>
          <p:cNvSpPr/>
          <p:nvPr/>
        </p:nvSpPr>
        <p:spPr>
          <a:xfrm>
            <a:off x="781812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Oval 1218"/>
          <p:cNvSpPr/>
          <p:nvPr/>
        </p:nvSpPr>
        <p:spPr>
          <a:xfrm>
            <a:off x="781812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Oval 1219"/>
          <p:cNvSpPr/>
          <p:nvPr/>
        </p:nvSpPr>
        <p:spPr>
          <a:xfrm>
            <a:off x="781812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Oval 1220"/>
          <p:cNvSpPr/>
          <p:nvPr/>
        </p:nvSpPr>
        <p:spPr>
          <a:xfrm>
            <a:off x="781812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Oval 1221"/>
          <p:cNvSpPr/>
          <p:nvPr/>
        </p:nvSpPr>
        <p:spPr>
          <a:xfrm>
            <a:off x="795528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Oval 1222"/>
          <p:cNvSpPr/>
          <p:nvPr/>
        </p:nvSpPr>
        <p:spPr>
          <a:xfrm>
            <a:off x="795528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Oval 1223"/>
          <p:cNvSpPr/>
          <p:nvPr/>
        </p:nvSpPr>
        <p:spPr>
          <a:xfrm>
            <a:off x="795528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Oval 1224"/>
          <p:cNvSpPr/>
          <p:nvPr/>
        </p:nvSpPr>
        <p:spPr>
          <a:xfrm>
            <a:off x="795528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Oval 1225"/>
          <p:cNvSpPr/>
          <p:nvPr/>
        </p:nvSpPr>
        <p:spPr>
          <a:xfrm>
            <a:off x="795528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Oval 1226"/>
          <p:cNvSpPr/>
          <p:nvPr/>
        </p:nvSpPr>
        <p:spPr>
          <a:xfrm>
            <a:off x="795528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Oval 1227"/>
          <p:cNvSpPr/>
          <p:nvPr/>
        </p:nvSpPr>
        <p:spPr>
          <a:xfrm>
            <a:off x="795528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Oval 1228"/>
          <p:cNvSpPr/>
          <p:nvPr/>
        </p:nvSpPr>
        <p:spPr>
          <a:xfrm>
            <a:off x="795528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Oval 1229"/>
          <p:cNvSpPr/>
          <p:nvPr/>
        </p:nvSpPr>
        <p:spPr>
          <a:xfrm>
            <a:off x="795528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Oval 1230"/>
          <p:cNvSpPr/>
          <p:nvPr/>
        </p:nvSpPr>
        <p:spPr>
          <a:xfrm>
            <a:off x="795528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Oval 1231"/>
          <p:cNvSpPr/>
          <p:nvPr/>
        </p:nvSpPr>
        <p:spPr>
          <a:xfrm>
            <a:off x="795528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Oval 1232"/>
          <p:cNvSpPr/>
          <p:nvPr/>
        </p:nvSpPr>
        <p:spPr>
          <a:xfrm>
            <a:off x="795528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Oval 1233"/>
          <p:cNvSpPr/>
          <p:nvPr/>
        </p:nvSpPr>
        <p:spPr>
          <a:xfrm>
            <a:off x="795528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Oval 1234"/>
          <p:cNvSpPr/>
          <p:nvPr/>
        </p:nvSpPr>
        <p:spPr>
          <a:xfrm>
            <a:off x="795528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Oval 1235"/>
          <p:cNvSpPr/>
          <p:nvPr/>
        </p:nvSpPr>
        <p:spPr>
          <a:xfrm>
            <a:off x="795528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Oval 1236"/>
          <p:cNvSpPr/>
          <p:nvPr/>
        </p:nvSpPr>
        <p:spPr>
          <a:xfrm>
            <a:off x="795528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Oval 1237"/>
          <p:cNvSpPr/>
          <p:nvPr/>
        </p:nvSpPr>
        <p:spPr>
          <a:xfrm>
            <a:off x="795528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Oval 1238"/>
          <p:cNvSpPr/>
          <p:nvPr/>
        </p:nvSpPr>
        <p:spPr>
          <a:xfrm>
            <a:off x="795528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Oval 1239"/>
          <p:cNvSpPr/>
          <p:nvPr/>
        </p:nvSpPr>
        <p:spPr>
          <a:xfrm>
            <a:off x="795528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Oval 1240"/>
          <p:cNvSpPr/>
          <p:nvPr/>
        </p:nvSpPr>
        <p:spPr>
          <a:xfrm>
            <a:off x="795528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Oval 1241"/>
          <p:cNvSpPr/>
          <p:nvPr/>
        </p:nvSpPr>
        <p:spPr>
          <a:xfrm>
            <a:off x="795528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Oval 1242"/>
          <p:cNvSpPr/>
          <p:nvPr/>
        </p:nvSpPr>
        <p:spPr>
          <a:xfrm>
            <a:off x="809244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Oval 1243"/>
          <p:cNvSpPr/>
          <p:nvPr/>
        </p:nvSpPr>
        <p:spPr>
          <a:xfrm>
            <a:off x="809244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Oval 1244"/>
          <p:cNvSpPr/>
          <p:nvPr/>
        </p:nvSpPr>
        <p:spPr>
          <a:xfrm>
            <a:off x="809244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Oval 1245"/>
          <p:cNvSpPr/>
          <p:nvPr/>
        </p:nvSpPr>
        <p:spPr>
          <a:xfrm>
            <a:off x="809244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Oval 1246"/>
          <p:cNvSpPr/>
          <p:nvPr/>
        </p:nvSpPr>
        <p:spPr>
          <a:xfrm>
            <a:off x="809244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Oval 1247"/>
          <p:cNvSpPr/>
          <p:nvPr/>
        </p:nvSpPr>
        <p:spPr>
          <a:xfrm>
            <a:off x="809244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Oval 1248"/>
          <p:cNvSpPr/>
          <p:nvPr/>
        </p:nvSpPr>
        <p:spPr>
          <a:xfrm>
            <a:off x="809244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Oval 1249"/>
          <p:cNvSpPr/>
          <p:nvPr/>
        </p:nvSpPr>
        <p:spPr>
          <a:xfrm>
            <a:off x="809244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Oval 1250"/>
          <p:cNvSpPr/>
          <p:nvPr/>
        </p:nvSpPr>
        <p:spPr>
          <a:xfrm>
            <a:off x="809244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Oval 1251"/>
          <p:cNvSpPr/>
          <p:nvPr/>
        </p:nvSpPr>
        <p:spPr>
          <a:xfrm>
            <a:off x="809244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Oval 1252"/>
          <p:cNvSpPr/>
          <p:nvPr/>
        </p:nvSpPr>
        <p:spPr>
          <a:xfrm>
            <a:off x="809244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Oval 1253"/>
          <p:cNvSpPr/>
          <p:nvPr/>
        </p:nvSpPr>
        <p:spPr>
          <a:xfrm>
            <a:off x="809244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Oval 1254"/>
          <p:cNvSpPr/>
          <p:nvPr/>
        </p:nvSpPr>
        <p:spPr>
          <a:xfrm>
            <a:off x="809244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Oval 1255"/>
          <p:cNvSpPr/>
          <p:nvPr/>
        </p:nvSpPr>
        <p:spPr>
          <a:xfrm>
            <a:off x="809244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Oval 1256"/>
          <p:cNvSpPr/>
          <p:nvPr/>
        </p:nvSpPr>
        <p:spPr>
          <a:xfrm>
            <a:off x="809244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Oval 1257"/>
          <p:cNvSpPr/>
          <p:nvPr/>
        </p:nvSpPr>
        <p:spPr>
          <a:xfrm>
            <a:off x="809244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Oval 1258"/>
          <p:cNvSpPr/>
          <p:nvPr/>
        </p:nvSpPr>
        <p:spPr>
          <a:xfrm>
            <a:off x="809244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Oval 1259"/>
          <p:cNvSpPr/>
          <p:nvPr/>
        </p:nvSpPr>
        <p:spPr>
          <a:xfrm>
            <a:off x="809244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Oval 1260"/>
          <p:cNvSpPr/>
          <p:nvPr/>
        </p:nvSpPr>
        <p:spPr>
          <a:xfrm>
            <a:off x="809244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Oval 1261"/>
          <p:cNvSpPr/>
          <p:nvPr/>
        </p:nvSpPr>
        <p:spPr>
          <a:xfrm>
            <a:off x="809244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Oval 1262"/>
          <p:cNvSpPr/>
          <p:nvPr/>
        </p:nvSpPr>
        <p:spPr>
          <a:xfrm>
            <a:off x="809244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Oval 1263"/>
          <p:cNvSpPr/>
          <p:nvPr/>
        </p:nvSpPr>
        <p:spPr>
          <a:xfrm>
            <a:off x="822960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Oval 1264"/>
          <p:cNvSpPr/>
          <p:nvPr/>
        </p:nvSpPr>
        <p:spPr>
          <a:xfrm>
            <a:off x="822960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Oval 1265"/>
          <p:cNvSpPr/>
          <p:nvPr/>
        </p:nvSpPr>
        <p:spPr>
          <a:xfrm>
            <a:off x="822960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Oval 1266"/>
          <p:cNvSpPr/>
          <p:nvPr/>
        </p:nvSpPr>
        <p:spPr>
          <a:xfrm>
            <a:off x="822960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Oval 1267"/>
          <p:cNvSpPr/>
          <p:nvPr/>
        </p:nvSpPr>
        <p:spPr>
          <a:xfrm>
            <a:off x="822960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Oval 1268"/>
          <p:cNvSpPr/>
          <p:nvPr/>
        </p:nvSpPr>
        <p:spPr>
          <a:xfrm>
            <a:off x="822960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Oval 1269"/>
          <p:cNvSpPr/>
          <p:nvPr/>
        </p:nvSpPr>
        <p:spPr>
          <a:xfrm>
            <a:off x="822960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Oval 1270"/>
          <p:cNvSpPr/>
          <p:nvPr/>
        </p:nvSpPr>
        <p:spPr>
          <a:xfrm>
            <a:off x="822960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Oval 1271"/>
          <p:cNvSpPr/>
          <p:nvPr/>
        </p:nvSpPr>
        <p:spPr>
          <a:xfrm>
            <a:off x="822960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Oval 1272"/>
          <p:cNvSpPr/>
          <p:nvPr/>
        </p:nvSpPr>
        <p:spPr>
          <a:xfrm>
            <a:off x="822960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Oval 1273"/>
          <p:cNvSpPr/>
          <p:nvPr/>
        </p:nvSpPr>
        <p:spPr>
          <a:xfrm>
            <a:off x="822960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Oval 1274"/>
          <p:cNvSpPr/>
          <p:nvPr/>
        </p:nvSpPr>
        <p:spPr>
          <a:xfrm>
            <a:off x="822960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Oval 1275"/>
          <p:cNvSpPr/>
          <p:nvPr/>
        </p:nvSpPr>
        <p:spPr>
          <a:xfrm>
            <a:off x="822960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Oval 1276"/>
          <p:cNvSpPr/>
          <p:nvPr/>
        </p:nvSpPr>
        <p:spPr>
          <a:xfrm>
            <a:off x="822960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Oval 1277"/>
          <p:cNvSpPr/>
          <p:nvPr/>
        </p:nvSpPr>
        <p:spPr>
          <a:xfrm>
            <a:off x="822960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Oval 1278"/>
          <p:cNvSpPr/>
          <p:nvPr/>
        </p:nvSpPr>
        <p:spPr>
          <a:xfrm>
            <a:off x="822960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Oval 1279"/>
          <p:cNvSpPr/>
          <p:nvPr/>
        </p:nvSpPr>
        <p:spPr>
          <a:xfrm>
            <a:off x="822960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Oval 1280"/>
          <p:cNvSpPr/>
          <p:nvPr/>
        </p:nvSpPr>
        <p:spPr>
          <a:xfrm>
            <a:off x="822960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Oval 1281"/>
          <p:cNvSpPr/>
          <p:nvPr/>
        </p:nvSpPr>
        <p:spPr>
          <a:xfrm>
            <a:off x="822960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Oval 1282"/>
          <p:cNvSpPr/>
          <p:nvPr/>
        </p:nvSpPr>
        <p:spPr>
          <a:xfrm>
            <a:off x="822960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Oval 1283"/>
          <p:cNvSpPr/>
          <p:nvPr/>
        </p:nvSpPr>
        <p:spPr>
          <a:xfrm>
            <a:off x="822960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Oval 1284"/>
          <p:cNvSpPr/>
          <p:nvPr/>
        </p:nvSpPr>
        <p:spPr>
          <a:xfrm>
            <a:off x="836676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Oval 1285"/>
          <p:cNvSpPr/>
          <p:nvPr/>
        </p:nvSpPr>
        <p:spPr>
          <a:xfrm>
            <a:off x="836676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Oval 1286"/>
          <p:cNvSpPr/>
          <p:nvPr/>
        </p:nvSpPr>
        <p:spPr>
          <a:xfrm>
            <a:off x="836676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Oval 1287"/>
          <p:cNvSpPr/>
          <p:nvPr/>
        </p:nvSpPr>
        <p:spPr>
          <a:xfrm>
            <a:off x="836676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Oval 1288"/>
          <p:cNvSpPr/>
          <p:nvPr/>
        </p:nvSpPr>
        <p:spPr>
          <a:xfrm>
            <a:off x="836676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Oval 1289"/>
          <p:cNvSpPr/>
          <p:nvPr/>
        </p:nvSpPr>
        <p:spPr>
          <a:xfrm>
            <a:off x="836676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Oval 1290"/>
          <p:cNvSpPr/>
          <p:nvPr/>
        </p:nvSpPr>
        <p:spPr>
          <a:xfrm>
            <a:off x="836676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Oval 1291"/>
          <p:cNvSpPr/>
          <p:nvPr/>
        </p:nvSpPr>
        <p:spPr>
          <a:xfrm>
            <a:off x="836676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Oval 1292"/>
          <p:cNvSpPr/>
          <p:nvPr/>
        </p:nvSpPr>
        <p:spPr>
          <a:xfrm>
            <a:off x="836676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Oval 1293"/>
          <p:cNvSpPr/>
          <p:nvPr/>
        </p:nvSpPr>
        <p:spPr>
          <a:xfrm>
            <a:off x="836676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Oval 1294"/>
          <p:cNvSpPr/>
          <p:nvPr/>
        </p:nvSpPr>
        <p:spPr>
          <a:xfrm>
            <a:off x="836676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Oval 1295"/>
          <p:cNvSpPr/>
          <p:nvPr/>
        </p:nvSpPr>
        <p:spPr>
          <a:xfrm>
            <a:off x="836676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Oval 1296"/>
          <p:cNvSpPr/>
          <p:nvPr/>
        </p:nvSpPr>
        <p:spPr>
          <a:xfrm>
            <a:off x="836676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Oval 1297"/>
          <p:cNvSpPr/>
          <p:nvPr/>
        </p:nvSpPr>
        <p:spPr>
          <a:xfrm>
            <a:off x="836676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Oval 1298"/>
          <p:cNvSpPr/>
          <p:nvPr/>
        </p:nvSpPr>
        <p:spPr>
          <a:xfrm>
            <a:off x="836676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Oval 1299"/>
          <p:cNvSpPr/>
          <p:nvPr/>
        </p:nvSpPr>
        <p:spPr>
          <a:xfrm>
            <a:off x="836676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Oval 1300"/>
          <p:cNvSpPr/>
          <p:nvPr/>
        </p:nvSpPr>
        <p:spPr>
          <a:xfrm>
            <a:off x="836676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Oval 1301"/>
          <p:cNvSpPr/>
          <p:nvPr/>
        </p:nvSpPr>
        <p:spPr>
          <a:xfrm>
            <a:off x="836676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Oval 1302"/>
          <p:cNvSpPr/>
          <p:nvPr/>
        </p:nvSpPr>
        <p:spPr>
          <a:xfrm>
            <a:off x="836676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Oval 1303"/>
          <p:cNvSpPr/>
          <p:nvPr/>
        </p:nvSpPr>
        <p:spPr>
          <a:xfrm>
            <a:off x="836676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Oval 1304"/>
          <p:cNvSpPr/>
          <p:nvPr/>
        </p:nvSpPr>
        <p:spPr>
          <a:xfrm>
            <a:off x="836676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Oval 1305"/>
          <p:cNvSpPr/>
          <p:nvPr/>
        </p:nvSpPr>
        <p:spPr>
          <a:xfrm>
            <a:off x="850392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Oval 1306"/>
          <p:cNvSpPr/>
          <p:nvPr/>
        </p:nvSpPr>
        <p:spPr>
          <a:xfrm>
            <a:off x="850392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Oval 1307"/>
          <p:cNvSpPr/>
          <p:nvPr/>
        </p:nvSpPr>
        <p:spPr>
          <a:xfrm>
            <a:off x="850392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Oval 1308"/>
          <p:cNvSpPr/>
          <p:nvPr/>
        </p:nvSpPr>
        <p:spPr>
          <a:xfrm>
            <a:off x="850392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Oval 1309"/>
          <p:cNvSpPr/>
          <p:nvPr/>
        </p:nvSpPr>
        <p:spPr>
          <a:xfrm>
            <a:off x="850392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Oval 1310"/>
          <p:cNvSpPr/>
          <p:nvPr/>
        </p:nvSpPr>
        <p:spPr>
          <a:xfrm>
            <a:off x="850392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Oval 1311"/>
          <p:cNvSpPr/>
          <p:nvPr/>
        </p:nvSpPr>
        <p:spPr>
          <a:xfrm>
            <a:off x="850392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Oval 1312"/>
          <p:cNvSpPr/>
          <p:nvPr/>
        </p:nvSpPr>
        <p:spPr>
          <a:xfrm>
            <a:off x="850392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Oval 1313"/>
          <p:cNvSpPr/>
          <p:nvPr/>
        </p:nvSpPr>
        <p:spPr>
          <a:xfrm>
            <a:off x="850392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Oval 1314"/>
          <p:cNvSpPr/>
          <p:nvPr/>
        </p:nvSpPr>
        <p:spPr>
          <a:xfrm>
            <a:off x="850392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Oval 1315"/>
          <p:cNvSpPr/>
          <p:nvPr/>
        </p:nvSpPr>
        <p:spPr>
          <a:xfrm>
            <a:off x="850392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Oval 1316"/>
          <p:cNvSpPr/>
          <p:nvPr/>
        </p:nvSpPr>
        <p:spPr>
          <a:xfrm>
            <a:off x="850392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Oval 1317"/>
          <p:cNvSpPr/>
          <p:nvPr/>
        </p:nvSpPr>
        <p:spPr>
          <a:xfrm>
            <a:off x="850392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Oval 1318"/>
          <p:cNvSpPr/>
          <p:nvPr/>
        </p:nvSpPr>
        <p:spPr>
          <a:xfrm>
            <a:off x="850392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Oval 1319"/>
          <p:cNvSpPr/>
          <p:nvPr/>
        </p:nvSpPr>
        <p:spPr>
          <a:xfrm>
            <a:off x="850392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Oval 1320"/>
          <p:cNvSpPr/>
          <p:nvPr/>
        </p:nvSpPr>
        <p:spPr>
          <a:xfrm>
            <a:off x="850392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Oval 1321"/>
          <p:cNvSpPr/>
          <p:nvPr/>
        </p:nvSpPr>
        <p:spPr>
          <a:xfrm>
            <a:off x="850392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Oval 1322"/>
          <p:cNvSpPr/>
          <p:nvPr/>
        </p:nvSpPr>
        <p:spPr>
          <a:xfrm>
            <a:off x="850392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Oval 1323"/>
          <p:cNvSpPr/>
          <p:nvPr/>
        </p:nvSpPr>
        <p:spPr>
          <a:xfrm>
            <a:off x="850392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Oval 1324"/>
          <p:cNvSpPr/>
          <p:nvPr/>
        </p:nvSpPr>
        <p:spPr>
          <a:xfrm>
            <a:off x="850392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Oval 1325"/>
          <p:cNvSpPr/>
          <p:nvPr/>
        </p:nvSpPr>
        <p:spPr>
          <a:xfrm>
            <a:off x="850392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Oval 1326"/>
          <p:cNvSpPr/>
          <p:nvPr/>
        </p:nvSpPr>
        <p:spPr>
          <a:xfrm>
            <a:off x="864108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Oval 1327"/>
          <p:cNvSpPr/>
          <p:nvPr/>
        </p:nvSpPr>
        <p:spPr>
          <a:xfrm>
            <a:off x="864108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Oval 1328"/>
          <p:cNvSpPr/>
          <p:nvPr/>
        </p:nvSpPr>
        <p:spPr>
          <a:xfrm>
            <a:off x="864108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Oval 1329"/>
          <p:cNvSpPr/>
          <p:nvPr/>
        </p:nvSpPr>
        <p:spPr>
          <a:xfrm>
            <a:off x="864108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Oval 1330"/>
          <p:cNvSpPr/>
          <p:nvPr/>
        </p:nvSpPr>
        <p:spPr>
          <a:xfrm>
            <a:off x="864108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Oval 1331"/>
          <p:cNvSpPr/>
          <p:nvPr/>
        </p:nvSpPr>
        <p:spPr>
          <a:xfrm>
            <a:off x="864108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Oval 1332"/>
          <p:cNvSpPr/>
          <p:nvPr/>
        </p:nvSpPr>
        <p:spPr>
          <a:xfrm>
            <a:off x="864108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Oval 1333"/>
          <p:cNvSpPr/>
          <p:nvPr/>
        </p:nvSpPr>
        <p:spPr>
          <a:xfrm>
            <a:off x="864108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Oval 1334"/>
          <p:cNvSpPr/>
          <p:nvPr/>
        </p:nvSpPr>
        <p:spPr>
          <a:xfrm>
            <a:off x="864108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Oval 1335"/>
          <p:cNvSpPr/>
          <p:nvPr/>
        </p:nvSpPr>
        <p:spPr>
          <a:xfrm>
            <a:off x="864108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Oval 1336"/>
          <p:cNvSpPr/>
          <p:nvPr/>
        </p:nvSpPr>
        <p:spPr>
          <a:xfrm>
            <a:off x="864108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Oval 1337"/>
          <p:cNvSpPr/>
          <p:nvPr/>
        </p:nvSpPr>
        <p:spPr>
          <a:xfrm>
            <a:off x="864108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Oval 1338"/>
          <p:cNvSpPr/>
          <p:nvPr/>
        </p:nvSpPr>
        <p:spPr>
          <a:xfrm>
            <a:off x="864108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Oval 1339"/>
          <p:cNvSpPr/>
          <p:nvPr/>
        </p:nvSpPr>
        <p:spPr>
          <a:xfrm>
            <a:off x="864108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Oval 1340"/>
          <p:cNvSpPr/>
          <p:nvPr/>
        </p:nvSpPr>
        <p:spPr>
          <a:xfrm>
            <a:off x="864108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Oval 1341"/>
          <p:cNvSpPr/>
          <p:nvPr/>
        </p:nvSpPr>
        <p:spPr>
          <a:xfrm>
            <a:off x="864108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Oval 1342"/>
          <p:cNvSpPr/>
          <p:nvPr/>
        </p:nvSpPr>
        <p:spPr>
          <a:xfrm>
            <a:off x="864108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Oval 1343"/>
          <p:cNvSpPr/>
          <p:nvPr/>
        </p:nvSpPr>
        <p:spPr>
          <a:xfrm>
            <a:off x="864108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Oval 1344"/>
          <p:cNvSpPr/>
          <p:nvPr/>
        </p:nvSpPr>
        <p:spPr>
          <a:xfrm>
            <a:off x="864108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Oval 1345"/>
          <p:cNvSpPr/>
          <p:nvPr/>
        </p:nvSpPr>
        <p:spPr>
          <a:xfrm>
            <a:off x="864108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Oval 1346"/>
          <p:cNvSpPr/>
          <p:nvPr/>
        </p:nvSpPr>
        <p:spPr>
          <a:xfrm>
            <a:off x="864108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Oval 1347"/>
          <p:cNvSpPr/>
          <p:nvPr/>
        </p:nvSpPr>
        <p:spPr>
          <a:xfrm>
            <a:off x="877824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Oval 1348"/>
          <p:cNvSpPr/>
          <p:nvPr/>
        </p:nvSpPr>
        <p:spPr>
          <a:xfrm>
            <a:off x="877824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Oval 1349"/>
          <p:cNvSpPr/>
          <p:nvPr/>
        </p:nvSpPr>
        <p:spPr>
          <a:xfrm>
            <a:off x="877824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Oval 1350"/>
          <p:cNvSpPr/>
          <p:nvPr/>
        </p:nvSpPr>
        <p:spPr>
          <a:xfrm>
            <a:off x="877824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Oval 1351"/>
          <p:cNvSpPr/>
          <p:nvPr/>
        </p:nvSpPr>
        <p:spPr>
          <a:xfrm>
            <a:off x="877824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Oval 1352"/>
          <p:cNvSpPr/>
          <p:nvPr/>
        </p:nvSpPr>
        <p:spPr>
          <a:xfrm>
            <a:off x="877824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Oval 1353"/>
          <p:cNvSpPr/>
          <p:nvPr/>
        </p:nvSpPr>
        <p:spPr>
          <a:xfrm>
            <a:off x="877824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Oval 1354"/>
          <p:cNvSpPr/>
          <p:nvPr/>
        </p:nvSpPr>
        <p:spPr>
          <a:xfrm>
            <a:off x="877824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Oval 1355"/>
          <p:cNvSpPr/>
          <p:nvPr/>
        </p:nvSpPr>
        <p:spPr>
          <a:xfrm>
            <a:off x="877824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Oval 1356"/>
          <p:cNvSpPr/>
          <p:nvPr/>
        </p:nvSpPr>
        <p:spPr>
          <a:xfrm>
            <a:off x="877824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Oval 1357"/>
          <p:cNvSpPr/>
          <p:nvPr/>
        </p:nvSpPr>
        <p:spPr>
          <a:xfrm>
            <a:off x="877824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Oval 1358"/>
          <p:cNvSpPr/>
          <p:nvPr/>
        </p:nvSpPr>
        <p:spPr>
          <a:xfrm>
            <a:off x="877824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Oval 1359"/>
          <p:cNvSpPr/>
          <p:nvPr/>
        </p:nvSpPr>
        <p:spPr>
          <a:xfrm>
            <a:off x="877824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Oval 1360"/>
          <p:cNvSpPr/>
          <p:nvPr/>
        </p:nvSpPr>
        <p:spPr>
          <a:xfrm>
            <a:off x="877824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Oval 1361"/>
          <p:cNvSpPr/>
          <p:nvPr/>
        </p:nvSpPr>
        <p:spPr>
          <a:xfrm>
            <a:off x="877824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Oval 1362"/>
          <p:cNvSpPr/>
          <p:nvPr/>
        </p:nvSpPr>
        <p:spPr>
          <a:xfrm>
            <a:off x="877824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Oval 1363"/>
          <p:cNvSpPr/>
          <p:nvPr/>
        </p:nvSpPr>
        <p:spPr>
          <a:xfrm>
            <a:off x="877824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Oval 1364"/>
          <p:cNvSpPr/>
          <p:nvPr/>
        </p:nvSpPr>
        <p:spPr>
          <a:xfrm>
            <a:off x="877824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Oval 1365"/>
          <p:cNvSpPr/>
          <p:nvPr/>
        </p:nvSpPr>
        <p:spPr>
          <a:xfrm>
            <a:off x="877824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Oval 1366"/>
          <p:cNvSpPr/>
          <p:nvPr/>
        </p:nvSpPr>
        <p:spPr>
          <a:xfrm>
            <a:off x="877824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Oval 1367"/>
          <p:cNvSpPr/>
          <p:nvPr/>
        </p:nvSpPr>
        <p:spPr>
          <a:xfrm>
            <a:off x="877824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Oval 1368"/>
          <p:cNvSpPr/>
          <p:nvPr/>
        </p:nvSpPr>
        <p:spPr>
          <a:xfrm>
            <a:off x="891540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Oval 1369"/>
          <p:cNvSpPr/>
          <p:nvPr/>
        </p:nvSpPr>
        <p:spPr>
          <a:xfrm>
            <a:off x="891540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Oval 1370"/>
          <p:cNvSpPr/>
          <p:nvPr/>
        </p:nvSpPr>
        <p:spPr>
          <a:xfrm>
            <a:off x="891540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Oval 1371"/>
          <p:cNvSpPr/>
          <p:nvPr/>
        </p:nvSpPr>
        <p:spPr>
          <a:xfrm>
            <a:off x="891540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Oval 1372"/>
          <p:cNvSpPr/>
          <p:nvPr/>
        </p:nvSpPr>
        <p:spPr>
          <a:xfrm>
            <a:off x="891540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Oval 1373"/>
          <p:cNvSpPr/>
          <p:nvPr/>
        </p:nvSpPr>
        <p:spPr>
          <a:xfrm>
            <a:off x="891540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Oval 1374"/>
          <p:cNvSpPr/>
          <p:nvPr/>
        </p:nvSpPr>
        <p:spPr>
          <a:xfrm>
            <a:off x="891540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Oval 1375"/>
          <p:cNvSpPr/>
          <p:nvPr/>
        </p:nvSpPr>
        <p:spPr>
          <a:xfrm>
            <a:off x="891540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Oval 1376"/>
          <p:cNvSpPr/>
          <p:nvPr/>
        </p:nvSpPr>
        <p:spPr>
          <a:xfrm>
            <a:off x="891540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Oval 1377"/>
          <p:cNvSpPr/>
          <p:nvPr/>
        </p:nvSpPr>
        <p:spPr>
          <a:xfrm>
            <a:off x="891540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Oval 1378"/>
          <p:cNvSpPr/>
          <p:nvPr/>
        </p:nvSpPr>
        <p:spPr>
          <a:xfrm>
            <a:off x="891540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Oval 1379"/>
          <p:cNvSpPr/>
          <p:nvPr/>
        </p:nvSpPr>
        <p:spPr>
          <a:xfrm>
            <a:off x="891540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Oval 1380"/>
          <p:cNvSpPr/>
          <p:nvPr/>
        </p:nvSpPr>
        <p:spPr>
          <a:xfrm>
            <a:off x="891540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Oval 1381"/>
          <p:cNvSpPr/>
          <p:nvPr/>
        </p:nvSpPr>
        <p:spPr>
          <a:xfrm>
            <a:off x="891540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Oval 1382"/>
          <p:cNvSpPr/>
          <p:nvPr/>
        </p:nvSpPr>
        <p:spPr>
          <a:xfrm>
            <a:off x="891540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Oval 1383"/>
          <p:cNvSpPr/>
          <p:nvPr/>
        </p:nvSpPr>
        <p:spPr>
          <a:xfrm>
            <a:off x="891540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Oval 1384"/>
          <p:cNvSpPr/>
          <p:nvPr/>
        </p:nvSpPr>
        <p:spPr>
          <a:xfrm>
            <a:off x="891540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Oval 1385"/>
          <p:cNvSpPr/>
          <p:nvPr/>
        </p:nvSpPr>
        <p:spPr>
          <a:xfrm>
            <a:off x="891540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Oval 1386"/>
          <p:cNvSpPr/>
          <p:nvPr/>
        </p:nvSpPr>
        <p:spPr>
          <a:xfrm>
            <a:off x="891540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Oval 1387"/>
          <p:cNvSpPr/>
          <p:nvPr/>
        </p:nvSpPr>
        <p:spPr>
          <a:xfrm>
            <a:off x="891540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Oval 1388"/>
          <p:cNvSpPr/>
          <p:nvPr/>
        </p:nvSpPr>
        <p:spPr>
          <a:xfrm>
            <a:off x="891540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Oval 1389"/>
          <p:cNvSpPr/>
          <p:nvPr/>
        </p:nvSpPr>
        <p:spPr>
          <a:xfrm>
            <a:off x="905256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Oval 1390"/>
          <p:cNvSpPr/>
          <p:nvPr/>
        </p:nvSpPr>
        <p:spPr>
          <a:xfrm>
            <a:off x="905256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Oval 1391"/>
          <p:cNvSpPr/>
          <p:nvPr/>
        </p:nvSpPr>
        <p:spPr>
          <a:xfrm>
            <a:off x="905256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Oval 1392"/>
          <p:cNvSpPr/>
          <p:nvPr/>
        </p:nvSpPr>
        <p:spPr>
          <a:xfrm>
            <a:off x="905256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Oval 1393"/>
          <p:cNvSpPr/>
          <p:nvPr/>
        </p:nvSpPr>
        <p:spPr>
          <a:xfrm>
            <a:off x="905256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Oval 1394"/>
          <p:cNvSpPr/>
          <p:nvPr/>
        </p:nvSpPr>
        <p:spPr>
          <a:xfrm>
            <a:off x="905256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Oval 1395"/>
          <p:cNvSpPr/>
          <p:nvPr/>
        </p:nvSpPr>
        <p:spPr>
          <a:xfrm>
            <a:off x="905256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Oval 1396"/>
          <p:cNvSpPr/>
          <p:nvPr/>
        </p:nvSpPr>
        <p:spPr>
          <a:xfrm>
            <a:off x="905256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Oval 1397"/>
          <p:cNvSpPr/>
          <p:nvPr/>
        </p:nvSpPr>
        <p:spPr>
          <a:xfrm>
            <a:off x="905256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Oval 1398"/>
          <p:cNvSpPr/>
          <p:nvPr/>
        </p:nvSpPr>
        <p:spPr>
          <a:xfrm>
            <a:off x="905256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Oval 1399"/>
          <p:cNvSpPr/>
          <p:nvPr/>
        </p:nvSpPr>
        <p:spPr>
          <a:xfrm>
            <a:off x="905256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Oval 1400"/>
          <p:cNvSpPr/>
          <p:nvPr/>
        </p:nvSpPr>
        <p:spPr>
          <a:xfrm>
            <a:off x="905256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Oval 1401"/>
          <p:cNvSpPr/>
          <p:nvPr/>
        </p:nvSpPr>
        <p:spPr>
          <a:xfrm>
            <a:off x="905256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Oval 1402"/>
          <p:cNvSpPr/>
          <p:nvPr/>
        </p:nvSpPr>
        <p:spPr>
          <a:xfrm>
            <a:off x="905256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Oval 1403"/>
          <p:cNvSpPr/>
          <p:nvPr/>
        </p:nvSpPr>
        <p:spPr>
          <a:xfrm>
            <a:off x="905256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Oval 1404"/>
          <p:cNvSpPr/>
          <p:nvPr/>
        </p:nvSpPr>
        <p:spPr>
          <a:xfrm>
            <a:off x="905256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Oval 1405"/>
          <p:cNvSpPr/>
          <p:nvPr/>
        </p:nvSpPr>
        <p:spPr>
          <a:xfrm>
            <a:off x="905256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Oval 1406"/>
          <p:cNvSpPr/>
          <p:nvPr/>
        </p:nvSpPr>
        <p:spPr>
          <a:xfrm>
            <a:off x="905256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Oval 1407"/>
          <p:cNvSpPr/>
          <p:nvPr/>
        </p:nvSpPr>
        <p:spPr>
          <a:xfrm>
            <a:off x="905256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Oval 1408"/>
          <p:cNvSpPr/>
          <p:nvPr/>
        </p:nvSpPr>
        <p:spPr>
          <a:xfrm>
            <a:off x="905256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Oval 1409"/>
          <p:cNvSpPr/>
          <p:nvPr/>
        </p:nvSpPr>
        <p:spPr>
          <a:xfrm>
            <a:off x="905256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Oval 1410"/>
          <p:cNvSpPr/>
          <p:nvPr/>
        </p:nvSpPr>
        <p:spPr>
          <a:xfrm>
            <a:off x="918972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Oval 1411"/>
          <p:cNvSpPr/>
          <p:nvPr/>
        </p:nvSpPr>
        <p:spPr>
          <a:xfrm>
            <a:off x="918972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Oval 1412"/>
          <p:cNvSpPr/>
          <p:nvPr/>
        </p:nvSpPr>
        <p:spPr>
          <a:xfrm>
            <a:off x="918972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Oval 1413"/>
          <p:cNvSpPr/>
          <p:nvPr/>
        </p:nvSpPr>
        <p:spPr>
          <a:xfrm>
            <a:off x="918972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Oval 1414"/>
          <p:cNvSpPr/>
          <p:nvPr/>
        </p:nvSpPr>
        <p:spPr>
          <a:xfrm>
            <a:off x="918972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Oval 1415"/>
          <p:cNvSpPr/>
          <p:nvPr/>
        </p:nvSpPr>
        <p:spPr>
          <a:xfrm>
            <a:off x="918972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Oval 1416"/>
          <p:cNvSpPr/>
          <p:nvPr/>
        </p:nvSpPr>
        <p:spPr>
          <a:xfrm>
            <a:off x="918972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Oval 1417"/>
          <p:cNvSpPr/>
          <p:nvPr/>
        </p:nvSpPr>
        <p:spPr>
          <a:xfrm>
            <a:off x="918972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Oval 1418"/>
          <p:cNvSpPr/>
          <p:nvPr/>
        </p:nvSpPr>
        <p:spPr>
          <a:xfrm>
            <a:off x="918972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Oval 1419"/>
          <p:cNvSpPr/>
          <p:nvPr/>
        </p:nvSpPr>
        <p:spPr>
          <a:xfrm>
            <a:off x="918972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Oval 1420"/>
          <p:cNvSpPr/>
          <p:nvPr/>
        </p:nvSpPr>
        <p:spPr>
          <a:xfrm>
            <a:off x="918972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Oval 1421"/>
          <p:cNvSpPr/>
          <p:nvPr/>
        </p:nvSpPr>
        <p:spPr>
          <a:xfrm>
            <a:off x="918972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Oval 1422"/>
          <p:cNvSpPr/>
          <p:nvPr/>
        </p:nvSpPr>
        <p:spPr>
          <a:xfrm>
            <a:off x="918972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Oval 1423"/>
          <p:cNvSpPr/>
          <p:nvPr/>
        </p:nvSpPr>
        <p:spPr>
          <a:xfrm>
            <a:off x="918972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Oval 1424"/>
          <p:cNvSpPr/>
          <p:nvPr/>
        </p:nvSpPr>
        <p:spPr>
          <a:xfrm>
            <a:off x="918972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Oval 1425"/>
          <p:cNvSpPr/>
          <p:nvPr/>
        </p:nvSpPr>
        <p:spPr>
          <a:xfrm>
            <a:off x="918972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Oval 1426"/>
          <p:cNvSpPr/>
          <p:nvPr/>
        </p:nvSpPr>
        <p:spPr>
          <a:xfrm>
            <a:off x="918972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Oval 1427"/>
          <p:cNvSpPr/>
          <p:nvPr/>
        </p:nvSpPr>
        <p:spPr>
          <a:xfrm>
            <a:off x="918972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Oval 1428"/>
          <p:cNvSpPr/>
          <p:nvPr/>
        </p:nvSpPr>
        <p:spPr>
          <a:xfrm>
            <a:off x="918972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Oval 1429"/>
          <p:cNvSpPr/>
          <p:nvPr/>
        </p:nvSpPr>
        <p:spPr>
          <a:xfrm>
            <a:off x="918972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Oval 1430"/>
          <p:cNvSpPr/>
          <p:nvPr/>
        </p:nvSpPr>
        <p:spPr>
          <a:xfrm>
            <a:off x="918972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Oval 1431"/>
          <p:cNvSpPr/>
          <p:nvPr/>
        </p:nvSpPr>
        <p:spPr>
          <a:xfrm>
            <a:off x="932688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Oval 1432"/>
          <p:cNvSpPr/>
          <p:nvPr/>
        </p:nvSpPr>
        <p:spPr>
          <a:xfrm>
            <a:off x="932688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Oval 1433"/>
          <p:cNvSpPr/>
          <p:nvPr/>
        </p:nvSpPr>
        <p:spPr>
          <a:xfrm>
            <a:off x="932688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Oval 1434"/>
          <p:cNvSpPr/>
          <p:nvPr/>
        </p:nvSpPr>
        <p:spPr>
          <a:xfrm>
            <a:off x="932688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Oval 1435"/>
          <p:cNvSpPr/>
          <p:nvPr/>
        </p:nvSpPr>
        <p:spPr>
          <a:xfrm>
            <a:off x="932688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Oval 1436"/>
          <p:cNvSpPr/>
          <p:nvPr/>
        </p:nvSpPr>
        <p:spPr>
          <a:xfrm>
            <a:off x="932688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Oval 1437"/>
          <p:cNvSpPr/>
          <p:nvPr/>
        </p:nvSpPr>
        <p:spPr>
          <a:xfrm>
            <a:off x="932688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Oval 1438"/>
          <p:cNvSpPr/>
          <p:nvPr/>
        </p:nvSpPr>
        <p:spPr>
          <a:xfrm>
            <a:off x="932688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Oval 1439"/>
          <p:cNvSpPr/>
          <p:nvPr/>
        </p:nvSpPr>
        <p:spPr>
          <a:xfrm>
            <a:off x="932688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Oval 1440"/>
          <p:cNvSpPr/>
          <p:nvPr/>
        </p:nvSpPr>
        <p:spPr>
          <a:xfrm>
            <a:off x="932688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Oval 1441"/>
          <p:cNvSpPr/>
          <p:nvPr/>
        </p:nvSpPr>
        <p:spPr>
          <a:xfrm>
            <a:off x="932688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Oval 1442"/>
          <p:cNvSpPr/>
          <p:nvPr/>
        </p:nvSpPr>
        <p:spPr>
          <a:xfrm>
            <a:off x="932688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Oval 1443"/>
          <p:cNvSpPr/>
          <p:nvPr/>
        </p:nvSpPr>
        <p:spPr>
          <a:xfrm>
            <a:off x="932688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Oval 1444"/>
          <p:cNvSpPr/>
          <p:nvPr/>
        </p:nvSpPr>
        <p:spPr>
          <a:xfrm>
            <a:off x="932688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Oval 1445"/>
          <p:cNvSpPr/>
          <p:nvPr/>
        </p:nvSpPr>
        <p:spPr>
          <a:xfrm>
            <a:off x="932688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Oval 1446"/>
          <p:cNvSpPr/>
          <p:nvPr/>
        </p:nvSpPr>
        <p:spPr>
          <a:xfrm>
            <a:off x="932688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Oval 1447"/>
          <p:cNvSpPr/>
          <p:nvPr/>
        </p:nvSpPr>
        <p:spPr>
          <a:xfrm>
            <a:off x="932688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Oval 1448"/>
          <p:cNvSpPr/>
          <p:nvPr/>
        </p:nvSpPr>
        <p:spPr>
          <a:xfrm>
            <a:off x="932688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Oval 1449"/>
          <p:cNvSpPr/>
          <p:nvPr/>
        </p:nvSpPr>
        <p:spPr>
          <a:xfrm>
            <a:off x="932688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Oval 1450"/>
          <p:cNvSpPr/>
          <p:nvPr/>
        </p:nvSpPr>
        <p:spPr>
          <a:xfrm>
            <a:off x="932688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Oval 1451"/>
          <p:cNvSpPr/>
          <p:nvPr/>
        </p:nvSpPr>
        <p:spPr>
          <a:xfrm>
            <a:off x="932688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Oval 1452"/>
          <p:cNvSpPr/>
          <p:nvPr/>
        </p:nvSpPr>
        <p:spPr>
          <a:xfrm>
            <a:off x="946404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Oval 1453"/>
          <p:cNvSpPr/>
          <p:nvPr/>
        </p:nvSpPr>
        <p:spPr>
          <a:xfrm>
            <a:off x="946404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Oval 1454"/>
          <p:cNvSpPr/>
          <p:nvPr/>
        </p:nvSpPr>
        <p:spPr>
          <a:xfrm>
            <a:off x="946404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Oval 1455"/>
          <p:cNvSpPr/>
          <p:nvPr/>
        </p:nvSpPr>
        <p:spPr>
          <a:xfrm>
            <a:off x="946404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Oval 1456"/>
          <p:cNvSpPr/>
          <p:nvPr/>
        </p:nvSpPr>
        <p:spPr>
          <a:xfrm>
            <a:off x="946404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Oval 1457"/>
          <p:cNvSpPr/>
          <p:nvPr/>
        </p:nvSpPr>
        <p:spPr>
          <a:xfrm>
            <a:off x="946404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Oval 1458"/>
          <p:cNvSpPr/>
          <p:nvPr/>
        </p:nvSpPr>
        <p:spPr>
          <a:xfrm>
            <a:off x="946404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Oval 1459"/>
          <p:cNvSpPr/>
          <p:nvPr/>
        </p:nvSpPr>
        <p:spPr>
          <a:xfrm>
            <a:off x="946404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Oval 1460"/>
          <p:cNvSpPr/>
          <p:nvPr/>
        </p:nvSpPr>
        <p:spPr>
          <a:xfrm>
            <a:off x="946404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Oval 1461"/>
          <p:cNvSpPr/>
          <p:nvPr/>
        </p:nvSpPr>
        <p:spPr>
          <a:xfrm>
            <a:off x="946404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Oval 1462"/>
          <p:cNvSpPr/>
          <p:nvPr/>
        </p:nvSpPr>
        <p:spPr>
          <a:xfrm>
            <a:off x="946404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Oval 1463"/>
          <p:cNvSpPr/>
          <p:nvPr/>
        </p:nvSpPr>
        <p:spPr>
          <a:xfrm>
            <a:off x="946404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Oval 1464"/>
          <p:cNvSpPr/>
          <p:nvPr/>
        </p:nvSpPr>
        <p:spPr>
          <a:xfrm>
            <a:off x="946404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Oval 1465"/>
          <p:cNvSpPr/>
          <p:nvPr/>
        </p:nvSpPr>
        <p:spPr>
          <a:xfrm>
            <a:off x="946404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Oval 1466"/>
          <p:cNvSpPr/>
          <p:nvPr/>
        </p:nvSpPr>
        <p:spPr>
          <a:xfrm>
            <a:off x="946404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Oval 1467"/>
          <p:cNvSpPr/>
          <p:nvPr/>
        </p:nvSpPr>
        <p:spPr>
          <a:xfrm>
            <a:off x="946404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Oval 1468"/>
          <p:cNvSpPr/>
          <p:nvPr/>
        </p:nvSpPr>
        <p:spPr>
          <a:xfrm>
            <a:off x="946404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Oval 1469"/>
          <p:cNvSpPr/>
          <p:nvPr/>
        </p:nvSpPr>
        <p:spPr>
          <a:xfrm>
            <a:off x="946404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Oval 1470"/>
          <p:cNvSpPr/>
          <p:nvPr/>
        </p:nvSpPr>
        <p:spPr>
          <a:xfrm>
            <a:off x="946404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Oval 1471"/>
          <p:cNvSpPr/>
          <p:nvPr/>
        </p:nvSpPr>
        <p:spPr>
          <a:xfrm>
            <a:off x="946404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Oval 1472"/>
          <p:cNvSpPr/>
          <p:nvPr/>
        </p:nvSpPr>
        <p:spPr>
          <a:xfrm>
            <a:off x="946404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Oval 1473"/>
          <p:cNvSpPr/>
          <p:nvPr/>
        </p:nvSpPr>
        <p:spPr>
          <a:xfrm>
            <a:off x="960120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Oval 1474"/>
          <p:cNvSpPr/>
          <p:nvPr/>
        </p:nvSpPr>
        <p:spPr>
          <a:xfrm>
            <a:off x="960120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Oval 1475"/>
          <p:cNvSpPr/>
          <p:nvPr/>
        </p:nvSpPr>
        <p:spPr>
          <a:xfrm>
            <a:off x="960120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Oval 1476"/>
          <p:cNvSpPr/>
          <p:nvPr/>
        </p:nvSpPr>
        <p:spPr>
          <a:xfrm>
            <a:off x="960120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Oval 1477"/>
          <p:cNvSpPr/>
          <p:nvPr/>
        </p:nvSpPr>
        <p:spPr>
          <a:xfrm>
            <a:off x="960120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Oval 1478"/>
          <p:cNvSpPr/>
          <p:nvPr/>
        </p:nvSpPr>
        <p:spPr>
          <a:xfrm>
            <a:off x="960120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Oval 1479"/>
          <p:cNvSpPr/>
          <p:nvPr/>
        </p:nvSpPr>
        <p:spPr>
          <a:xfrm>
            <a:off x="960120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Oval 1480"/>
          <p:cNvSpPr/>
          <p:nvPr/>
        </p:nvSpPr>
        <p:spPr>
          <a:xfrm>
            <a:off x="960120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Oval 1481"/>
          <p:cNvSpPr/>
          <p:nvPr/>
        </p:nvSpPr>
        <p:spPr>
          <a:xfrm>
            <a:off x="960120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Oval 1482"/>
          <p:cNvSpPr/>
          <p:nvPr/>
        </p:nvSpPr>
        <p:spPr>
          <a:xfrm>
            <a:off x="960120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Oval 1483"/>
          <p:cNvSpPr/>
          <p:nvPr/>
        </p:nvSpPr>
        <p:spPr>
          <a:xfrm>
            <a:off x="960120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Oval 1484"/>
          <p:cNvSpPr/>
          <p:nvPr/>
        </p:nvSpPr>
        <p:spPr>
          <a:xfrm>
            <a:off x="960120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Oval 1485"/>
          <p:cNvSpPr/>
          <p:nvPr/>
        </p:nvSpPr>
        <p:spPr>
          <a:xfrm>
            <a:off x="960120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Oval 1486"/>
          <p:cNvSpPr/>
          <p:nvPr/>
        </p:nvSpPr>
        <p:spPr>
          <a:xfrm>
            <a:off x="960120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Oval 1487"/>
          <p:cNvSpPr/>
          <p:nvPr/>
        </p:nvSpPr>
        <p:spPr>
          <a:xfrm>
            <a:off x="960120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Oval 1488"/>
          <p:cNvSpPr/>
          <p:nvPr/>
        </p:nvSpPr>
        <p:spPr>
          <a:xfrm>
            <a:off x="960120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Oval 1489"/>
          <p:cNvSpPr/>
          <p:nvPr/>
        </p:nvSpPr>
        <p:spPr>
          <a:xfrm>
            <a:off x="960120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Oval 1490"/>
          <p:cNvSpPr/>
          <p:nvPr/>
        </p:nvSpPr>
        <p:spPr>
          <a:xfrm>
            <a:off x="960120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Oval 1491"/>
          <p:cNvSpPr/>
          <p:nvPr/>
        </p:nvSpPr>
        <p:spPr>
          <a:xfrm>
            <a:off x="960120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Oval 1492"/>
          <p:cNvSpPr/>
          <p:nvPr/>
        </p:nvSpPr>
        <p:spPr>
          <a:xfrm>
            <a:off x="960120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Oval 1493"/>
          <p:cNvSpPr/>
          <p:nvPr/>
        </p:nvSpPr>
        <p:spPr>
          <a:xfrm>
            <a:off x="960120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Oval 1494"/>
          <p:cNvSpPr/>
          <p:nvPr/>
        </p:nvSpPr>
        <p:spPr>
          <a:xfrm>
            <a:off x="973836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Oval 1495"/>
          <p:cNvSpPr/>
          <p:nvPr/>
        </p:nvSpPr>
        <p:spPr>
          <a:xfrm>
            <a:off x="973836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Oval 1496"/>
          <p:cNvSpPr/>
          <p:nvPr/>
        </p:nvSpPr>
        <p:spPr>
          <a:xfrm>
            <a:off x="973836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Oval 1497"/>
          <p:cNvSpPr/>
          <p:nvPr/>
        </p:nvSpPr>
        <p:spPr>
          <a:xfrm>
            <a:off x="973836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Oval 1498"/>
          <p:cNvSpPr/>
          <p:nvPr/>
        </p:nvSpPr>
        <p:spPr>
          <a:xfrm>
            <a:off x="973836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Oval 1499"/>
          <p:cNvSpPr/>
          <p:nvPr/>
        </p:nvSpPr>
        <p:spPr>
          <a:xfrm>
            <a:off x="973836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Oval 1500"/>
          <p:cNvSpPr/>
          <p:nvPr/>
        </p:nvSpPr>
        <p:spPr>
          <a:xfrm>
            <a:off x="973836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Oval 1501"/>
          <p:cNvSpPr/>
          <p:nvPr/>
        </p:nvSpPr>
        <p:spPr>
          <a:xfrm>
            <a:off x="973836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Oval 1502"/>
          <p:cNvSpPr/>
          <p:nvPr/>
        </p:nvSpPr>
        <p:spPr>
          <a:xfrm>
            <a:off x="973836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Oval 1503"/>
          <p:cNvSpPr/>
          <p:nvPr/>
        </p:nvSpPr>
        <p:spPr>
          <a:xfrm>
            <a:off x="973836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Oval 1504"/>
          <p:cNvSpPr/>
          <p:nvPr/>
        </p:nvSpPr>
        <p:spPr>
          <a:xfrm>
            <a:off x="973836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Oval 1505"/>
          <p:cNvSpPr/>
          <p:nvPr/>
        </p:nvSpPr>
        <p:spPr>
          <a:xfrm>
            <a:off x="973836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Oval 1506"/>
          <p:cNvSpPr/>
          <p:nvPr/>
        </p:nvSpPr>
        <p:spPr>
          <a:xfrm>
            <a:off x="973836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Oval 1507"/>
          <p:cNvSpPr/>
          <p:nvPr/>
        </p:nvSpPr>
        <p:spPr>
          <a:xfrm>
            <a:off x="973836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Oval 1508"/>
          <p:cNvSpPr/>
          <p:nvPr/>
        </p:nvSpPr>
        <p:spPr>
          <a:xfrm>
            <a:off x="973836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Oval 1509"/>
          <p:cNvSpPr/>
          <p:nvPr/>
        </p:nvSpPr>
        <p:spPr>
          <a:xfrm>
            <a:off x="973836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Oval 1510"/>
          <p:cNvSpPr/>
          <p:nvPr/>
        </p:nvSpPr>
        <p:spPr>
          <a:xfrm>
            <a:off x="973836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Oval 1511"/>
          <p:cNvSpPr/>
          <p:nvPr/>
        </p:nvSpPr>
        <p:spPr>
          <a:xfrm>
            <a:off x="973836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Oval 1512"/>
          <p:cNvSpPr/>
          <p:nvPr/>
        </p:nvSpPr>
        <p:spPr>
          <a:xfrm>
            <a:off x="973836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Oval 1513"/>
          <p:cNvSpPr/>
          <p:nvPr/>
        </p:nvSpPr>
        <p:spPr>
          <a:xfrm>
            <a:off x="973836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Oval 1514"/>
          <p:cNvSpPr/>
          <p:nvPr/>
        </p:nvSpPr>
        <p:spPr>
          <a:xfrm>
            <a:off x="973836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Oval 1515"/>
          <p:cNvSpPr/>
          <p:nvPr/>
        </p:nvSpPr>
        <p:spPr>
          <a:xfrm>
            <a:off x="987552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Oval 1516"/>
          <p:cNvSpPr/>
          <p:nvPr/>
        </p:nvSpPr>
        <p:spPr>
          <a:xfrm>
            <a:off x="987552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Oval 1517"/>
          <p:cNvSpPr/>
          <p:nvPr/>
        </p:nvSpPr>
        <p:spPr>
          <a:xfrm>
            <a:off x="987552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Oval 1518"/>
          <p:cNvSpPr/>
          <p:nvPr/>
        </p:nvSpPr>
        <p:spPr>
          <a:xfrm>
            <a:off x="987552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Oval 1519"/>
          <p:cNvSpPr/>
          <p:nvPr/>
        </p:nvSpPr>
        <p:spPr>
          <a:xfrm>
            <a:off x="987552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Oval 1520"/>
          <p:cNvSpPr/>
          <p:nvPr/>
        </p:nvSpPr>
        <p:spPr>
          <a:xfrm>
            <a:off x="987552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Oval 1521"/>
          <p:cNvSpPr/>
          <p:nvPr/>
        </p:nvSpPr>
        <p:spPr>
          <a:xfrm>
            <a:off x="987552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Oval 1522"/>
          <p:cNvSpPr/>
          <p:nvPr/>
        </p:nvSpPr>
        <p:spPr>
          <a:xfrm>
            <a:off x="987552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Oval 1523"/>
          <p:cNvSpPr/>
          <p:nvPr/>
        </p:nvSpPr>
        <p:spPr>
          <a:xfrm>
            <a:off x="987552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Oval 1524"/>
          <p:cNvSpPr/>
          <p:nvPr/>
        </p:nvSpPr>
        <p:spPr>
          <a:xfrm>
            <a:off x="987552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Oval 1525"/>
          <p:cNvSpPr/>
          <p:nvPr/>
        </p:nvSpPr>
        <p:spPr>
          <a:xfrm>
            <a:off x="987552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Oval 1526"/>
          <p:cNvSpPr/>
          <p:nvPr/>
        </p:nvSpPr>
        <p:spPr>
          <a:xfrm>
            <a:off x="987552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Oval 1527"/>
          <p:cNvSpPr/>
          <p:nvPr/>
        </p:nvSpPr>
        <p:spPr>
          <a:xfrm>
            <a:off x="987552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Oval 1528"/>
          <p:cNvSpPr/>
          <p:nvPr/>
        </p:nvSpPr>
        <p:spPr>
          <a:xfrm>
            <a:off x="987552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Oval 1529"/>
          <p:cNvSpPr/>
          <p:nvPr/>
        </p:nvSpPr>
        <p:spPr>
          <a:xfrm>
            <a:off x="987552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Oval 1530"/>
          <p:cNvSpPr/>
          <p:nvPr/>
        </p:nvSpPr>
        <p:spPr>
          <a:xfrm>
            <a:off x="987552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Oval 1531"/>
          <p:cNvSpPr/>
          <p:nvPr/>
        </p:nvSpPr>
        <p:spPr>
          <a:xfrm>
            <a:off x="987552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Oval 1532"/>
          <p:cNvSpPr/>
          <p:nvPr/>
        </p:nvSpPr>
        <p:spPr>
          <a:xfrm>
            <a:off x="987552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Oval 1533"/>
          <p:cNvSpPr/>
          <p:nvPr/>
        </p:nvSpPr>
        <p:spPr>
          <a:xfrm>
            <a:off x="987552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Oval 1534"/>
          <p:cNvSpPr/>
          <p:nvPr/>
        </p:nvSpPr>
        <p:spPr>
          <a:xfrm>
            <a:off x="987552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Oval 1535"/>
          <p:cNvSpPr/>
          <p:nvPr/>
        </p:nvSpPr>
        <p:spPr>
          <a:xfrm>
            <a:off x="987552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Oval 1536"/>
          <p:cNvSpPr/>
          <p:nvPr/>
        </p:nvSpPr>
        <p:spPr>
          <a:xfrm>
            <a:off x="1001268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Oval 1537"/>
          <p:cNvSpPr/>
          <p:nvPr/>
        </p:nvSpPr>
        <p:spPr>
          <a:xfrm>
            <a:off x="1001268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Oval 1538"/>
          <p:cNvSpPr/>
          <p:nvPr/>
        </p:nvSpPr>
        <p:spPr>
          <a:xfrm>
            <a:off x="1001268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Oval 1539"/>
          <p:cNvSpPr/>
          <p:nvPr/>
        </p:nvSpPr>
        <p:spPr>
          <a:xfrm>
            <a:off x="1001268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Oval 1540"/>
          <p:cNvSpPr/>
          <p:nvPr/>
        </p:nvSpPr>
        <p:spPr>
          <a:xfrm>
            <a:off x="1001268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Oval 1541"/>
          <p:cNvSpPr/>
          <p:nvPr/>
        </p:nvSpPr>
        <p:spPr>
          <a:xfrm>
            <a:off x="1001268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Oval 1542"/>
          <p:cNvSpPr/>
          <p:nvPr/>
        </p:nvSpPr>
        <p:spPr>
          <a:xfrm>
            <a:off x="1001268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Oval 1543"/>
          <p:cNvSpPr/>
          <p:nvPr/>
        </p:nvSpPr>
        <p:spPr>
          <a:xfrm>
            <a:off x="1001268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Oval 1544"/>
          <p:cNvSpPr/>
          <p:nvPr/>
        </p:nvSpPr>
        <p:spPr>
          <a:xfrm>
            <a:off x="1001268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Oval 1545"/>
          <p:cNvSpPr/>
          <p:nvPr/>
        </p:nvSpPr>
        <p:spPr>
          <a:xfrm>
            <a:off x="1001268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Oval 1546"/>
          <p:cNvSpPr/>
          <p:nvPr/>
        </p:nvSpPr>
        <p:spPr>
          <a:xfrm>
            <a:off x="1001268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Oval 1547"/>
          <p:cNvSpPr/>
          <p:nvPr/>
        </p:nvSpPr>
        <p:spPr>
          <a:xfrm>
            <a:off x="1001268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Oval 1548"/>
          <p:cNvSpPr/>
          <p:nvPr/>
        </p:nvSpPr>
        <p:spPr>
          <a:xfrm>
            <a:off x="1001268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Oval 1549"/>
          <p:cNvSpPr/>
          <p:nvPr/>
        </p:nvSpPr>
        <p:spPr>
          <a:xfrm>
            <a:off x="1001268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Oval 1550"/>
          <p:cNvSpPr/>
          <p:nvPr/>
        </p:nvSpPr>
        <p:spPr>
          <a:xfrm>
            <a:off x="1001268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Oval 1551"/>
          <p:cNvSpPr/>
          <p:nvPr/>
        </p:nvSpPr>
        <p:spPr>
          <a:xfrm>
            <a:off x="1001268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Oval 1552"/>
          <p:cNvSpPr/>
          <p:nvPr/>
        </p:nvSpPr>
        <p:spPr>
          <a:xfrm>
            <a:off x="1001268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Oval 1553"/>
          <p:cNvSpPr/>
          <p:nvPr/>
        </p:nvSpPr>
        <p:spPr>
          <a:xfrm>
            <a:off x="1001268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Oval 1554"/>
          <p:cNvSpPr/>
          <p:nvPr/>
        </p:nvSpPr>
        <p:spPr>
          <a:xfrm>
            <a:off x="1001268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Oval 1555"/>
          <p:cNvSpPr/>
          <p:nvPr/>
        </p:nvSpPr>
        <p:spPr>
          <a:xfrm>
            <a:off x="1001268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Oval 1556"/>
          <p:cNvSpPr/>
          <p:nvPr/>
        </p:nvSpPr>
        <p:spPr>
          <a:xfrm>
            <a:off x="1001268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Oval 1557"/>
          <p:cNvSpPr/>
          <p:nvPr/>
        </p:nvSpPr>
        <p:spPr>
          <a:xfrm>
            <a:off x="1014984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Oval 1558"/>
          <p:cNvSpPr/>
          <p:nvPr/>
        </p:nvSpPr>
        <p:spPr>
          <a:xfrm>
            <a:off x="1014984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Oval 1559"/>
          <p:cNvSpPr/>
          <p:nvPr/>
        </p:nvSpPr>
        <p:spPr>
          <a:xfrm>
            <a:off x="1014984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Oval 1560"/>
          <p:cNvSpPr/>
          <p:nvPr/>
        </p:nvSpPr>
        <p:spPr>
          <a:xfrm>
            <a:off x="1014984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Oval 1561"/>
          <p:cNvSpPr/>
          <p:nvPr/>
        </p:nvSpPr>
        <p:spPr>
          <a:xfrm>
            <a:off x="1014984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Oval 1562"/>
          <p:cNvSpPr/>
          <p:nvPr/>
        </p:nvSpPr>
        <p:spPr>
          <a:xfrm>
            <a:off x="1014984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Oval 1563"/>
          <p:cNvSpPr/>
          <p:nvPr/>
        </p:nvSpPr>
        <p:spPr>
          <a:xfrm>
            <a:off x="1014984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Oval 1564"/>
          <p:cNvSpPr/>
          <p:nvPr/>
        </p:nvSpPr>
        <p:spPr>
          <a:xfrm>
            <a:off x="1014984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Oval 1565"/>
          <p:cNvSpPr/>
          <p:nvPr/>
        </p:nvSpPr>
        <p:spPr>
          <a:xfrm>
            <a:off x="1014984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Oval 1566"/>
          <p:cNvSpPr/>
          <p:nvPr/>
        </p:nvSpPr>
        <p:spPr>
          <a:xfrm>
            <a:off x="1014984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Oval 1567"/>
          <p:cNvSpPr/>
          <p:nvPr/>
        </p:nvSpPr>
        <p:spPr>
          <a:xfrm>
            <a:off x="1014984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Oval 1568"/>
          <p:cNvSpPr/>
          <p:nvPr/>
        </p:nvSpPr>
        <p:spPr>
          <a:xfrm>
            <a:off x="1014984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Oval 1569"/>
          <p:cNvSpPr/>
          <p:nvPr/>
        </p:nvSpPr>
        <p:spPr>
          <a:xfrm>
            <a:off x="1014984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Oval 1570"/>
          <p:cNvSpPr/>
          <p:nvPr/>
        </p:nvSpPr>
        <p:spPr>
          <a:xfrm>
            <a:off x="1014984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Oval 1571"/>
          <p:cNvSpPr/>
          <p:nvPr/>
        </p:nvSpPr>
        <p:spPr>
          <a:xfrm>
            <a:off x="1014984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Oval 1572"/>
          <p:cNvSpPr/>
          <p:nvPr/>
        </p:nvSpPr>
        <p:spPr>
          <a:xfrm>
            <a:off x="1014984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Oval 1573"/>
          <p:cNvSpPr/>
          <p:nvPr/>
        </p:nvSpPr>
        <p:spPr>
          <a:xfrm>
            <a:off x="1014984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Oval 1574"/>
          <p:cNvSpPr/>
          <p:nvPr/>
        </p:nvSpPr>
        <p:spPr>
          <a:xfrm>
            <a:off x="1014984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Oval 1575"/>
          <p:cNvSpPr/>
          <p:nvPr/>
        </p:nvSpPr>
        <p:spPr>
          <a:xfrm>
            <a:off x="1014984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Oval 1576"/>
          <p:cNvSpPr/>
          <p:nvPr/>
        </p:nvSpPr>
        <p:spPr>
          <a:xfrm>
            <a:off x="1014984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Oval 1577"/>
          <p:cNvSpPr/>
          <p:nvPr/>
        </p:nvSpPr>
        <p:spPr>
          <a:xfrm>
            <a:off x="1014984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Oval 1578"/>
          <p:cNvSpPr/>
          <p:nvPr/>
        </p:nvSpPr>
        <p:spPr>
          <a:xfrm>
            <a:off x="1028700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Oval 1579"/>
          <p:cNvSpPr/>
          <p:nvPr/>
        </p:nvSpPr>
        <p:spPr>
          <a:xfrm>
            <a:off x="1028700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Oval 1580"/>
          <p:cNvSpPr/>
          <p:nvPr/>
        </p:nvSpPr>
        <p:spPr>
          <a:xfrm>
            <a:off x="1028700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Oval 1581"/>
          <p:cNvSpPr/>
          <p:nvPr/>
        </p:nvSpPr>
        <p:spPr>
          <a:xfrm>
            <a:off x="1028700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Oval 1582"/>
          <p:cNvSpPr/>
          <p:nvPr/>
        </p:nvSpPr>
        <p:spPr>
          <a:xfrm>
            <a:off x="1028700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Oval 1583"/>
          <p:cNvSpPr/>
          <p:nvPr/>
        </p:nvSpPr>
        <p:spPr>
          <a:xfrm>
            <a:off x="1028700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Oval 1584"/>
          <p:cNvSpPr/>
          <p:nvPr/>
        </p:nvSpPr>
        <p:spPr>
          <a:xfrm>
            <a:off x="1028700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Oval 1585"/>
          <p:cNvSpPr/>
          <p:nvPr/>
        </p:nvSpPr>
        <p:spPr>
          <a:xfrm>
            <a:off x="1028700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Oval 1586"/>
          <p:cNvSpPr/>
          <p:nvPr/>
        </p:nvSpPr>
        <p:spPr>
          <a:xfrm>
            <a:off x="1028700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Oval 1587"/>
          <p:cNvSpPr/>
          <p:nvPr/>
        </p:nvSpPr>
        <p:spPr>
          <a:xfrm>
            <a:off x="1028700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Oval 1588"/>
          <p:cNvSpPr/>
          <p:nvPr/>
        </p:nvSpPr>
        <p:spPr>
          <a:xfrm>
            <a:off x="1028700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Oval 1589"/>
          <p:cNvSpPr/>
          <p:nvPr/>
        </p:nvSpPr>
        <p:spPr>
          <a:xfrm>
            <a:off x="1028700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Oval 1590"/>
          <p:cNvSpPr/>
          <p:nvPr/>
        </p:nvSpPr>
        <p:spPr>
          <a:xfrm>
            <a:off x="1028700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Oval 1591"/>
          <p:cNvSpPr/>
          <p:nvPr/>
        </p:nvSpPr>
        <p:spPr>
          <a:xfrm>
            <a:off x="1028700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Oval 1592"/>
          <p:cNvSpPr/>
          <p:nvPr/>
        </p:nvSpPr>
        <p:spPr>
          <a:xfrm>
            <a:off x="1028700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Oval 1593"/>
          <p:cNvSpPr/>
          <p:nvPr/>
        </p:nvSpPr>
        <p:spPr>
          <a:xfrm>
            <a:off x="1028700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Oval 1594"/>
          <p:cNvSpPr/>
          <p:nvPr/>
        </p:nvSpPr>
        <p:spPr>
          <a:xfrm>
            <a:off x="1028700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Oval 1595"/>
          <p:cNvSpPr/>
          <p:nvPr/>
        </p:nvSpPr>
        <p:spPr>
          <a:xfrm>
            <a:off x="1028700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Oval 1596"/>
          <p:cNvSpPr/>
          <p:nvPr/>
        </p:nvSpPr>
        <p:spPr>
          <a:xfrm>
            <a:off x="1028700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Oval 1597"/>
          <p:cNvSpPr/>
          <p:nvPr/>
        </p:nvSpPr>
        <p:spPr>
          <a:xfrm>
            <a:off x="1028700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Oval 1598"/>
          <p:cNvSpPr/>
          <p:nvPr/>
        </p:nvSpPr>
        <p:spPr>
          <a:xfrm>
            <a:off x="1028700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Oval 1599"/>
          <p:cNvSpPr/>
          <p:nvPr/>
        </p:nvSpPr>
        <p:spPr>
          <a:xfrm>
            <a:off x="1042416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Oval 1600"/>
          <p:cNvSpPr/>
          <p:nvPr/>
        </p:nvSpPr>
        <p:spPr>
          <a:xfrm>
            <a:off x="1042416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Oval 1601"/>
          <p:cNvSpPr/>
          <p:nvPr/>
        </p:nvSpPr>
        <p:spPr>
          <a:xfrm>
            <a:off x="1042416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Oval 1602"/>
          <p:cNvSpPr/>
          <p:nvPr/>
        </p:nvSpPr>
        <p:spPr>
          <a:xfrm>
            <a:off x="1042416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Oval 1603"/>
          <p:cNvSpPr/>
          <p:nvPr/>
        </p:nvSpPr>
        <p:spPr>
          <a:xfrm>
            <a:off x="1042416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Oval 1604"/>
          <p:cNvSpPr/>
          <p:nvPr/>
        </p:nvSpPr>
        <p:spPr>
          <a:xfrm>
            <a:off x="1042416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Oval 1605"/>
          <p:cNvSpPr/>
          <p:nvPr/>
        </p:nvSpPr>
        <p:spPr>
          <a:xfrm>
            <a:off x="1042416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Oval 1606"/>
          <p:cNvSpPr/>
          <p:nvPr/>
        </p:nvSpPr>
        <p:spPr>
          <a:xfrm>
            <a:off x="1042416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Oval 1607"/>
          <p:cNvSpPr/>
          <p:nvPr/>
        </p:nvSpPr>
        <p:spPr>
          <a:xfrm>
            <a:off x="1042416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Oval 1608"/>
          <p:cNvSpPr/>
          <p:nvPr/>
        </p:nvSpPr>
        <p:spPr>
          <a:xfrm>
            <a:off x="1042416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Oval 1609"/>
          <p:cNvSpPr/>
          <p:nvPr/>
        </p:nvSpPr>
        <p:spPr>
          <a:xfrm>
            <a:off x="1042416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Oval 1610"/>
          <p:cNvSpPr/>
          <p:nvPr/>
        </p:nvSpPr>
        <p:spPr>
          <a:xfrm>
            <a:off x="1042416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Oval 1611"/>
          <p:cNvSpPr/>
          <p:nvPr/>
        </p:nvSpPr>
        <p:spPr>
          <a:xfrm>
            <a:off x="1042416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Oval 1612"/>
          <p:cNvSpPr/>
          <p:nvPr/>
        </p:nvSpPr>
        <p:spPr>
          <a:xfrm>
            <a:off x="1042416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Oval 1613"/>
          <p:cNvSpPr/>
          <p:nvPr/>
        </p:nvSpPr>
        <p:spPr>
          <a:xfrm>
            <a:off x="1042416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Oval 1614"/>
          <p:cNvSpPr/>
          <p:nvPr/>
        </p:nvSpPr>
        <p:spPr>
          <a:xfrm>
            <a:off x="1042416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Oval 1615"/>
          <p:cNvSpPr/>
          <p:nvPr/>
        </p:nvSpPr>
        <p:spPr>
          <a:xfrm>
            <a:off x="1042416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Oval 1616"/>
          <p:cNvSpPr/>
          <p:nvPr/>
        </p:nvSpPr>
        <p:spPr>
          <a:xfrm>
            <a:off x="1042416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Oval 1617"/>
          <p:cNvSpPr/>
          <p:nvPr/>
        </p:nvSpPr>
        <p:spPr>
          <a:xfrm>
            <a:off x="1042416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Oval 1618"/>
          <p:cNvSpPr/>
          <p:nvPr/>
        </p:nvSpPr>
        <p:spPr>
          <a:xfrm>
            <a:off x="1042416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Oval 1619"/>
          <p:cNvSpPr/>
          <p:nvPr/>
        </p:nvSpPr>
        <p:spPr>
          <a:xfrm>
            <a:off x="1042416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Oval 1620"/>
          <p:cNvSpPr/>
          <p:nvPr/>
        </p:nvSpPr>
        <p:spPr>
          <a:xfrm>
            <a:off x="1056132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Oval 1621"/>
          <p:cNvSpPr/>
          <p:nvPr/>
        </p:nvSpPr>
        <p:spPr>
          <a:xfrm>
            <a:off x="1056132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Oval 1622"/>
          <p:cNvSpPr/>
          <p:nvPr/>
        </p:nvSpPr>
        <p:spPr>
          <a:xfrm>
            <a:off x="1056132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Oval 1623"/>
          <p:cNvSpPr/>
          <p:nvPr/>
        </p:nvSpPr>
        <p:spPr>
          <a:xfrm>
            <a:off x="1056132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Oval 1624"/>
          <p:cNvSpPr/>
          <p:nvPr/>
        </p:nvSpPr>
        <p:spPr>
          <a:xfrm>
            <a:off x="1056132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Oval 1625"/>
          <p:cNvSpPr/>
          <p:nvPr/>
        </p:nvSpPr>
        <p:spPr>
          <a:xfrm>
            <a:off x="1056132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Oval 1626"/>
          <p:cNvSpPr/>
          <p:nvPr/>
        </p:nvSpPr>
        <p:spPr>
          <a:xfrm>
            <a:off x="1056132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Oval 1627"/>
          <p:cNvSpPr/>
          <p:nvPr/>
        </p:nvSpPr>
        <p:spPr>
          <a:xfrm>
            <a:off x="1056132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Oval 1628"/>
          <p:cNvSpPr/>
          <p:nvPr/>
        </p:nvSpPr>
        <p:spPr>
          <a:xfrm>
            <a:off x="1056132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Oval 1629"/>
          <p:cNvSpPr/>
          <p:nvPr/>
        </p:nvSpPr>
        <p:spPr>
          <a:xfrm>
            <a:off x="1056132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Oval 1630"/>
          <p:cNvSpPr/>
          <p:nvPr/>
        </p:nvSpPr>
        <p:spPr>
          <a:xfrm>
            <a:off x="1056132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Oval 1631"/>
          <p:cNvSpPr/>
          <p:nvPr/>
        </p:nvSpPr>
        <p:spPr>
          <a:xfrm>
            <a:off x="1056132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Oval 1632"/>
          <p:cNvSpPr/>
          <p:nvPr/>
        </p:nvSpPr>
        <p:spPr>
          <a:xfrm>
            <a:off x="1056132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Oval 1633"/>
          <p:cNvSpPr/>
          <p:nvPr/>
        </p:nvSpPr>
        <p:spPr>
          <a:xfrm>
            <a:off x="1056132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Oval 1634"/>
          <p:cNvSpPr/>
          <p:nvPr/>
        </p:nvSpPr>
        <p:spPr>
          <a:xfrm>
            <a:off x="1056132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Oval 1635"/>
          <p:cNvSpPr/>
          <p:nvPr/>
        </p:nvSpPr>
        <p:spPr>
          <a:xfrm>
            <a:off x="1056132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Oval 1636"/>
          <p:cNvSpPr/>
          <p:nvPr/>
        </p:nvSpPr>
        <p:spPr>
          <a:xfrm>
            <a:off x="1056132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Oval 1637"/>
          <p:cNvSpPr/>
          <p:nvPr/>
        </p:nvSpPr>
        <p:spPr>
          <a:xfrm>
            <a:off x="1056132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Oval 1638"/>
          <p:cNvSpPr/>
          <p:nvPr/>
        </p:nvSpPr>
        <p:spPr>
          <a:xfrm>
            <a:off x="1056132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Oval 1639"/>
          <p:cNvSpPr/>
          <p:nvPr/>
        </p:nvSpPr>
        <p:spPr>
          <a:xfrm>
            <a:off x="1056132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Oval 1640"/>
          <p:cNvSpPr/>
          <p:nvPr/>
        </p:nvSpPr>
        <p:spPr>
          <a:xfrm>
            <a:off x="1056132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Oval 1641"/>
          <p:cNvSpPr/>
          <p:nvPr/>
        </p:nvSpPr>
        <p:spPr>
          <a:xfrm>
            <a:off x="1069848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Oval 1642"/>
          <p:cNvSpPr/>
          <p:nvPr/>
        </p:nvSpPr>
        <p:spPr>
          <a:xfrm>
            <a:off x="1069848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Oval 1643"/>
          <p:cNvSpPr/>
          <p:nvPr/>
        </p:nvSpPr>
        <p:spPr>
          <a:xfrm>
            <a:off x="1069848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Oval 1644"/>
          <p:cNvSpPr/>
          <p:nvPr/>
        </p:nvSpPr>
        <p:spPr>
          <a:xfrm>
            <a:off x="1069848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Oval 1645"/>
          <p:cNvSpPr/>
          <p:nvPr/>
        </p:nvSpPr>
        <p:spPr>
          <a:xfrm>
            <a:off x="1069848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Oval 1646"/>
          <p:cNvSpPr/>
          <p:nvPr/>
        </p:nvSpPr>
        <p:spPr>
          <a:xfrm>
            <a:off x="1069848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Oval 1647"/>
          <p:cNvSpPr/>
          <p:nvPr/>
        </p:nvSpPr>
        <p:spPr>
          <a:xfrm>
            <a:off x="1069848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Oval 1648"/>
          <p:cNvSpPr/>
          <p:nvPr/>
        </p:nvSpPr>
        <p:spPr>
          <a:xfrm>
            <a:off x="1069848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Oval 1649"/>
          <p:cNvSpPr/>
          <p:nvPr/>
        </p:nvSpPr>
        <p:spPr>
          <a:xfrm>
            <a:off x="1069848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Oval 1650"/>
          <p:cNvSpPr/>
          <p:nvPr/>
        </p:nvSpPr>
        <p:spPr>
          <a:xfrm>
            <a:off x="1069848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Oval 1651"/>
          <p:cNvSpPr/>
          <p:nvPr/>
        </p:nvSpPr>
        <p:spPr>
          <a:xfrm>
            <a:off x="1069848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Oval 1652"/>
          <p:cNvSpPr/>
          <p:nvPr/>
        </p:nvSpPr>
        <p:spPr>
          <a:xfrm>
            <a:off x="1069848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Oval 1653"/>
          <p:cNvSpPr/>
          <p:nvPr/>
        </p:nvSpPr>
        <p:spPr>
          <a:xfrm>
            <a:off x="1069848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Oval 1654"/>
          <p:cNvSpPr/>
          <p:nvPr/>
        </p:nvSpPr>
        <p:spPr>
          <a:xfrm>
            <a:off x="1069848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Oval 1655"/>
          <p:cNvSpPr/>
          <p:nvPr/>
        </p:nvSpPr>
        <p:spPr>
          <a:xfrm>
            <a:off x="1069848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Oval 1656"/>
          <p:cNvSpPr/>
          <p:nvPr/>
        </p:nvSpPr>
        <p:spPr>
          <a:xfrm>
            <a:off x="1069848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Oval 1657"/>
          <p:cNvSpPr/>
          <p:nvPr/>
        </p:nvSpPr>
        <p:spPr>
          <a:xfrm>
            <a:off x="1069848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Oval 1658"/>
          <p:cNvSpPr/>
          <p:nvPr/>
        </p:nvSpPr>
        <p:spPr>
          <a:xfrm>
            <a:off x="1069848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Oval 1659"/>
          <p:cNvSpPr/>
          <p:nvPr/>
        </p:nvSpPr>
        <p:spPr>
          <a:xfrm>
            <a:off x="1069848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Oval 1660"/>
          <p:cNvSpPr/>
          <p:nvPr/>
        </p:nvSpPr>
        <p:spPr>
          <a:xfrm>
            <a:off x="1069848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Oval 1661"/>
          <p:cNvSpPr/>
          <p:nvPr/>
        </p:nvSpPr>
        <p:spPr>
          <a:xfrm>
            <a:off x="1069848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Oval 1662"/>
          <p:cNvSpPr/>
          <p:nvPr/>
        </p:nvSpPr>
        <p:spPr>
          <a:xfrm>
            <a:off x="1083564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Oval 1663"/>
          <p:cNvSpPr/>
          <p:nvPr/>
        </p:nvSpPr>
        <p:spPr>
          <a:xfrm>
            <a:off x="1083564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Oval 1664"/>
          <p:cNvSpPr/>
          <p:nvPr/>
        </p:nvSpPr>
        <p:spPr>
          <a:xfrm>
            <a:off x="1083564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Oval 1665"/>
          <p:cNvSpPr/>
          <p:nvPr/>
        </p:nvSpPr>
        <p:spPr>
          <a:xfrm>
            <a:off x="1083564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Oval 1666"/>
          <p:cNvSpPr/>
          <p:nvPr/>
        </p:nvSpPr>
        <p:spPr>
          <a:xfrm>
            <a:off x="1083564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Oval 1667"/>
          <p:cNvSpPr/>
          <p:nvPr/>
        </p:nvSpPr>
        <p:spPr>
          <a:xfrm>
            <a:off x="1083564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Oval 1668"/>
          <p:cNvSpPr/>
          <p:nvPr/>
        </p:nvSpPr>
        <p:spPr>
          <a:xfrm>
            <a:off x="1083564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Oval 1669"/>
          <p:cNvSpPr/>
          <p:nvPr/>
        </p:nvSpPr>
        <p:spPr>
          <a:xfrm>
            <a:off x="1083564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Oval 1670"/>
          <p:cNvSpPr/>
          <p:nvPr/>
        </p:nvSpPr>
        <p:spPr>
          <a:xfrm>
            <a:off x="1083564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Oval 1671"/>
          <p:cNvSpPr/>
          <p:nvPr/>
        </p:nvSpPr>
        <p:spPr>
          <a:xfrm>
            <a:off x="1083564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Oval 1672"/>
          <p:cNvSpPr/>
          <p:nvPr/>
        </p:nvSpPr>
        <p:spPr>
          <a:xfrm>
            <a:off x="1083564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Oval 1673"/>
          <p:cNvSpPr/>
          <p:nvPr/>
        </p:nvSpPr>
        <p:spPr>
          <a:xfrm>
            <a:off x="1083564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Oval 1674"/>
          <p:cNvSpPr/>
          <p:nvPr/>
        </p:nvSpPr>
        <p:spPr>
          <a:xfrm>
            <a:off x="1083564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Oval 1675"/>
          <p:cNvSpPr/>
          <p:nvPr/>
        </p:nvSpPr>
        <p:spPr>
          <a:xfrm>
            <a:off x="1083564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Oval 1676"/>
          <p:cNvSpPr/>
          <p:nvPr/>
        </p:nvSpPr>
        <p:spPr>
          <a:xfrm>
            <a:off x="1083564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Oval 1677"/>
          <p:cNvSpPr/>
          <p:nvPr/>
        </p:nvSpPr>
        <p:spPr>
          <a:xfrm>
            <a:off x="1083564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Oval 1678"/>
          <p:cNvSpPr/>
          <p:nvPr/>
        </p:nvSpPr>
        <p:spPr>
          <a:xfrm>
            <a:off x="1083564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Oval 1679"/>
          <p:cNvSpPr/>
          <p:nvPr/>
        </p:nvSpPr>
        <p:spPr>
          <a:xfrm>
            <a:off x="1083564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Oval 1680"/>
          <p:cNvSpPr/>
          <p:nvPr/>
        </p:nvSpPr>
        <p:spPr>
          <a:xfrm>
            <a:off x="1083564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Oval 1681"/>
          <p:cNvSpPr/>
          <p:nvPr/>
        </p:nvSpPr>
        <p:spPr>
          <a:xfrm>
            <a:off x="1083564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Oval 1682"/>
          <p:cNvSpPr/>
          <p:nvPr/>
        </p:nvSpPr>
        <p:spPr>
          <a:xfrm>
            <a:off x="1083564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Oval 1683"/>
          <p:cNvSpPr/>
          <p:nvPr/>
        </p:nvSpPr>
        <p:spPr>
          <a:xfrm>
            <a:off x="1097280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Oval 1684"/>
          <p:cNvSpPr/>
          <p:nvPr/>
        </p:nvSpPr>
        <p:spPr>
          <a:xfrm>
            <a:off x="1097280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Oval 1685"/>
          <p:cNvSpPr/>
          <p:nvPr/>
        </p:nvSpPr>
        <p:spPr>
          <a:xfrm>
            <a:off x="1097280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Oval 1686"/>
          <p:cNvSpPr/>
          <p:nvPr/>
        </p:nvSpPr>
        <p:spPr>
          <a:xfrm>
            <a:off x="1097280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Oval 1687"/>
          <p:cNvSpPr/>
          <p:nvPr/>
        </p:nvSpPr>
        <p:spPr>
          <a:xfrm>
            <a:off x="1097280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Oval 1688"/>
          <p:cNvSpPr/>
          <p:nvPr/>
        </p:nvSpPr>
        <p:spPr>
          <a:xfrm>
            <a:off x="1097280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Oval 1689"/>
          <p:cNvSpPr/>
          <p:nvPr/>
        </p:nvSpPr>
        <p:spPr>
          <a:xfrm>
            <a:off x="1097280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Oval 1690"/>
          <p:cNvSpPr/>
          <p:nvPr/>
        </p:nvSpPr>
        <p:spPr>
          <a:xfrm>
            <a:off x="1097280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Oval 1691"/>
          <p:cNvSpPr/>
          <p:nvPr/>
        </p:nvSpPr>
        <p:spPr>
          <a:xfrm>
            <a:off x="1097280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Oval 1692"/>
          <p:cNvSpPr/>
          <p:nvPr/>
        </p:nvSpPr>
        <p:spPr>
          <a:xfrm>
            <a:off x="1097280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Oval 1693"/>
          <p:cNvSpPr/>
          <p:nvPr/>
        </p:nvSpPr>
        <p:spPr>
          <a:xfrm>
            <a:off x="1097280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Oval 1694"/>
          <p:cNvSpPr/>
          <p:nvPr/>
        </p:nvSpPr>
        <p:spPr>
          <a:xfrm>
            <a:off x="1097280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Oval 1695"/>
          <p:cNvSpPr/>
          <p:nvPr/>
        </p:nvSpPr>
        <p:spPr>
          <a:xfrm>
            <a:off x="1097280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Oval 1696"/>
          <p:cNvSpPr/>
          <p:nvPr/>
        </p:nvSpPr>
        <p:spPr>
          <a:xfrm>
            <a:off x="1097280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Oval 1697"/>
          <p:cNvSpPr/>
          <p:nvPr/>
        </p:nvSpPr>
        <p:spPr>
          <a:xfrm>
            <a:off x="1097280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Oval 1698"/>
          <p:cNvSpPr/>
          <p:nvPr/>
        </p:nvSpPr>
        <p:spPr>
          <a:xfrm>
            <a:off x="1097280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Oval 1699"/>
          <p:cNvSpPr/>
          <p:nvPr/>
        </p:nvSpPr>
        <p:spPr>
          <a:xfrm>
            <a:off x="1097280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Oval 1700"/>
          <p:cNvSpPr/>
          <p:nvPr/>
        </p:nvSpPr>
        <p:spPr>
          <a:xfrm>
            <a:off x="1097280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Oval 1701"/>
          <p:cNvSpPr/>
          <p:nvPr/>
        </p:nvSpPr>
        <p:spPr>
          <a:xfrm>
            <a:off x="1097280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Oval 1702"/>
          <p:cNvSpPr/>
          <p:nvPr/>
        </p:nvSpPr>
        <p:spPr>
          <a:xfrm>
            <a:off x="1097280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Oval 1703"/>
          <p:cNvSpPr/>
          <p:nvPr/>
        </p:nvSpPr>
        <p:spPr>
          <a:xfrm>
            <a:off x="1097280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Oval 1704"/>
          <p:cNvSpPr/>
          <p:nvPr/>
        </p:nvSpPr>
        <p:spPr>
          <a:xfrm>
            <a:off x="1110996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Oval 1705"/>
          <p:cNvSpPr/>
          <p:nvPr/>
        </p:nvSpPr>
        <p:spPr>
          <a:xfrm>
            <a:off x="1110996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Oval 1706"/>
          <p:cNvSpPr/>
          <p:nvPr/>
        </p:nvSpPr>
        <p:spPr>
          <a:xfrm>
            <a:off x="1110996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Oval 1707"/>
          <p:cNvSpPr/>
          <p:nvPr/>
        </p:nvSpPr>
        <p:spPr>
          <a:xfrm>
            <a:off x="1110996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Oval 1708"/>
          <p:cNvSpPr/>
          <p:nvPr/>
        </p:nvSpPr>
        <p:spPr>
          <a:xfrm>
            <a:off x="1110996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Oval 1709"/>
          <p:cNvSpPr/>
          <p:nvPr/>
        </p:nvSpPr>
        <p:spPr>
          <a:xfrm>
            <a:off x="1110996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Oval 1710"/>
          <p:cNvSpPr/>
          <p:nvPr/>
        </p:nvSpPr>
        <p:spPr>
          <a:xfrm>
            <a:off x="1110996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Oval 1711"/>
          <p:cNvSpPr/>
          <p:nvPr/>
        </p:nvSpPr>
        <p:spPr>
          <a:xfrm>
            <a:off x="1110996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Oval 1712"/>
          <p:cNvSpPr/>
          <p:nvPr/>
        </p:nvSpPr>
        <p:spPr>
          <a:xfrm>
            <a:off x="1110996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Oval 1713"/>
          <p:cNvSpPr/>
          <p:nvPr/>
        </p:nvSpPr>
        <p:spPr>
          <a:xfrm>
            <a:off x="1110996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Oval 1714"/>
          <p:cNvSpPr/>
          <p:nvPr/>
        </p:nvSpPr>
        <p:spPr>
          <a:xfrm>
            <a:off x="1110996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Oval 1715"/>
          <p:cNvSpPr/>
          <p:nvPr/>
        </p:nvSpPr>
        <p:spPr>
          <a:xfrm>
            <a:off x="1110996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Oval 1716"/>
          <p:cNvSpPr/>
          <p:nvPr/>
        </p:nvSpPr>
        <p:spPr>
          <a:xfrm>
            <a:off x="1110996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Oval 1717"/>
          <p:cNvSpPr/>
          <p:nvPr/>
        </p:nvSpPr>
        <p:spPr>
          <a:xfrm>
            <a:off x="1110996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Oval 1718"/>
          <p:cNvSpPr/>
          <p:nvPr/>
        </p:nvSpPr>
        <p:spPr>
          <a:xfrm>
            <a:off x="1110996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Oval 1719"/>
          <p:cNvSpPr/>
          <p:nvPr/>
        </p:nvSpPr>
        <p:spPr>
          <a:xfrm>
            <a:off x="1110996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Oval 1720"/>
          <p:cNvSpPr/>
          <p:nvPr/>
        </p:nvSpPr>
        <p:spPr>
          <a:xfrm>
            <a:off x="1110996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Oval 1721"/>
          <p:cNvSpPr/>
          <p:nvPr/>
        </p:nvSpPr>
        <p:spPr>
          <a:xfrm>
            <a:off x="1110996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Oval 1722"/>
          <p:cNvSpPr/>
          <p:nvPr/>
        </p:nvSpPr>
        <p:spPr>
          <a:xfrm>
            <a:off x="1110996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Oval 1723"/>
          <p:cNvSpPr/>
          <p:nvPr/>
        </p:nvSpPr>
        <p:spPr>
          <a:xfrm>
            <a:off x="1110996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Oval 1724"/>
          <p:cNvSpPr/>
          <p:nvPr/>
        </p:nvSpPr>
        <p:spPr>
          <a:xfrm>
            <a:off x="1110996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Oval 1725"/>
          <p:cNvSpPr/>
          <p:nvPr/>
        </p:nvSpPr>
        <p:spPr>
          <a:xfrm>
            <a:off x="1124712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Oval 1726"/>
          <p:cNvSpPr/>
          <p:nvPr/>
        </p:nvSpPr>
        <p:spPr>
          <a:xfrm>
            <a:off x="1124712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Oval 1727"/>
          <p:cNvSpPr/>
          <p:nvPr/>
        </p:nvSpPr>
        <p:spPr>
          <a:xfrm>
            <a:off x="1124712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Oval 1728"/>
          <p:cNvSpPr/>
          <p:nvPr/>
        </p:nvSpPr>
        <p:spPr>
          <a:xfrm>
            <a:off x="1124712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Oval 1729"/>
          <p:cNvSpPr/>
          <p:nvPr/>
        </p:nvSpPr>
        <p:spPr>
          <a:xfrm>
            <a:off x="1124712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Oval 1730"/>
          <p:cNvSpPr/>
          <p:nvPr/>
        </p:nvSpPr>
        <p:spPr>
          <a:xfrm>
            <a:off x="1124712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Oval 1731"/>
          <p:cNvSpPr/>
          <p:nvPr/>
        </p:nvSpPr>
        <p:spPr>
          <a:xfrm>
            <a:off x="1124712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Oval 1732"/>
          <p:cNvSpPr/>
          <p:nvPr/>
        </p:nvSpPr>
        <p:spPr>
          <a:xfrm>
            <a:off x="1124712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Oval 1733"/>
          <p:cNvSpPr/>
          <p:nvPr/>
        </p:nvSpPr>
        <p:spPr>
          <a:xfrm>
            <a:off x="1124712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Oval 1734"/>
          <p:cNvSpPr/>
          <p:nvPr/>
        </p:nvSpPr>
        <p:spPr>
          <a:xfrm>
            <a:off x="1124712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Oval 1735"/>
          <p:cNvSpPr/>
          <p:nvPr/>
        </p:nvSpPr>
        <p:spPr>
          <a:xfrm>
            <a:off x="1124712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Oval 1736"/>
          <p:cNvSpPr/>
          <p:nvPr/>
        </p:nvSpPr>
        <p:spPr>
          <a:xfrm>
            <a:off x="1124712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Oval 1737"/>
          <p:cNvSpPr/>
          <p:nvPr/>
        </p:nvSpPr>
        <p:spPr>
          <a:xfrm>
            <a:off x="1124712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Oval 1738"/>
          <p:cNvSpPr/>
          <p:nvPr/>
        </p:nvSpPr>
        <p:spPr>
          <a:xfrm>
            <a:off x="1124712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Oval 1739"/>
          <p:cNvSpPr/>
          <p:nvPr/>
        </p:nvSpPr>
        <p:spPr>
          <a:xfrm>
            <a:off x="1124712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Oval 1740"/>
          <p:cNvSpPr/>
          <p:nvPr/>
        </p:nvSpPr>
        <p:spPr>
          <a:xfrm>
            <a:off x="1124712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Oval 1741"/>
          <p:cNvSpPr/>
          <p:nvPr/>
        </p:nvSpPr>
        <p:spPr>
          <a:xfrm>
            <a:off x="1124712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Oval 1742"/>
          <p:cNvSpPr/>
          <p:nvPr/>
        </p:nvSpPr>
        <p:spPr>
          <a:xfrm>
            <a:off x="1124712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Oval 1743"/>
          <p:cNvSpPr/>
          <p:nvPr/>
        </p:nvSpPr>
        <p:spPr>
          <a:xfrm>
            <a:off x="1124712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Oval 1744"/>
          <p:cNvSpPr/>
          <p:nvPr/>
        </p:nvSpPr>
        <p:spPr>
          <a:xfrm>
            <a:off x="1124712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Oval 1745"/>
          <p:cNvSpPr/>
          <p:nvPr/>
        </p:nvSpPr>
        <p:spPr>
          <a:xfrm>
            <a:off x="1124712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Oval 1746"/>
          <p:cNvSpPr/>
          <p:nvPr/>
        </p:nvSpPr>
        <p:spPr>
          <a:xfrm>
            <a:off x="1138428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Oval 1747"/>
          <p:cNvSpPr/>
          <p:nvPr/>
        </p:nvSpPr>
        <p:spPr>
          <a:xfrm>
            <a:off x="1138428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Oval 1748"/>
          <p:cNvSpPr/>
          <p:nvPr/>
        </p:nvSpPr>
        <p:spPr>
          <a:xfrm>
            <a:off x="1138428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Oval 1749"/>
          <p:cNvSpPr/>
          <p:nvPr/>
        </p:nvSpPr>
        <p:spPr>
          <a:xfrm>
            <a:off x="1138428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Oval 1750"/>
          <p:cNvSpPr/>
          <p:nvPr/>
        </p:nvSpPr>
        <p:spPr>
          <a:xfrm>
            <a:off x="1138428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Oval 1751"/>
          <p:cNvSpPr/>
          <p:nvPr/>
        </p:nvSpPr>
        <p:spPr>
          <a:xfrm>
            <a:off x="1138428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Oval 1752"/>
          <p:cNvSpPr/>
          <p:nvPr/>
        </p:nvSpPr>
        <p:spPr>
          <a:xfrm>
            <a:off x="1138428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Oval 1753"/>
          <p:cNvSpPr/>
          <p:nvPr/>
        </p:nvSpPr>
        <p:spPr>
          <a:xfrm>
            <a:off x="1138428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Oval 1754"/>
          <p:cNvSpPr/>
          <p:nvPr/>
        </p:nvSpPr>
        <p:spPr>
          <a:xfrm>
            <a:off x="1138428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Oval 1755"/>
          <p:cNvSpPr/>
          <p:nvPr/>
        </p:nvSpPr>
        <p:spPr>
          <a:xfrm>
            <a:off x="1138428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Oval 1756"/>
          <p:cNvSpPr/>
          <p:nvPr/>
        </p:nvSpPr>
        <p:spPr>
          <a:xfrm>
            <a:off x="1138428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Oval 1757"/>
          <p:cNvSpPr/>
          <p:nvPr/>
        </p:nvSpPr>
        <p:spPr>
          <a:xfrm>
            <a:off x="1138428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Oval 1758"/>
          <p:cNvSpPr/>
          <p:nvPr/>
        </p:nvSpPr>
        <p:spPr>
          <a:xfrm>
            <a:off x="1138428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Oval 1759"/>
          <p:cNvSpPr/>
          <p:nvPr/>
        </p:nvSpPr>
        <p:spPr>
          <a:xfrm>
            <a:off x="1138428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Oval 1760"/>
          <p:cNvSpPr/>
          <p:nvPr/>
        </p:nvSpPr>
        <p:spPr>
          <a:xfrm>
            <a:off x="1138428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Oval 1761"/>
          <p:cNvSpPr/>
          <p:nvPr/>
        </p:nvSpPr>
        <p:spPr>
          <a:xfrm>
            <a:off x="1138428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Oval 1762"/>
          <p:cNvSpPr/>
          <p:nvPr/>
        </p:nvSpPr>
        <p:spPr>
          <a:xfrm>
            <a:off x="1138428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Oval 1763"/>
          <p:cNvSpPr/>
          <p:nvPr/>
        </p:nvSpPr>
        <p:spPr>
          <a:xfrm>
            <a:off x="1138428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Oval 1764"/>
          <p:cNvSpPr/>
          <p:nvPr/>
        </p:nvSpPr>
        <p:spPr>
          <a:xfrm>
            <a:off x="1138428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Oval 1765"/>
          <p:cNvSpPr/>
          <p:nvPr/>
        </p:nvSpPr>
        <p:spPr>
          <a:xfrm>
            <a:off x="1138428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Oval 1766"/>
          <p:cNvSpPr/>
          <p:nvPr/>
        </p:nvSpPr>
        <p:spPr>
          <a:xfrm>
            <a:off x="1138428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Oval 1767"/>
          <p:cNvSpPr/>
          <p:nvPr/>
        </p:nvSpPr>
        <p:spPr>
          <a:xfrm>
            <a:off x="1152144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Oval 1768"/>
          <p:cNvSpPr/>
          <p:nvPr/>
        </p:nvSpPr>
        <p:spPr>
          <a:xfrm>
            <a:off x="1152144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Oval 1769"/>
          <p:cNvSpPr/>
          <p:nvPr/>
        </p:nvSpPr>
        <p:spPr>
          <a:xfrm>
            <a:off x="1152144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Oval 1770"/>
          <p:cNvSpPr/>
          <p:nvPr/>
        </p:nvSpPr>
        <p:spPr>
          <a:xfrm>
            <a:off x="1152144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Oval 1771"/>
          <p:cNvSpPr/>
          <p:nvPr/>
        </p:nvSpPr>
        <p:spPr>
          <a:xfrm>
            <a:off x="1152144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Oval 1772"/>
          <p:cNvSpPr/>
          <p:nvPr/>
        </p:nvSpPr>
        <p:spPr>
          <a:xfrm>
            <a:off x="1152144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Oval 1773"/>
          <p:cNvSpPr/>
          <p:nvPr/>
        </p:nvSpPr>
        <p:spPr>
          <a:xfrm>
            <a:off x="1152144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Oval 1774"/>
          <p:cNvSpPr/>
          <p:nvPr/>
        </p:nvSpPr>
        <p:spPr>
          <a:xfrm>
            <a:off x="1152144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Oval 1775"/>
          <p:cNvSpPr/>
          <p:nvPr/>
        </p:nvSpPr>
        <p:spPr>
          <a:xfrm>
            <a:off x="1152144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Oval 1776"/>
          <p:cNvSpPr/>
          <p:nvPr/>
        </p:nvSpPr>
        <p:spPr>
          <a:xfrm>
            <a:off x="1152144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Oval 1777"/>
          <p:cNvSpPr/>
          <p:nvPr/>
        </p:nvSpPr>
        <p:spPr>
          <a:xfrm>
            <a:off x="1152144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Oval 1778"/>
          <p:cNvSpPr/>
          <p:nvPr/>
        </p:nvSpPr>
        <p:spPr>
          <a:xfrm>
            <a:off x="1152144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Oval 1779"/>
          <p:cNvSpPr/>
          <p:nvPr/>
        </p:nvSpPr>
        <p:spPr>
          <a:xfrm>
            <a:off x="1152144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Oval 1780"/>
          <p:cNvSpPr/>
          <p:nvPr/>
        </p:nvSpPr>
        <p:spPr>
          <a:xfrm>
            <a:off x="1152144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Oval 1781"/>
          <p:cNvSpPr/>
          <p:nvPr/>
        </p:nvSpPr>
        <p:spPr>
          <a:xfrm>
            <a:off x="1152144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Oval 1782"/>
          <p:cNvSpPr/>
          <p:nvPr/>
        </p:nvSpPr>
        <p:spPr>
          <a:xfrm>
            <a:off x="1152144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Oval 1783"/>
          <p:cNvSpPr/>
          <p:nvPr/>
        </p:nvSpPr>
        <p:spPr>
          <a:xfrm>
            <a:off x="1152144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Oval 1784"/>
          <p:cNvSpPr/>
          <p:nvPr/>
        </p:nvSpPr>
        <p:spPr>
          <a:xfrm>
            <a:off x="1152144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Oval 1785"/>
          <p:cNvSpPr/>
          <p:nvPr/>
        </p:nvSpPr>
        <p:spPr>
          <a:xfrm>
            <a:off x="1152144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Oval 1786"/>
          <p:cNvSpPr/>
          <p:nvPr/>
        </p:nvSpPr>
        <p:spPr>
          <a:xfrm>
            <a:off x="1152144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Oval 1787"/>
          <p:cNvSpPr/>
          <p:nvPr/>
        </p:nvSpPr>
        <p:spPr>
          <a:xfrm>
            <a:off x="1152144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Oval 1788"/>
          <p:cNvSpPr/>
          <p:nvPr/>
        </p:nvSpPr>
        <p:spPr>
          <a:xfrm>
            <a:off x="1165860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Oval 1789"/>
          <p:cNvSpPr/>
          <p:nvPr/>
        </p:nvSpPr>
        <p:spPr>
          <a:xfrm>
            <a:off x="1165860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Oval 1790"/>
          <p:cNvSpPr/>
          <p:nvPr/>
        </p:nvSpPr>
        <p:spPr>
          <a:xfrm>
            <a:off x="1165860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Oval 1791"/>
          <p:cNvSpPr/>
          <p:nvPr/>
        </p:nvSpPr>
        <p:spPr>
          <a:xfrm>
            <a:off x="1165860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Oval 1792"/>
          <p:cNvSpPr/>
          <p:nvPr/>
        </p:nvSpPr>
        <p:spPr>
          <a:xfrm>
            <a:off x="1165860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Oval 1793"/>
          <p:cNvSpPr/>
          <p:nvPr/>
        </p:nvSpPr>
        <p:spPr>
          <a:xfrm>
            <a:off x="1165860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Oval 1794"/>
          <p:cNvSpPr/>
          <p:nvPr/>
        </p:nvSpPr>
        <p:spPr>
          <a:xfrm>
            <a:off x="1165860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Oval 1795"/>
          <p:cNvSpPr/>
          <p:nvPr/>
        </p:nvSpPr>
        <p:spPr>
          <a:xfrm>
            <a:off x="1165860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Oval 1796"/>
          <p:cNvSpPr/>
          <p:nvPr/>
        </p:nvSpPr>
        <p:spPr>
          <a:xfrm>
            <a:off x="1165860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Oval 1797"/>
          <p:cNvSpPr/>
          <p:nvPr/>
        </p:nvSpPr>
        <p:spPr>
          <a:xfrm>
            <a:off x="1165860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Oval 1798"/>
          <p:cNvSpPr/>
          <p:nvPr/>
        </p:nvSpPr>
        <p:spPr>
          <a:xfrm>
            <a:off x="1165860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Oval 1799"/>
          <p:cNvSpPr/>
          <p:nvPr/>
        </p:nvSpPr>
        <p:spPr>
          <a:xfrm>
            <a:off x="1165860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Oval 1800"/>
          <p:cNvSpPr/>
          <p:nvPr/>
        </p:nvSpPr>
        <p:spPr>
          <a:xfrm>
            <a:off x="1165860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Oval 1801"/>
          <p:cNvSpPr/>
          <p:nvPr/>
        </p:nvSpPr>
        <p:spPr>
          <a:xfrm>
            <a:off x="1165860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Oval 1802"/>
          <p:cNvSpPr/>
          <p:nvPr/>
        </p:nvSpPr>
        <p:spPr>
          <a:xfrm>
            <a:off x="1165860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Oval 1803"/>
          <p:cNvSpPr/>
          <p:nvPr/>
        </p:nvSpPr>
        <p:spPr>
          <a:xfrm>
            <a:off x="1165860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Oval 1804"/>
          <p:cNvSpPr/>
          <p:nvPr/>
        </p:nvSpPr>
        <p:spPr>
          <a:xfrm>
            <a:off x="1165860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Oval 1805"/>
          <p:cNvSpPr/>
          <p:nvPr/>
        </p:nvSpPr>
        <p:spPr>
          <a:xfrm>
            <a:off x="1165860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Oval 1806"/>
          <p:cNvSpPr/>
          <p:nvPr/>
        </p:nvSpPr>
        <p:spPr>
          <a:xfrm>
            <a:off x="1165860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8" name="Oval 1807"/>
          <p:cNvSpPr/>
          <p:nvPr/>
        </p:nvSpPr>
        <p:spPr>
          <a:xfrm>
            <a:off x="1165860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9" name="Oval 1808"/>
          <p:cNvSpPr/>
          <p:nvPr/>
        </p:nvSpPr>
        <p:spPr>
          <a:xfrm>
            <a:off x="1165860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Oval 1809"/>
          <p:cNvSpPr/>
          <p:nvPr/>
        </p:nvSpPr>
        <p:spPr>
          <a:xfrm>
            <a:off x="1179576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1" name="Oval 1810"/>
          <p:cNvSpPr/>
          <p:nvPr/>
        </p:nvSpPr>
        <p:spPr>
          <a:xfrm>
            <a:off x="1179576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" name="Oval 1811"/>
          <p:cNvSpPr/>
          <p:nvPr/>
        </p:nvSpPr>
        <p:spPr>
          <a:xfrm>
            <a:off x="1179576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Oval 1812"/>
          <p:cNvSpPr/>
          <p:nvPr/>
        </p:nvSpPr>
        <p:spPr>
          <a:xfrm>
            <a:off x="1179576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4" name="Oval 1813"/>
          <p:cNvSpPr/>
          <p:nvPr/>
        </p:nvSpPr>
        <p:spPr>
          <a:xfrm>
            <a:off x="1179576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5" name="Oval 1814"/>
          <p:cNvSpPr/>
          <p:nvPr/>
        </p:nvSpPr>
        <p:spPr>
          <a:xfrm>
            <a:off x="1179576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Oval 1815"/>
          <p:cNvSpPr/>
          <p:nvPr/>
        </p:nvSpPr>
        <p:spPr>
          <a:xfrm>
            <a:off x="1179576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7" name="Oval 1816"/>
          <p:cNvSpPr/>
          <p:nvPr/>
        </p:nvSpPr>
        <p:spPr>
          <a:xfrm>
            <a:off x="1179576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Oval 1817"/>
          <p:cNvSpPr/>
          <p:nvPr/>
        </p:nvSpPr>
        <p:spPr>
          <a:xfrm>
            <a:off x="1179576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Oval 1818"/>
          <p:cNvSpPr/>
          <p:nvPr/>
        </p:nvSpPr>
        <p:spPr>
          <a:xfrm>
            <a:off x="1179576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0" name="Oval 1819"/>
          <p:cNvSpPr/>
          <p:nvPr/>
        </p:nvSpPr>
        <p:spPr>
          <a:xfrm>
            <a:off x="1179576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Oval 1820"/>
          <p:cNvSpPr/>
          <p:nvPr/>
        </p:nvSpPr>
        <p:spPr>
          <a:xfrm>
            <a:off x="1179576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Oval 1821"/>
          <p:cNvSpPr/>
          <p:nvPr/>
        </p:nvSpPr>
        <p:spPr>
          <a:xfrm>
            <a:off x="1179576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3" name="Oval 1822"/>
          <p:cNvSpPr/>
          <p:nvPr/>
        </p:nvSpPr>
        <p:spPr>
          <a:xfrm>
            <a:off x="1179576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Oval 1823"/>
          <p:cNvSpPr/>
          <p:nvPr/>
        </p:nvSpPr>
        <p:spPr>
          <a:xfrm>
            <a:off x="1179576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Oval 1824"/>
          <p:cNvSpPr/>
          <p:nvPr/>
        </p:nvSpPr>
        <p:spPr>
          <a:xfrm>
            <a:off x="1179576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6" name="Oval 1825"/>
          <p:cNvSpPr/>
          <p:nvPr/>
        </p:nvSpPr>
        <p:spPr>
          <a:xfrm>
            <a:off x="1179576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Oval 1826"/>
          <p:cNvSpPr/>
          <p:nvPr/>
        </p:nvSpPr>
        <p:spPr>
          <a:xfrm>
            <a:off x="1179576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Oval 1827"/>
          <p:cNvSpPr/>
          <p:nvPr/>
        </p:nvSpPr>
        <p:spPr>
          <a:xfrm>
            <a:off x="1179576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9" name="Oval 1828"/>
          <p:cNvSpPr/>
          <p:nvPr/>
        </p:nvSpPr>
        <p:spPr>
          <a:xfrm>
            <a:off x="1179576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Oval 1829"/>
          <p:cNvSpPr/>
          <p:nvPr/>
        </p:nvSpPr>
        <p:spPr>
          <a:xfrm>
            <a:off x="1179576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Oval 1830"/>
          <p:cNvSpPr/>
          <p:nvPr/>
        </p:nvSpPr>
        <p:spPr>
          <a:xfrm>
            <a:off x="11932920" y="20802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2" name="Oval 1831"/>
          <p:cNvSpPr/>
          <p:nvPr/>
        </p:nvSpPr>
        <p:spPr>
          <a:xfrm>
            <a:off x="11932920" y="22174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Oval 1832"/>
          <p:cNvSpPr/>
          <p:nvPr/>
        </p:nvSpPr>
        <p:spPr>
          <a:xfrm>
            <a:off x="11932920" y="23545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Oval 1833"/>
          <p:cNvSpPr/>
          <p:nvPr/>
        </p:nvSpPr>
        <p:spPr>
          <a:xfrm>
            <a:off x="11932920" y="24917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5" name="Oval 1834"/>
          <p:cNvSpPr/>
          <p:nvPr/>
        </p:nvSpPr>
        <p:spPr>
          <a:xfrm>
            <a:off x="11932920" y="26289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6" name="Oval 1835"/>
          <p:cNvSpPr/>
          <p:nvPr/>
        </p:nvSpPr>
        <p:spPr>
          <a:xfrm>
            <a:off x="11932920" y="27660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Oval 1836"/>
          <p:cNvSpPr/>
          <p:nvPr/>
        </p:nvSpPr>
        <p:spPr>
          <a:xfrm>
            <a:off x="11932920" y="29032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8" name="Oval 1837"/>
          <p:cNvSpPr/>
          <p:nvPr/>
        </p:nvSpPr>
        <p:spPr>
          <a:xfrm>
            <a:off x="11932920" y="30403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9" name="Oval 1838"/>
          <p:cNvSpPr/>
          <p:nvPr/>
        </p:nvSpPr>
        <p:spPr>
          <a:xfrm>
            <a:off x="11932920" y="31775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0" name="Oval 1839"/>
          <p:cNvSpPr/>
          <p:nvPr/>
        </p:nvSpPr>
        <p:spPr>
          <a:xfrm>
            <a:off x="11932920" y="33146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1" name="Oval 1840"/>
          <p:cNvSpPr/>
          <p:nvPr/>
        </p:nvSpPr>
        <p:spPr>
          <a:xfrm>
            <a:off x="11932920" y="34518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2" name="Oval 1841"/>
          <p:cNvSpPr/>
          <p:nvPr/>
        </p:nvSpPr>
        <p:spPr>
          <a:xfrm>
            <a:off x="11932920" y="35890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3" name="Oval 1842"/>
          <p:cNvSpPr/>
          <p:nvPr/>
        </p:nvSpPr>
        <p:spPr>
          <a:xfrm>
            <a:off x="11932920" y="37261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4" name="Oval 1843"/>
          <p:cNvSpPr/>
          <p:nvPr/>
        </p:nvSpPr>
        <p:spPr>
          <a:xfrm>
            <a:off x="11932920" y="38633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5" name="Oval 1844"/>
          <p:cNvSpPr/>
          <p:nvPr/>
        </p:nvSpPr>
        <p:spPr>
          <a:xfrm>
            <a:off x="11932920" y="40005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6" name="Oval 1845"/>
          <p:cNvSpPr/>
          <p:nvPr/>
        </p:nvSpPr>
        <p:spPr>
          <a:xfrm>
            <a:off x="11932920" y="41376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7" name="Oval 1846"/>
          <p:cNvSpPr/>
          <p:nvPr/>
        </p:nvSpPr>
        <p:spPr>
          <a:xfrm>
            <a:off x="11932920" y="42748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8" name="Oval 1847"/>
          <p:cNvSpPr/>
          <p:nvPr/>
        </p:nvSpPr>
        <p:spPr>
          <a:xfrm>
            <a:off x="11932920" y="44119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9" name="Oval 1848"/>
          <p:cNvSpPr/>
          <p:nvPr/>
        </p:nvSpPr>
        <p:spPr>
          <a:xfrm>
            <a:off x="11932920" y="45491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0" name="Oval 1849"/>
          <p:cNvSpPr/>
          <p:nvPr/>
        </p:nvSpPr>
        <p:spPr>
          <a:xfrm>
            <a:off x="11932920" y="46863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1" name="Oval 1850"/>
          <p:cNvSpPr/>
          <p:nvPr/>
        </p:nvSpPr>
        <p:spPr>
          <a:xfrm>
            <a:off x="11932920" y="48234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2" name="Oval 1851"/>
          <p:cNvSpPr/>
          <p:nvPr/>
        </p:nvSpPr>
        <p:spPr>
          <a:xfrm>
            <a:off x="12070080" y="20116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3" name="Oval 1852"/>
          <p:cNvSpPr/>
          <p:nvPr/>
        </p:nvSpPr>
        <p:spPr>
          <a:xfrm>
            <a:off x="12070080" y="21488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4" name="Oval 1853"/>
          <p:cNvSpPr/>
          <p:nvPr/>
        </p:nvSpPr>
        <p:spPr>
          <a:xfrm>
            <a:off x="12070080" y="22860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Oval 1854"/>
          <p:cNvSpPr/>
          <p:nvPr/>
        </p:nvSpPr>
        <p:spPr>
          <a:xfrm>
            <a:off x="12070080" y="24231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6" name="Oval 1855"/>
          <p:cNvSpPr/>
          <p:nvPr/>
        </p:nvSpPr>
        <p:spPr>
          <a:xfrm>
            <a:off x="12070080" y="25603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7" name="Oval 1856"/>
          <p:cNvSpPr/>
          <p:nvPr/>
        </p:nvSpPr>
        <p:spPr>
          <a:xfrm>
            <a:off x="12070080" y="26974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Oval 1857"/>
          <p:cNvSpPr/>
          <p:nvPr/>
        </p:nvSpPr>
        <p:spPr>
          <a:xfrm>
            <a:off x="12070080" y="28346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9" name="Oval 1858"/>
          <p:cNvSpPr/>
          <p:nvPr/>
        </p:nvSpPr>
        <p:spPr>
          <a:xfrm>
            <a:off x="12070080" y="29717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0" name="Oval 1859"/>
          <p:cNvSpPr/>
          <p:nvPr/>
        </p:nvSpPr>
        <p:spPr>
          <a:xfrm>
            <a:off x="12070080" y="31089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Oval 1860"/>
          <p:cNvSpPr/>
          <p:nvPr/>
        </p:nvSpPr>
        <p:spPr>
          <a:xfrm>
            <a:off x="12070080" y="324611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2" name="Oval 1861"/>
          <p:cNvSpPr/>
          <p:nvPr/>
        </p:nvSpPr>
        <p:spPr>
          <a:xfrm>
            <a:off x="12070080" y="338327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3" name="Oval 1862"/>
          <p:cNvSpPr/>
          <p:nvPr/>
        </p:nvSpPr>
        <p:spPr>
          <a:xfrm>
            <a:off x="12070080" y="352043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Oval 1863"/>
          <p:cNvSpPr/>
          <p:nvPr/>
        </p:nvSpPr>
        <p:spPr>
          <a:xfrm>
            <a:off x="12070080" y="365759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5" name="Oval 1864"/>
          <p:cNvSpPr/>
          <p:nvPr/>
        </p:nvSpPr>
        <p:spPr>
          <a:xfrm>
            <a:off x="12070080" y="3794759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6" name="Oval 1865"/>
          <p:cNvSpPr/>
          <p:nvPr/>
        </p:nvSpPr>
        <p:spPr>
          <a:xfrm>
            <a:off x="12070080" y="39319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Oval 1866"/>
          <p:cNvSpPr/>
          <p:nvPr/>
        </p:nvSpPr>
        <p:spPr>
          <a:xfrm>
            <a:off x="12070080" y="40690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8" name="Oval 1867"/>
          <p:cNvSpPr/>
          <p:nvPr/>
        </p:nvSpPr>
        <p:spPr>
          <a:xfrm>
            <a:off x="12070080" y="420624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9" name="Oval 1868"/>
          <p:cNvSpPr/>
          <p:nvPr/>
        </p:nvSpPr>
        <p:spPr>
          <a:xfrm>
            <a:off x="12070080" y="434340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0" name="Oval 1869"/>
          <p:cNvSpPr/>
          <p:nvPr/>
        </p:nvSpPr>
        <p:spPr>
          <a:xfrm>
            <a:off x="12070080" y="448056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1" name="Oval 1870"/>
          <p:cNvSpPr/>
          <p:nvPr/>
        </p:nvSpPr>
        <p:spPr>
          <a:xfrm>
            <a:off x="12070080" y="461772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2" name="Oval 1871"/>
          <p:cNvSpPr/>
          <p:nvPr/>
        </p:nvSpPr>
        <p:spPr>
          <a:xfrm>
            <a:off x="12070080" y="4754880"/>
            <a:ext cx="22860" cy="2286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Rectangle 187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4" name="TextBox 1873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"/>
              </a:defRPr>
            </a:pPr>
            <a:r>
              <a:t>Q &amp; A</a:t>
            </a:r>
          </a:p>
        </p:txBody>
      </p:sp>
      <p:sp>
        <p:nvSpPr>
          <p:cNvPr id="1875" name="TextBox 1874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88888"/>
                </a:solidFill>
                <a:latin typeface="Arial"/>
              </a:defRPr>
            </a:pPr>
            <a:r>
              <a:t>질문 있으신가요?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