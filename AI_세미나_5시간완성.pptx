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304" r:id="rId3"/>
    <p:sldId id="257" r:id="rId4"/>
    <p:sldId id="258" r:id="rId5"/>
    <p:sldId id="259" r:id="rId6"/>
    <p:sldId id="260" r:id="rId7"/>
    <p:sldId id="261" r:id="rId8"/>
    <p:sldId id="299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301" r:id="rId28"/>
    <p:sldId id="280" r:id="rId29"/>
    <p:sldId id="303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302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>
        <p:scale>
          <a:sx n="147" d="100"/>
          <a:sy n="147" d="100"/>
        </p:scale>
        <p:origin x="125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64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018F-F40A-FFD2-C15A-DCF311D2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93637-B16C-A8EB-2550-9B345680D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1283D-28FD-F3CB-601A-624D8F6BB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EEB3-69A5-3ADB-A4F3-87922764A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9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6A7B-10A8-9FF2-D8AF-8A0CB036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A19E4-6BA6-9D3D-0A21-6CA19358C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542AC-6284-13CB-7730-593C47962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87F37-9262-A0E9-9098-BFC18B953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84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DD9B7-1195-D830-5540-9B26A68C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0DDC1-119D-B20A-7B5E-F1CDB91A1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4812E-20B1-034D-3373-975BA07B7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FA720-CA1C-0666-4745-68498D6A20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43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AABA-E331-9D36-9BCE-BFF60262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0C75C-92B2-72A8-62F7-2D7967059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9D527-998D-5B9B-8552-20B21A60B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56CBC-7C15-BE5F-7F2F-82BC2E254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54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FE99-CF2C-866A-C61B-B1864423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4612A-9F8F-97F2-EB5E-DC305BFDF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2B2BE-40FA-2D54-C2AF-E91D9A1A4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DC0C3-F061-9745-EDD4-942F5C9A8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043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1945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918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3891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809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7782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9728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0700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31673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42646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53619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64592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75564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86537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97510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08483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19456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30428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41401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52374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63347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74320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85292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96265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07238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18211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29184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40156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51129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62102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73075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84048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95020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05993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16966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27939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38912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49884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60857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71830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82803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93776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04748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15721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26694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37667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48640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59612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70585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81558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92531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03504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614476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25449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36422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47395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58368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69340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680313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91286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702259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713232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24204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35177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746150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57123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68096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779068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90041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01014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811987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22960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33932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844905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855878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8668512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778240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8887968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8997696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9107424" y="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5486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16459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27432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38404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49377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60350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71323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82296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93268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104241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115214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126187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137160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148132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159105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170078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181051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192024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202996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213969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224942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235915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246888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257860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268833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279806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290779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301752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312724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323697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334670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345643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356616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367588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378561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389534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400507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411480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422452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433425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444398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455371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466344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477316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>
            <a:off x="488289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>
            <a:off x="499262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510235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521208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532180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543153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>
            <a:off x="554126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565099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>
            <a:off x="576072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>
            <a:off x="587044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>
            <a:off x="598017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608990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619963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630936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>
            <a:off x="641908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652881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168"/>
          <p:cNvSpPr/>
          <p:nvPr/>
        </p:nvSpPr>
        <p:spPr>
          <a:xfrm>
            <a:off x="663854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>
            <a:off x="674827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685800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696772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707745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173"/>
          <p:cNvSpPr/>
          <p:nvPr/>
        </p:nvSpPr>
        <p:spPr>
          <a:xfrm>
            <a:off x="718718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>
            <a:off x="729691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740664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>
            <a:off x="751636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762609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773582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784555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795528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806500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>
            <a:off x="817473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828446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839419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850392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861364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8723376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>
            <a:off x="8833104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>
            <a:off x="8942832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>
            <a:off x="9052560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9162288" y="1097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 216"/>
          <p:cNvSpPr/>
          <p:nvPr/>
        </p:nvSpPr>
        <p:spPr>
          <a:xfrm>
            <a:off x="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 217"/>
          <p:cNvSpPr/>
          <p:nvPr/>
        </p:nvSpPr>
        <p:spPr>
          <a:xfrm>
            <a:off x="10972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 218"/>
          <p:cNvSpPr/>
          <p:nvPr/>
        </p:nvSpPr>
        <p:spPr>
          <a:xfrm>
            <a:off x="21945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 219"/>
          <p:cNvSpPr/>
          <p:nvPr/>
        </p:nvSpPr>
        <p:spPr>
          <a:xfrm>
            <a:off x="32918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>
            <a:off x="43891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>
            <a:off x="54864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>
            <a:off x="65836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" name="Shape 223"/>
          <p:cNvSpPr/>
          <p:nvPr/>
        </p:nvSpPr>
        <p:spPr>
          <a:xfrm>
            <a:off x="76809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" name="Shape 224"/>
          <p:cNvSpPr/>
          <p:nvPr/>
        </p:nvSpPr>
        <p:spPr>
          <a:xfrm>
            <a:off x="87782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" name="Shape 225"/>
          <p:cNvSpPr/>
          <p:nvPr/>
        </p:nvSpPr>
        <p:spPr>
          <a:xfrm>
            <a:off x="98755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>
            <a:off x="109728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>
            <a:off x="120700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>
            <a:off x="131673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" name="Shape 229"/>
          <p:cNvSpPr/>
          <p:nvPr/>
        </p:nvSpPr>
        <p:spPr>
          <a:xfrm>
            <a:off x="142646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" name="Shape 230"/>
          <p:cNvSpPr/>
          <p:nvPr/>
        </p:nvSpPr>
        <p:spPr>
          <a:xfrm>
            <a:off x="153619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" name="Shape 231"/>
          <p:cNvSpPr/>
          <p:nvPr/>
        </p:nvSpPr>
        <p:spPr>
          <a:xfrm>
            <a:off x="164592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" name="Shape 232"/>
          <p:cNvSpPr/>
          <p:nvPr/>
        </p:nvSpPr>
        <p:spPr>
          <a:xfrm>
            <a:off x="175564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" name="Shape 233"/>
          <p:cNvSpPr/>
          <p:nvPr/>
        </p:nvSpPr>
        <p:spPr>
          <a:xfrm>
            <a:off x="186537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" name="Shape 234"/>
          <p:cNvSpPr/>
          <p:nvPr/>
        </p:nvSpPr>
        <p:spPr>
          <a:xfrm>
            <a:off x="197510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" name="Shape 235"/>
          <p:cNvSpPr/>
          <p:nvPr/>
        </p:nvSpPr>
        <p:spPr>
          <a:xfrm>
            <a:off x="208483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" name="Shape 236"/>
          <p:cNvSpPr/>
          <p:nvPr/>
        </p:nvSpPr>
        <p:spPr>
          <a:xfrm>
            <a:off x="219456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" name="Shape 237"/>
          <p:cNvSpPr/>
          <p:nvPr/>
        </p:nvSpPr>
        <p:spPr>
          <a:xfrm>
            <a:off x="230428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" name="Shape 238"/>
          <p:cNvSpPr/>
          <p:nvPr/>
        </p:nvSpPr>
        <p:spPr>
          <a:xfrm>
            <a:off x="241401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" name="Shape 239"/>
          <p:cNvSpPr/>
          <p:nvPr/>
        </p:nvSpPr>
        <p:spPr>
          <a:xfrm>
            <a:off x="252374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" name="Shape 240"/>
          <p:cNvSpPr/>
          <p:nvPr/>
        </p:nvSpPr>
        <p:spPr>
          <a:xfrm>
            <a:off x="263347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 241"/>
          <p:cNvSpPr/>
          <p:nvPr/>
        </p:nvSpPr>
        <p:spPr>
          <a:xfrm>
            <a:off x="274320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" name="Shape 242"/>
          <p:cNvSpPr/>
          <p:nvPr/>
        </p:nvSpPr>
        <p:spPr>
          <a:xfrm>
            <a:off x="285292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" name="Shape 243"/>
          <p:cNvSpPr/>
          <p:nvPr/>
        </p:nvSpPr>
        <p:spPr>
          <a:xfrm>
            <a:off x="296265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" name="Shape 244"/>
          <p:cNvSpPr/>
          <p:nvPr/>
        </p:nvSpPr>
        <p:spPr>
          <a:xfrm>
            <a:off x="307238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" name="Shape 245"/>
          <p:cNvSpPr/>
          <p:nvPr/>
        </p:nvSpPr>
        <p:spPr>
          <a:xfrm>
            <a:off x="318211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" name="Shape 246"/>
          <p:cNvSpPr/>
          <p:nvPr/>
        </p:nvSpPr>
        <p:spPr>
          <a:xfrm>
            <a:off x="329184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" name="Shape 247"/>
          <p:cNvSpPr/>
          <p:nvPr/>
        </p:nvSpPr>
        <p:spPr>
          <a:xfrm>
            <a:off x="340156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" name="Shape 248"/>
          <p:cNvSpPr/>
          <p:nvPr/>
        </p:nvSpPr>
        <p:spPr>
          <a:xfrm>
            <a:off x="351129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" name="Shape 249"/>
          <p:cNvSpPr/>
          <p:nvPr/>
        </p:nvSpPr>
        <p:spPr>
          <a:xfrm>
            <a:off x="362102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" name="Shape 250"/>
          <p:cNvSpPr/>
          <p:nvPr/>
        </p:nvSpPr>
        <p:spPr>
          <a:xfrm>
            <a:off x="373075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" name="Shape 251"/>
          <p:cNvSpPr/>
          <p:nvPr/>
        </p:nvSpPr>
        <p:spPr>
          <a:xfrm>
            <a:off x="384048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" name="Shape 252"/>
          <p:cNvSpPr/>
          <p:nvPr/>
        </p:nvSpPr>
        <p:spPr>
          <a:xfrm>
            <a:off x="395020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 253"/>
          <p:cNvSpPr/>
          <p:nvPr/>
        </p:nvSpPr>
        <p:spPr>
          <a:xfrm>
            <a:off x="405993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" name="Shape 254"/>
          <p:cNvSpPr/>
          <p:nvPr/>
        </p:nvSpPr>
        <p:spPr>
          <a:xfrm>
            <a:off x="416966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7" name="Shape 255"/>
          <p:cNvSpPr/>
          <p:nvPr/>
        </p:nvSpPr>
        <p:spPr>
          <a:xfrm>
            <a:off x="427939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8" name="Shape 256"/>
          <p:cNvSpPr/>
          <p:nvPr/>
        </p:nvSpPr>
        <p:spPr>
          <a:xfrm>
            <a:off x="438912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" name="Shape 257"/>
          <p:cNvSpPr/>
          <p:nvPr/>
        </p:nvSpPr>
        <p:spPr>
          <a:xfrm>
            <a:off x="449884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" name="Shape 258"/>
          <p:cNvSpPr/>
          <p:nvPr/>
        </p:nvSpPr>
        <p:spPr>
          <a:xfrm>
            <a:off x="460857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" name="Shape 259"/>
          <p:cNvSpPr/>
          <p:nvPr/>
        </p:nvSpPr>
        <p:spPr>
          <a:xfrm>
            <a:off x="471830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" name="Shape 260"/>
          <p:cNvSpPr/>
          <p:nvPr/>
        </p:nvSpPr>
        <p:spPr>
          <a:xfrm>
            <a:off x="482803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" name="Shape 261"/>
          <p:cNvSpPr/>
          <p:nvPr/>
        </p:nvSpPr>
        <p:spPr>
          <a:xfrm>
            <a:off x="493776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" name="Shape 262"/>
          <p:cNvSpPr/>
          <p:nvPr/>
        </p:nvSpPr>
        <p:spPr>
          <a:xfrm>
            <a:off x="504748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" name="Shape 263"/>
          <p:cNvSpPr/>
          <p:nvPr/>
        </p:nvSpPr>
        <p:spPr>
          <a:xfrm>
            <a:off x="515721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" name="Shape 264"/>
          <p:cNvSpPr/>
          <p:nvPr/>
        </p:nvSpPr>
        <p:spPr>
          <a:xfrm>
            <a:off x="526694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" name="Shape 265"/>
          <p:cNvSpPr/>
          <p:nvPr/>
        </p:nvSpPr>
        <p:spPr>
          <a:xfrm>
            <a:off x="537667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8" name="Shape 266"/>
          <p:cNvSpPr/>
          <p:nvPr/>
        </p:nvSpPr>
        <p:spPr>
          <a:xfrm>
            <a:off x="548640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9" name="Shape 267"/>
          <p:cNvSpPr/>
          <p:nvPr/>
        </p:nvSpPr>
        <p:spPr>
          <a:xfrm>
            <a:off x="559612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" name="Shape 268"/>
          <p:cNvSpPr/>
          <p:nvPr/>
        </p:nvSpPr>
        <p:spPr>
          <a:xfrm>
            <a:off x="570585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" name="Shape 269"/>
          <p:cNvSpPr/>
          <p:nvPr/>
        </p:nvSpPr>
        <p:spPr>
          <a:xfrm>
            <a:off x="581558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" name="Shape 270"/>
          <p:cNvSpPr/>
          <p:nvPr/>
        </p:nvSpPr>
        <p:spPr>
          <a:xfrm>
            <a:off x="592531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" name="Shape 271"/>
          <p:cNvSpPr/>
          <p:nvPr/>
        </p:nvSpPr>
        <p:spPr>
          <a:xfrm>
            <a:off x="603504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" name="Shape 272"/>
          <p:cNvSpPr/>
          <p:nvPr/>
        </p:nvSpPr>
        <p:spPr>
          <a:xfrm>
            <a:off x="614476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" name="Shape 273"/>
          <p:cNvSpPr/>
          <p:nvPr/>
        </p:nvSpPr>
        <p:spPr>
          <a:xfrm>
            <a:off x="625449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" name="Shape 274"/>
          <p:cNvSpPr/>
          <p:nvPr/>
        </p:nvSpPr>
        <p:spPr>
          <a:xfrm>
            <a:off x="636422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" name="Shape 275"/>
          <p:cNvSpPr/>
          <p:nvPr/>
        </p:nvSpPr>
        <p:spPr>
          <a:xfrm>
            <a:off x="647395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" name="Shape 276"/>
          <p:cNvSpPr/>
          <p:nvPr/>
        </p:nvSpPr>
        <p:spPr>
          <a:xfrm>
            <a:off x="658368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9" name="Shape 277"/>
          <p:cNvSpPr/>
          <p:nvPr/>
        </p:nvSpPr>
        <p:spPr>
          <a:xfrm>
            <a:off x="669340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0" name="Shape 278"/>
          <p:cNvSpPr/>
          <p:nvPr/>
        </p:nvSpPr>
        <p:spPr>
          <a:xfrm>
            <a:off x="680313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" name="Shape 279"/>
          <p:cNvSpPr/>
          <p:nvPr/>
        </p:nvSpPr>
        <p:spPr>
          <a:xfrm>
            <a:off x="691286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" name="Shape 280"/>
          <p:cNvSpPr/>
          <p:nvPr/>
        </p:nvSpPr>
        <p:spPr>
          <a:xfrm>
            <a:off x="702259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" name="Shape 281"/>
          <p:cNvSpPr/>
          <p:nvPr/>
        </p:nvSpPr>
        <p:spPr>
          <a:xfrm>
            <a:off x="713232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" name="Shape 282"/>
          <p:cNvSpPr/>
          <p:nvPr/>
        </p:nvSpPr>
        <p:spPr>
          <a:xfrm>
            <a:off x="724204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" name="Shape 283"/>
          <p:cNvSpPr/>
          <p:nvPr/>
        </p:nvSpPr>
        <p:spPr>
          <a:xfrm>
            <a:off x="735177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" name="Shape 284"/>
          <p:cNvSpPr/>
          <p:nvPr/>
        </p:nvSpPr>
        <p:spPr>
          <a:xfrm>
            <a:off x="746150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" name="Shape 285"/>
          <p:cNvSpPr/>
          <p:nvPr/>
        </p:nvSpPr>
        <p:spPr>
          <a:xfrm>
            <a:off x="757123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" name="Shape 286"/>
          <p:cNvSpPr/>
          <p:nvPr/>
        </p:nvSpPr>
        <p:spPr>
          <a:xfrm>
            <a:off x="768096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" name="Shape 287"/>
          <p:cNvSpPr/>
          <p:nvPr/>
        </p:nvSpPr>
        <p:spPr>
          <a:xfrm>
            <a:off x="779068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0" name="Shape 288"/>
          <p:cNvSpPr/>
          <p:nvPr/>
        </p:nvSpPr>
        <p:spPr>
          <a:xfrm>
            <a:off x="790041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" name="Shape 289"/>
          <p:cNvSpPr/>
          <p:nvPr/>
        </p:nvSpPr>
        <p:spPr>
          <a:xfrm>
            <a:off x="801014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" name="Shape 290"/>
          <p:cNvSpPr/>
          <p:nvPr/>
        </p:nvSpPr>
        <p:spPr>
          <a:xfrm>
            <a:off x="811987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" name="Shape 291"/>
          <p:cNvSpPr/>
          <p:nvPr/>
        </p:nvSpPr>
        <p:spPr>
          <a:xfrm>
            <a:off x="822960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" name="Shape 292"/>
          <p:cNvSpPr/>
          <p:nvPr/>
        </p:nvSpPr>
        <p:spPr>
          <a:xfrm>
            <a:off x="833932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" name="Shape 293"/>
          <p:cNvSpPr/>
          <p:nvPr/>
        </p:nvSpPr>
        <p:spPr>
          <a:xfrm>
            <a:off x="844905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" name="Shape 294"/>
          <p:cNvSpPr/>
          <p:nvPr/>
        </p:nvSpPr>
        <p:spPr>
          <a:xfrm>
            <a:off x="855878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" name="Shape 295"/>
          <p:cNvSpPr/>
          <p:nvPr/>
        </p:nvSpPr>
        <p:spPr>
          <a:xfrm>
            <a:off x="8668512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" name="Shape 296"/>
          <p:cNvSpPr/>
          <p:nvPr/>
        </p:nvSpPr>
        <p:spPr>
          <a:xfrm>
            <a:off x="8778240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" name="Shape 297"/>
          <p:cNvSpPr/>
          <p:nvPr/>
        </p:nvSpPr>
        <p:spPr>
          <a:xfrm>
            <a:off x="8887968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0" name="Shape 298"/>
          <p:cNvSpPr/>
          <p:nvPr/>
        </p:nvSpPr>
        <p:spPr>
          <a:xfrm>
            <a:off x="8997696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1" name="Shape 299"/>
          <p:cNvSpPr/>
          <p:nvPr/>
        </p:nvSpPr>
        <p:spPr>
          <a:xfrm>
            <a:off x="9107424" y="2194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" name="Shape 324"/>
          <p:cNvSpPr/>
          <p:nvPr/>
        </p:nvSpPr>
        <p:spPr>
          <a:xfrm>
            <a:off x="5486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" name="Shape 325"/>
          <p:cNvSpPr/>
          <p:nvPr/>
        </p:nvSpPr>
        <p:spPr>
          <a:xfrm>
            <a:off x="16459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" name="Shape 326"/>
          <p:cNvSpPr/>
          <p:nvPr/>
        </p:nvSpPr>
        <p:spPr>
          <a:xfrm>
            <a:off x="27432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" name="Shape 327"/>
          <p:cNvSpPr/>
          <p:nvPr/>
        </p:nvSpPr>
        <p:spPr>
          <a:xfrm>
            <a:off x="38404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" name="Shape 328"/>
          <p:cNvSpPr/>
          <p:nvPr/>
        </p:nvSpPr>
        <p:spPr>
          <a:xfrm>
            <a:off x="49377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" name="Shape 329"/>
          <p:cNvSpPr/>
          <p:nvPr/>
        </p:nvSpPr>
        <p:spPr>
          <a:xfrm>
            <a:off x="60350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" name="Shape 330"/>
          <p:cNvSpPr/>
          <p:nvPr/>
        </p:nvSpPr>
        <p:spPr>
          <a:xfrm>
            <a:off x="71323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3" name="Shape 331"/>
          <p:cNvSpPr/>
          <p:nvPr/>
        </p:nvSpPr>
        <p:spPr>
          <a:xfrm>
            <a:off x="82296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4" name="Shape 332"/>
          <p:cNvSpPr/>
          <p:nvPr/>
        </p:nvSpPr>
        <p:spPr>
          <a:xfrm>
            <a:off x="93268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" name="Shape 333"/>
          <p:cNvSpPr/>
          <p:nvPr/>
        </p:nvSpPr>
        <p:spPr>
          <a:xfrm>
            <a:off x="104241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" name="Shape 334"/>
          <p:cNvSpPr/>
          <p:nvPr/>
        </p:nvSpPr>
        <p:spPr>
          <a:xfrm>
            <a:off x="115214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" name="Shape 335"/>
          <p:cNvSpPr/>
          <p:nvPr/>
        </p:nvSpPr>
        <p:spPr>
          <a:xfrm>
            <a:off x="126187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" name="Shape 336"/>
          <p:cNvSpPr/>
          <p:nvPr/>
        </p:nvSpPr>
        <p:spPr>
          <a:xfrm>
            <a:off x="137160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" name="Shape 337"/>
          <p:cNvSpPr/>
          <p:nvPr/>
        </p:nvSpPr>
        <p:spPr>
          <a:xfrm>
            <a:off x="148132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" name="Shape 338"/>
          <p:cNvSpPr/>
          <p:nvPr/>
        </p:nvSpPr>
        <p:spPr>
          <a:xfrm>
            <a:off x="159105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" name="Shape 339"/>
          <p:cNvSpPr/>
          <p:nvPr/>
        </p:nvSpPr>
        <p:spPr>
          <a:xfrm>
            <a:off x="170078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" name="Shape 340"/>
          <p:cNvSpPr/>
          <p:nvPr/>
        </p:nvSpPr>
        <p:spPr>
          <a:xfrm>
            <a:off x="181051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1"/>
          <p:cNvSpPr/>
          <p:nvPr/>
        </p:nvSpPr>
        <p:spPr>
          <a:xfrm>
            <a:off x="192024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4" name="Shape 342"/>
          <p:cNvSpPr/>
          <p:nvPr/>
        </p:nvSpPr>
        <p:spPr>
          <a:xfrm>
            <a:off x="202996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" name="Shape 343"/>
          <p:cNvSpPr/>
          <p:nvPr/>
        </p:nvSpPr>
        <p:spPr>
          <a:xfrm>
            <a:off x="213969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" name="Shape 344"/>
          <p:cNvSpPr/>
          <p:nvPr/>
        </p:nvSpPr>
        <p:spPr>
          <a:xfrm>
            <a:off x="224942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" name="Shape 345"/>
          <p:cNvSpPr/>
          <p:nvPr/>
        </p:nvSpPr>
        <p:spPr>
          <a:xfrm>
            <a:off x="235915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" name="Shape 346"/>
          <p:cNvSpPr/>
          <p:nvPr/>
        </p:nvSpPr>
        <p:spPr>
          <a:xfrm>
            <a:off x="246888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" name="Shape 347"/>
          <p:cNvSpPr/>
          <p:nvPr/>
        </p:nvSpPr>
        <p:spPr>
          <a:xfrm>
            <a:off x="257860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" name="Shape 348"/>
          <p:cNvSpPr/>
          <p:nvPr/>
        </p:nvSpPr>
        <p:spPr>
          <a:xfrm>
            <a:off x="268833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" name="Shape 349"/>
          <p:cNvSpPr/>
          <p:nvPr/>
        </p:nvSpPr>
        <p:spPr>
          <a:xfrm>
            <a:off x="279806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" name="Shape 350"/>
          <p:cNvSpPr/>
          <p:nvPr/>
        </p:nvSpPr>
        <p:spPr>
          <a:xfrm>
            <a:off x="290779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" name="Shape 351"/>
          <p:cNvSpPr/>
          <p:nvPr/>
        </p:nvSpPr>
        <p:spPr>
          <a:xfrm>
            <a:off x="301752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4" name="Shape 352"/>
          <p:cNvSpPr/>
          <p:nvPr/>
        </p:nvSpPr>
        <p:spPr>
          <a:xfrm>
            <a:off x="312724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5" name="Shape 353"/>
          <p:cNvSpPr/>
          <p:nvPr/>
        </p:nvSpPr>
        <p:spPr>
          <a:xfrm>
            <a:off x="323697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" name="Shape 354"/>
          <p:cNvSpPr/>
          <p:nvPr/>
        </p:nvSpPr>
        <p:spPr>
          <a:xfrm>
            <a:off x="334670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" name="Shape 355"/>
          <p:cNvSpPr/>
          <p:nvPr/>
        </p:nvSpPr>
        <p:spPr>
          <a:xfrm>
            <a:off x="345643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" name="Shape 356"/>
          <p:cNvSpPr/>
          <p:nvPr/>
        </p:nvSpPr>
        <p:spPr>
          <a:xfrm>
            <a:off x="356616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" name="Shape 357"/>
          <p:cNvSpPr/>
          <p:nvPr/>
        </p:nvSpPr>
        <p:spPr>
          <a:xfrm>
            <a:off x="367588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" name="Shape 358"/>
          <p:cNvSpPr/>
          <p:nvPr/>
        </p:nvSpPr>
        <p:spPr>
          <a:xfrm>
            <a:off x="378561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" name="Shape 359"/>
          <p:cNvSpPr/>
          <p:nvPr/>
        </p:nvSpPr>
        <p:spPr>
          <a:xfrm>
            <a:off x="389534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" name="Shape 360"/>
          <p:cNvSpPr/>
          <p:nvPr/>
        </p:nvSpPr>
        <p:spPr>
          <a:xfrm>
            <a:off x="400507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" name="Shape 361"/>
          <p:cNvSpPr/>
          <p:nvPr/>
        </p:nvSpPr>
        <p:spPr>
          <a:xfrm>
            <a:off x="411480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" name="Shape 362"/>
          <p:cNvSpPr/>
          <p:nvPr/>
        </p:nvSpPr>
        <p:spPr>
          <a:xfrm>
            <a:off x="422452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5" name="Shape 363"/>
          <p:cNvSpPr/>
          <p:nvPr/>
        </p:nvSpPr>
        <p:spPr>
          <a:xfrm>
            <a:off x="433425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6" name="Shape 364"/>
          <p:cNvSpPr/>
          <p:nvPr/>
        </p:nvSpPr>
        <p:spPr>
          <a:xfrm>
            <a:off x="444398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" name="Shape 365"/>
          <p:cNvSpPr/>
          <p:nvPr/>
        </p:nvSpPr>
        <p:spPr>
          <a:xfrm>
            <a:off x="455371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" name="Shape 366"/>
          <p:cNvSpPr/>
          <p:nvPr/>
        </p:nvSpPr>
        <p:spPr>
          <a:xfrm>
            <a:off x="466344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" name="Shape 367"/>
          <p:cNvSpPr/>
          <p:nvPr/>
        </p:nvSpPr>
        <p:spPr>
          <a:xfrm>
            <a:off x="477316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" name="Shape 368"/>
          <p:cNvSpPr/>
          <p:nvPr/>
        </p:nvSpPr>
        <p:spPr>
          <a:xfrm>
            <a:off x="488289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" name="Shape 369"/>
          <p:cNvSpPr/>
          <p:nvPr/>
        </p:nvSpPr>
        <p:spPr>
          <a:xfrm>
            <a:off x="499262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" name="Shape 370"/>
          <p:cNvSpPr/>
          <p:nvPr/>
        </p:nvSpPr>
        <p:spPr>
          <a:xfrm>
            <a:off x="510235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" name="Shape 371"/>
          <p:cNvSpPr/>
          <p:nvPr/>
        </p:nvSpPr>
        <p:spPr>
          <a:xfrm>
            <a:off x="521208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" name="Shape 372"/>
          <p:cNvSpPr/>
          <p:nvPr/>
        </p:nvSpPr>
        <p:spPr>
          <a:xfrm>
            <a:off x="532180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" name="Shape 373"/>
          <p:cNvSpPr/>
          <p:nvPr/>
        </p:nvSpPr>
        <p:spPr>
          <a:xfrm>
            <a:off x="543153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6" name="Shape 374"/>
          <p:cNvSpPr/>
          <p:nvPr/>
        </p:nvSpPr>
        <p:spPr>
          <a:xfrm>
            <a:off x="554126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7" name="Shape 375"/>
          <p:cNvSpPr/>
          <p:nvPr/>
        </p:nvSpPr>
        <p:spPr>
          <a:xfrm>
            <a:off x="565099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" name="Shape 376"/>
          <p:cNvSpPr/>
          <p:nvPr/>
        </p:nvSpPr>
        <p:spPr>
          <a:xfrm>
            <a:off x="576072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" name="Shape 377"/>
          <p:cNvSpPr/>
          <p:nvPr/>
        </p:nvSpPr>
        <p:spPr>
          <a:xfrm>
            <a:off x="587044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" name="Shape 378"/>
          <p:cNvSpPr/>
          <p:nvPr/>
        </p:nvSpPr>
        <p:spPr>
          <a:xfrm>
            <a:off x="598017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" name="Shape 379"/>
          <p:cNvSpPr/>
          <p:nvPr/>
        </p:nvSpPr>
        <p:spPr>
          <a:xfrm>
            <a:off x="608990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" name="Shape 380"/>
          <p:cNvSpPr/>
          <p:nvPr/>
        </p:nvSpPr>
        <p:spPr>
          <a:xfrm>
            <a:off x="619963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" name="Shape 381"/>
          <p:cNvSpPr/>
          <p:nvPr/>
        </p:nvSpPr>
        <p:spPr>
          <a:xfrm>
            <a:off x="630936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" name="Shape 382"/>
          <p:cNvSpPr/>
          <p:nvPr/>
        </p:nvSpPr>
        <p:spPr>
          <a:xfrm>
            <a:off x="641908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" name="Shape 383"/>
          <p:cNvSpPr/>
          <p:nvPr/>
        </p:nvSpPr>
        <p:spPr>
          <a:xfrm>
            <a:off x="652881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" name="Shape 384"/>
          <p:cNvSpPr/>
          <p:nvPr/>
        </p:nvSpPr>
        <p:spPr>
          <a:xfrm>
            <a:off x="663854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7" name="Shape 385"/>
          <p:cNvSpPr/>
          <p:nvPr/>
        </p:nvSpPr>
        <p:spPr>
          <a:xfrm>
            <a:off x="674827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8" name="Shape 386"/>
          <p:cNvSpPr/>
          <p:nvPr/>
        </p:nvSpPr>
        <p:spPr>
          <a:xfrm>
            <a:off x="685800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" name="Shape 387"/>
          <p:cNvSpPr/>
          <p:nvPr/>
        </p:nvSpPr>
        <p:spPr>
          <a:xfrm>
            <a:off x="696772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" name="Shape 388"/>
          <p:cNvSpPr/>
          <p:nvPr/>
        </p:nvSpPr>
        <p:spPr>
          <a:xfrm>
            <a:off x="707745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" name="Shape 389"/>
          <p:cNvSpPr/>
          <p:nvPr/>
        </p:nvSpPr>
        <p:spPr>
          <a:xfrm>
            <a:off x="718718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" name="Shape 390"/>
          <p:cNvSpPr/>
          <p:nvPr/>
        </p:nvSpPr>
        <p:spPr>
          <a:xfrm>
            <a:off x="729691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" name="Shape 391"/>
          <p:cNvSpPr/>
          <p:nvPr/>
        </p:nvSpPr>
        <p:spPr>
          <a:xfrm>
            <a:off x="740664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" name="Shape 392"/>
          <p:cNvSpPr/>
          <p:nvPr/>
        </p:nvSpPr>
        <p:spPr>
          <a:xfrm>
            <a:off x="751636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" name="Shape 393"/>
          <p:cNvSpPr/>
          <p:nvPr/>
        </p:nvSpPr>
        <p:spPr>
          <a:xfrm>
            <a:off x="762609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" name="Shape 394"/>
          <p:cNvSpPr/>
          <p:nvPr/>
        </p:nvSpPr>
        <p:spPr>
          <a:xfrm>
            <a:off x="773582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" name="Shape 395"/>
          <p:cNvSpPr/>
          <p:nvPr/>
        </p:nvSpPr>
        <p:spPr>
          <a:xfrm>
            <a:off x="784555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8" name="Shape 396"/>
          <p:cNvSpPr/>
          <p:nvPr/>
        </p:nvSpPr>
        <p:spPr>
          <a:xfrm>
            <a:off x="795528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9" name="Shape 397"/>
          <p:cNvSpPr/>
          <p:nvPr/>
        </p:nvSpPr>
        <p:spPr>
          <a:xfrm>
            <a:off x="806500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" name="Shape 398"/>
          <p:cNvSpPr/>
          <p:nvPr/>
        </p:nvSpPr>
        <p:spPr>
          <a:xfrm>
            <a:off x="817473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" name="Shape 399"/>
          <p:cNvSpPr/>
          <p:nvPr/>
        </p:nvSpPr>
        <p:spPr>
          <a:xfrm>
            <a:off x="828446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" name="Shape 400"/>
          <p:cNvSpPr/>
          <p:nvPr/>
        </p:nvSpPr>
        <p:spPr>
          <a:xfrm>
            <a:off x="839419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" name="Shape 401"/>
          <p:cNvSpPr/>
          <p:nvPr/>
        </p:nvSpPr>
        <p:spPr>
          <a:xfrm>
            <a:off x="850392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" name="Shape 402"/>
          <p:cNvSpPr/>
          <p:nvPr/>
        </p:nvSpPr>
        <p:spPr>
          <a:xfrm>
            <a:off x="861364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" name="Shape 403"/>
          <p:cNvSpPr/>
          <p:nvPr/>
        </p:nvSpPr>
        <p:spPr>
          <a:xfrm>
            <a:off x="8723376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" name="Shape 404"/>
          <p:cNvSpPr/>
          <p:nvPr/>
        </p:nvSpPr>
        <p:spPr>
          <a:xfrm>
            <a:off x="8833104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" name="Shape 405"/>
          <p:cNvSpPr/>
          <p:nvPr/>
        </p:nvSpPr>
        <p:spPr>
          <a:xfrm>
            <a:off x="8942832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8" name="Shape 406"/>
          <p:cNvSpPr/>
          <p:nvPr/>
        </p:nvSpPr>
        <p:spPr>
          <a:xfrm>
            <a:off x="9052560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9" name="Shape 407"/>
          <p:cNvSpPr/>
          <p:nvPr/>
        </p:nvSpPr>
        <p:spPr>
          <a:xfrm>
            <a:off x="9162288" y="3291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" name="Shape 432"/>
          <p:cNvSpPr/>
          <p:nvPr/>
        </p:nvSpPr>
        <p:spPr>
          <a:xfrm>
            <a:off x="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" name="Shape 433"/>
          <p:cNvSpPr/>
          <p:nvPr/>
        </p:nvSpPr>
        <p:spPr>
          <a:xfrm>
            <a:off x="10972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" name="Shape 434"/>
          <p:cNvSpPr/>
          <p:nvPr/>
        </p:nvSpPr>
        <p:spPr>
          <a:xfrm>
            <a:off x="21945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" name="Shape 435"/>
          <p:cNvSpPr/>
          <p:nvPr/>
        </p:nvSpPr>
        <p:spPr>
          <a:xfrm>
            <a:off x="32918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" name="Shape 436"/>
          <p:cNvSpPr/>
          <p:nvPr/>
        </p:nvSpPr>
        <p:spPr>
          <a:xfrm>
            <a:off x="43891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" name="Shape 437"/>
          <p:cNvSpPr/>
          <p:nvPr/>
        </p:nvSpPr>
        <p:spPr>
          <a:xfrm>
            <a:off x="54864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" name="Shape 438"/>
          <p:cNvSpPr/>
          <p:nvPr/>
        </p:nvSpPr>
        <p:spPr>
          <a:xfrm>
            <a:off x="65836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1" name="Shape 439"/>
          <p:cNvSpPr/>
          <p:nvPr/>
        </p:nvSpPr>
        <p:spPr>
          <a:xfrm>
            <a:off x="76809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2" name="Shape 440"/>
          <p:cNvSpPr/>
          <p:nvPr/>
        </p:nvSpPr>
        <p:spPr>
          <a:xfrm>
            <a:off x="87782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" name="Shape 441"/>
          <p:cNvSpPr/>
          <p:nvPr/>
        </p:nvSpPr>
        <p:spPr>
          <a:xfrm>
            <a:off x="98755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" name="Shape 442"/>
          <p:cNvSpPr/>
          <p:nvPr/>
        </p:nvSpPr>
        <p:spPr>
          <a:xfrm>
            <a:off x="109728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" name="Shape 443"/>
          <p:cNvSpPr/>
          <p:nvPr/>
        </p:nvSpPr>
        <p:spPr>
          <a:xfrm>
            <a:off x="120700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" name="Shape 444"/>
          <p:cNvSpPr/>
          <p:nvPr/>
        </p:nvSpPr>
        <p:spPr>
          <a:xfrm>
            <a:off x="131673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" name="Shape 445"/>
          <p:cNvSpPr/>
          <p:nvPr/>
        </p:nvSpPr>
        <p:spPr>
          <a:xfrm>
            <a:off x="142646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" name="Shape 446"/>
          <p:cNvSpPr/>
          <p:nvPr/>
        </p:nvSpPr>
        <p:spPr>
          <a:xfrm>
            <a:off x="153619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" name="Shape 447"/>
          <p:cNvSpPr/>
          <p:nvPr/>
        </p:nvSpPr>
        <p:spPr>
          <a:xfrm>
            <a:off x="164592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" name="Shape 448"/>
          <p:cNvSpPr/>
          <p:nvPr/>
        </p:nvSpPr>
        <p:spPr>
          <a:xfrm>
            <a:off x="175564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" name="Shape 449"/>
          <p:cNvSpPr/>
          <p:nvPr/>
        </p:nvSpPr>
        <p:spPr>
          <a:xfrm>
            <a:off x="186537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2" name="Shape 450"/>
          <p:cNvSpPr/>
          <p:nvPr/>
        </p:nvSpPr>
        <p:spPr>
          <a:xfrm>
            <a:off x="197510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" name="Shape 451"/>
          <p:cNvSpPr/>
          <p:nvPr/>
        </p:nvSpPr>
        <p:spPr>
          <a:xfrm>
            <a:off x="208483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" name="Shape 452"/>
          <p:cNvSpPr/>
          <p:nvPr/>
        </p:nvSpPr>
        <p:spPr>
          <a:xfrm>
            <a:off x="219456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" name="Shape 453"/>
          <p:cNvSpPr/>
          <p:nvPr/>
        </p:nvSpPr>
        <p:spPr>
          <a:xfrm>
            <a:off x="230428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" name="Shape 454"/>
          <p:cNvSpPr/>
          <p:nvPr/>
        </p:nvSpPr>
        <p:spPr>
          <a:xfrm>
            <a:off x="241401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" name="Shape 455"/>
          <p:cNvSpPr/>
          <p:nvPr/>
        </p:nvSpPr>
        <p:spPr>
          <a:xfrm>
            <a:off x="252374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" name="Shape 456"/>
          <p:cNvSpPr/>
          <p:nvPr/>
        </p:nvSpPr>
        <p:spPr>
          <a:xfrm>
            <a:off x="263347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" name="Shape 457"/>
          <p:cNvSpPr/>
          <p:nvPr/>
        </p:nvSpPr>
        <p:spPr>
          <a:xfrm>
            <a:off x="274320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" name="Shape 458"/>
          <p:cNvSpPr/>
          <p:nvPr/>
        </p:nvSpPr>
        <p:spPr>
          <a:xfrm>
            <a:off x="285292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" name="Shape 459"/>
          <p:cNvSpPr/>
          <p:nvPr/>
        </p:nvSpPr>
        <p:spPr>
          <a:xfrm>
            <a:off x="296265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2" name="Shape 460"/>
          <p:cNvSpPr/>
          <p:nvPr/>
        </p:nvSpPr>
        <p:spPr>
          <a:xfrm>
            <a:off x="307238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3" name="Shape 461"/>
          <p:cNvSpPr/>
          <p:nvPr/>
        </p:nvSpPr>
        <p:spPr>
          <a:xfrm>
            <a:off x="318211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" name="Shape 462"/>
          <p:cNvSpPr/>
          <p:nvPr/>
        </p:nvSpPr>
        <p:spPr>
          <a:xfrm>
            <a:off x="329184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" name="Shape 463"/>
          <p:cNvSpPr/>
          <p:nvPr/>
        </p:nvSpPr>
        <p:spPr>
          <a:xfrm>
            <a:off x="340156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" name="Shape 464"/>
          <p:cNvSpPr/>
          <p:nvPr/>
        </p:nvSpPr>
        <p:spPr>
          <a:xfrm>
            <a:off x="351129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" name="Shape 465"/>
          <p:cNvSpPr/>
          <p:nvPr/>
        </p:nvSpPr>
        <p:spPr>
          <a:xfrm>
            <a:off x="362102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" name="Shape 466"/>
          <p:cNvSpPr/>
          <p:nvPr/>
        </p:nvSpPr>
        <p:spPr>
          <a:xfrm>
            <a:off x="373075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" name="Shape 467"/>
          <p:cNvSpPr/>
          <p:nvPr/>
        </p:nvSpPr>
        <p:spPr>
          <a:xfrm>
            <a:off x="384048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" name="Shape 468"/>
          <p:cNvSpPr/>
          <p:nvPr/>
        </p:nvSpPr>
        <p:spPr>
          <a:xfrm>
            <a:off x="395020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" name="Shape 469"/>
          <p:cNvSpPr/>
          <p:nvPr/>
        </p:nvSpPr>
        <p:spPr>
          <a:xfrm>
            <a:off x="405993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" name="Shape 470"/>
          <p:cNvSpPr/>
          <p:nvPr/>
        </p:nvSpPr>
        <p:spPr>
          <a:xfrm>
            <a:off x="416966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3" name="Shape 471"/>
          <p:cNvSpPr/>
          <p:nvPr/>
        </p:nvSpPr>
        <p:spPr>
          <a:xfrm>
            <a:off x="427939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4" name="Shape 472"/>
          <p:cNvSpPr/>
          <p:nvPr/>
        </p:nvSpPr>
        <p:spPr>
          <a:xfrm>
            <a:off x="438912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" name="Shape 473"/>
          <p:cNvSpPr/>
          <p:nvPr/>
        </p:nvSpPr>
        <p:spPr>
          <a:xfrm>
            <a:off x="449884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" name="Shape 474"/>
          <p:cNvSpPr/>
          <p:nvPr/>
        </p:nvSpPr>
        <p:spPr>
          <a:xfrm>
            <a:off x="460857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" name="Shape 475"/>
          <p:cNvSpPr/>
          <p:nvPr/>
        </p:nvSpPr>
        <p:spPr>
          <a:xfrm>
            <a:off x="471830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" name="Shape 476"/>
          <p:cNvSpPr/>
          <p:nvPr/>
        </p:nvSpPr>
        <p:spPr>
          <a:xfrm>
            <a:off x="482803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" name="Shape 477"/>
          <p:cNvSpPr/>
          <p:nvPr/>
        </p:nvSpPr>
        <p:spPr>
          <a:xfrm>
            <a:off x="493776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" name="Shape 478"/>
          <p:cNvSpPr/>
          <p:nvPr/>
        </p:nvSpPr>
        <p:spPr>
          <a:xfrm>
            <a:off x="504748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" name="Shape 479"/>
          <p:cNvSpPr/>
          <p:nvPr/>
        </p:nvSpPr>
        <p:spPr>
          <a:xfrm>
            <a:off x="515721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" name="Shape 480"/>
          <p:cNvSpPr/>
          <p:nvPr/>
        </p:nvSpPr>
        <p:spPr>
          <a:xfrm>
            <a:off x="526694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" name="Shape 481"/>
          <p:cNvSpPr/>
          <p:nvPr/>
        </p:nvSpPr>
        <p:spPr>
          <a:xfrm>
            <a:off x="537667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4" name="Shape 482"/>
          <p:cNvSpPr/>
          <p:nvPr/>
        </p:nvSpPr>
        <p:spPr>
          <a:xfrm>
            <a:off x="548640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5" name="Shape 483"/>
          <p:cNvSpPr/>
          <p:nvPr/>
        </p:nvSpPr>
        <p:spPr>
          <a:xfrm>
            <a:off x="559612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" name="Shape 484"/>
          <p:cNvSpPr/>
          <p:nvPr/>
        </p:nvSpPr>
        <p:spPr>
          <a:xfrm>
            <a:off x="570585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" name="Shape 485"/>
          <p:cNvSpPr/>
          <p:nvPr/>
        </p:nvSpPr>
        <p:spPr>
          <a:xfrm>
            <a:off x="581558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" name="Shape 486"/>
          <p:cNvSpPr/>
          <p:nvPr/>
        </p:nvSpPr>
        <p:spPr>
          <a:xfrm>
            <a:off x="592531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" name="Shape 487"/>
          <p:cNvSpPr/>
          <p:nvPr/>
        </p:nvSpPr>
        <p:spPr>
          <a:xfrm>
            <a:off x="603504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" name="Shape 488"/>
          <p:cNvSpPr/>
          <p:nvPr/>
        </p:nvSpPr>
        <p:spPr>
          <a:xfrm>
            <a:off x="614476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" name="Shape 489"/>
          <p:cNvSpPr/>
          <p:nvPr/>
        </p:nvSpPr>
        <p:spPr>
          <a:xfrm>
            <a:off x="625449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" name="Shape 490"/>
          <p:cNvSpPr/>
          <p:nvPr/>
        </p:nvSpPr>
        <p:spPr>
          <a:xfrm>
            <a:off x="636422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" name="Shape 491"/>
          <p:cNvSpPr/>
          <p:nvPr/>
        </p:nvSpPr>
        <p:spPr>
          <a:xfrm>
            <a:off x="647395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" name="Shape 492"/>
          <p:cNvSpPr/>
          <p:nvPr/>
        </p:nvSpPr>
        <p:spPr>
          <a:xfrm>
            <a:off x="658368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5" name="Shape 493"/>
          <p:cNvSpPr/>
          <p:nvPr/>
        </p:nvSpPr>
        <p:spPr>
          <a:xfrm>
            <a:off x="669340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6" name="Shape 494"/>
          <p:cNvSpPr/>
          <p:nvPr/>
        </p:nvSpPr>
        <p:spPr>
          <a:xfrm>
            <a:off x="680313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7" name="Shape 495"/>
          <p:cNvSpPr/>
          <p:nvPr/>
        </p:nvSpPr>
        <p:spPr>
          <a:xfrm>
            <a:off x="691286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8" name="Shape 496"/>
          <p:cNvSpPr/>
          <p:nvPr/>
        </p:nvSpPr>
        <p:spPr>
          <a:xfrm>
            <a:off x="702259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9" name="Shape 497"/>
          <p:cNvSpPr/>
          <p:nvPr/>
        </p:nvSpPr>
        <p:spPr>
          <a:xfrm>
            <a:off x="713232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0" name="Shape 498"/>
          <p:cNvSpPr/>
          <p:nvPr/>
        </p:nvSpPr>
        <p:spPr>
          <a:xfrm>
            <a:off x="724204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1" name="Shape 499"/>
          <p:cNvSpPr/>
          <p:nvPr/>
        </p:nvSpPr>
        <p:spPr>
          <a:xfrm>
            <a:off x="735177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2" name="Shape 500"/>
          <p:cNvSpPr/>
          <p:nvPr/>
        </p:nvSpPr>
        <p:spPr>
          <a:xfrm>
            <a:off x="746150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3" name="Shape 501"/>
          <p:cNvSpPr/>
          <p:nvPr/>
        </p:nvSpPr>
        <p:spPr>
          <a:xfrm>
            <a:off x="757123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4" name="Shape 502"/>
          <p:cNvSpPr/>
          <p:nvPr/>
        </p:nvSpPr>
        <p:spPr>
          <a:xfrm>
            <a:off x="768096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5" name="Shape 503"/>
          <p:cNvSpPr/>
          <p:nvPr/>
        </p:nvSpPr>
        <p:spPr>
          <a:xfrm>
            <a:off x="779068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6" name="Shape 504"/>
          <p:cNvSpPr/>
          <p:nvPr/>
        </p:nvSpPr>
        <p:spPr>
          <a:xfrm>
            <a:off x="790041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7" name="Shape 505"/>
          <p:cNvSpPr/>
          <p:nvPr/>
        </p:nvSpPr>
        <p:spPr>
          <a:xfrm>
            <a:off x="801014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8" name="Shape 506"/>
          <p:cNvSpPr/>
          <p:nvPr/>
        </p:nvSpPr>
        <p:spPr>
          <a:xfrm>
            <a:off x="811987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9" name="Shape 507"/>
          <p:cNvSpPr/>
          <p:nvPr/>
        </p:nvSpPr>
        <p:spPr>
          <a:xfrm>
            <a:off x="822960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0" name="Shape 508"/>
          <p:cNvSpPr/>
          <p:nvPr/>
        </p:nvSpPr>
        <p:spPr>
          <a:xfrm>
            <a:off x="833932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1" name="Shape 509"/>
          <p:cNvSpPr/>
          <p:nvPr/>
        </p:nvSpPr>
        <p:spPr>
          <a:xfrm>
            <a:off x="844905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2" name="Shape 510"/>
          <p:cNvSpPr/>
          <p:nvPr/>
        </p:nvSpPr>
        <p:spPr>
          <a:xfrm>
            <a:off x="855878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3" name="Shape 511"/>
          <p:cNvSpPr/>
          <p:nvPr/>
        </p:nvSpPr>
        <p:spPr>
          <a:xfrm>
            <a:off x="8668512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4" name="Shape 512"/>
          <p:cNvSpPr/>
          <p:nvPr/>
        </p:nvSpPr>
        <p:spPr>
          <a:xfrm>
            <a:off x="8778240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5" name="Shape 513"/>
          <p:cNvSpPr/>
          <p:nvPr/>
        </p:nvSpPr>
        <p:spPr>
          <a:xfrm>
            <a:off x="8887968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6" name="Shape 514"/>
          <p:cNvSpPr/>
          <p:nvPr/>
        </p:nvSpPr>
        <p:spPr>
          <a:xfrm>
            <a:off x="8997696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7" name="Shape 515"/>
          <p:cNvSpPr/>
          <p:nvPr/>
        </p:nvSpPr>
        <p:spPr>
          <a:xfrm>
            <a:off x="9107424" y="4389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2" name="Shape 540"/>
          <p:cNvSpPr/>
          <p:nvPr/>
        </p:nvSpPr>
        <p:spPr>
          <a:xfrm>
            <a:off x="5486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3" name="Shape 541"/>
          <p:cNvSpPr/>
          <p:nvPr/>
        </p:nvSpPr>
        <p:spPr>
          <a:xfrm>
            <a:off x="16459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4" name="Shape 542"/>
          <p:cNvSpPr/>
          <p:nvPr/>
        </p:nvSpPr>
        <p:spPr>
          <a:xfrm>
            <a:off x="27432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5" name="Shape 543"/>
          <p:cNvSpPr/>
          <p:nvPr/>
        </p:nvSpPr>
        <p:spPr>
          <a:xfrm>
            <a:off x="38404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6" name="Shape 544"/>
          <p:cNvSpPr/>
          <p:nvPr/>
        </p:nvSpPr>
        <p:spPr>
          <a:xfrm>
            <a:off x="49377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7" name="Shape 545"/>
          <p:cNvSpPr/>
          <p:nvPr/>
        </p:nvSpPr>
        <p:spPr>
          <a:xfrm>
            <a:off x="60350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8" name="Shape 546"/>
          <p:cNvSpPr/>
          <p:nvPr/>
        </p:nvSpPr>
        <p:spPr>
          <a:xfrm>
            <a:off x="71323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9" name="Shape 547"/>
          <p:cNvSpPr/>
          <p:nvPr/>
        </p:nvSpPr>
        <p:spPr>
          <a:xfrm>
            <a:off x="82296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0" name="Shape 548"/>
          <p:cNvSpPr/>
          <p:nvPr/>
        </p:nvSpPr>
        <p:spPr>
          <a:xfrm>
            <a:off x="93268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1" name="Shape 549"/>
          <p:cNvSpPr/>
          <p:nvPr/>
        </p:nvSpPr>
        <p:spPr>
          <a:xfrm>
            <a:off x="104241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2" name="Shape 550"/>
          <p:cNvSpPr/>
          <p:nvPr/>
        </p:nvSpPr>
        <p:spPr>
          <a:xfrm>
            <a:off x="115214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3" name="Shape 551"/>
          <p:cNvSpPr/>
          <p:nvPr/>
        </p:nvSpPr>
        <p:spPr>
          <a:xfrm>
            <a:off x="126187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4" name="Shape 552"/>
          <p:cNvSpPr/>
          <p:nvPr/>
        </p:nvSpPr>
        <p:spPr>
          <a:xfrm>
            <a:off x="137160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5" name="Shape 553"/>
          <p:cNvSpPr/>
          <p:nvPr/>
        </p:nvSpPr>
        <p:spPr>
          <a:xfrm>
            <a:off x="148132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6" name="Shape 554"/>
          <p:cNvSpPr/>
          <p:nvPr/>
        </p:nvSpPr>
        <p:spPr>
          <a:xfrm>
            <a:off x="159105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7" name="Shape 555"/>
          <p:cNvSpPr/>
          <p:nvPr/>
        </p:nvSpPr>
        <p:spPr>
          <a:xfrm>
            <a:off x="170078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8" name="Shape 556"/>
          <p:cNvSpPr/>
          <p:nvPr/>
        </p:nvSpPr>
        <p:spPr>
          <a:xfrm>
            <a:off x="181051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9" name="Shape 557"/>
          <p:cNvSpPr/>
          <p:nvPr/>
        </p:nvSpPr>
        <p:spPr>
          <a:xfrm>
            <a:off x="192024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0" name="Shape 558"/>
          <p:cNvSpPr/>
          <p:nvPr/>
        </p:nvSpPr>
        <p:spPr>
          <a:xfrm>
            <a:off x="202996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1" name="Shape 559"/>
          <p:cNvSpPr/>
          <p:nvPr/>
        </p:nvSpPr>
        <p:spPr>
          <a:xfrm>
            <a:off x="213969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2" name="Shape 560"/>
          <p:cNvSpPr/>
          <p:nvPr/>
        </p:nvSpPr>
        <p:spPr>
          <a:xfrm>
            <a:off x="224942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3" name="Shape 561"/>
          <p:cNvSpPr/>
          <p:nvPr/>
        </p:nvSpPr>
        <p:spPr>
          <a:xfrm>
            <a:off x="235915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4" name="Shape 562"/>
          <p:cNvSpPr/>
          <p:nvPr/>
        </p:nvSpPr>
        <p:spPr>
          <a:xfrm>
            <a:off x="246888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5" name="Shape 563"/>
          <p:cNvSpPr/>
          <p:nvPr/>
        </p:nvSpPr>
        <p:spPr>
          <a:xfrm>
            <a:off x="257860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6" name="Shape 564"/>
          <p:cNvSpPr/>
          <p:nvPr/>
        </p:nvSpPr>
        <p:spPr>
          <a:xfrm>
            <a:off x="268833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7" name="Shape 565"/>
          <p:cNvSpPr/>
          <p:nvPr/>
        </p:nvSpPr>
        <p:spPr>
          <a:xfrm>
            <a:off x="279806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8" name="Shape 566"/>
          <p:cNvSpPr/>
          <p:nvPr/>
        </p:nvSpPr>
        <p:spPr>
          <a:xfrm>
            <a:off x="290779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9" name="Shape 567"/>
          <p:cNvSpPr/>
          <p:nvPr/>
        </p:nvSpPr>
        <p:spPr>
          <a:xfrm>
            <a:off x="301752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0" name="Shape 568"/>
          <p:cNvSpPr/>
          <p:nvPr/>
        </p:nvSpPr>
        <p:spPr>
          <a:xfrm>
            <a:off x="312724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1" name="Shape 569"/>
          <p:cNvSpPr/>
          <p:nvPr/>
        </p:nvSpPr>
        <p:spPr>
          <a:xfrm>
            <a:off x="323697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2" name="Shape 570"/>
          <p:cNvSpPr/>
          <p:nvPr/>
        </p:nvSpPr>
        <p:spPr>
          <a:xfrm>
            <a:off x="334670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3" name="Shape 571"/>
          <p:cNvSpPr/>
          <p:nvPr/>
        </p:nvSpPr>
        <p:spPr>
          <a:xfrm>
            <a:off x="345643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4" name="Shape 572"/>
          <p:cNvSpPr/>
          <p:nvPr/>
        </p:nvSpPr>
        <p:spPr>
          <a:xfrm>
            <a:off x="356616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5" name="Shape 573"/>
          <p:cNvSpPr/>
          <p:nvPr/>
        </p:nvSpPr>
        <p:spPr>
          <a:xfrm>
            <a:off x="367588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6" name="Shape 574"/>
          <p:cNvSpPr/>
          <p:nvPr/>
        </p:nvSpPr>
        <p:spPr>
          <a:xfrm>
            <a:off x="378561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7" name="Shape 575"/>
          <p:cNvSpPr/>
          <p:nvPr/>
        </p:nvSpPr>
        <p:spPr>
          <a:xfrm>
            <a:off x="389534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8" name="Shape 576"/>
          <p:cNvSpPr/>
          <p:nvPr/>
        </p:nvSpPr>
        <p:spPr>
          <a:xfrm>
            <a:off x="400507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9" name="Shape 577"/>
          <p:cNvSpPr/>
          <p:nvPr/>
        </p:nvSpPr>
        <p:spPr>
          <a:xfrm>
            <a:off x="411480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0" name="Shape 578"/>
          <p:cNvSpPr/>
          <p:nvPr/>
        </p:nvSpPr>
        <p:spPr>
          <a:xfrm>
            <a:off x="422452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1" name="Shape 579"/>
          <p:cNvSpPr/>
          <p:nvPr/>
        </p:nvSpPr>
        <p:spPr>
          <a:xfrm>
            <a:off x="433425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2" name="Shape 580"/>
          <p:cNvSpPr/>
          <p:nvPr/>
        </p:nvSpPr>
        <p:spPr>
          <a:xfrm>
            <a:off x="444398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3" name="Shape 581"/>
          <p:cNvSpPr/>
          <p:nvPr/>
        </p:nvSpPr>
        <p:spPr>
          <a:xfrm>
            <a:off x="455371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4" name="Shape 582"/>
          <p:cNvSpPr/>
          <p:nvPr/>
        </p:nvSpPr>
        <p:spPr>
          <a:xfrm>
            <a:off x="466344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5" name="Shape 583"/>
          <p:cNvSpPr/>
          <p:nvPr/>
        </p:nvSpPr>
        <p:spPr>
          <a:xfrm>
            <a:off x="477316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6" name="Shape 584"/>
          <p:cNvSpPr/>
          <p:nvPr/>
        </p:nvSpPr>
        <p:spPr>
          <a:xfrm>
            <a:off x="488289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7" name="Shape 585"/>
          <p:cNvSpPr/>
          <p:nvPr/>
        </p:nvSpPr>
        <p:spPr>
          <a:xfrm>
            <a:off x="499262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8" name="Shape 586"/>
          <p:cNvSpPr/>
          <p:nvPr/>
        </p:nvSpPr>
        <p:spPr>
          <a:xfrm>
            <a:off x="510235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9" name="Shape 587"/>
          <p:cNvSpPr/>
          <p:nvPr/>
        </p:nvSpPr>
        <p:spPr>
          <a:xfrm>
            <a:off x="521208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0" name="Shape 588"/>
          <p:cNvSpPr/>
          <p:nvPr/>
        </p:nvSpPr>
        <p:spPr>
          <a:xfrm>
            <a:off x="532180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1" name="Shape 589"/>
          <p:cNvSpPr/>
          <p:nvPr/>
        </p:nvSpPr>
        <p:spPr>
          <a:xfrm>
            <a:off x="543153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2" name="Shape 590"/>
          <p:cNvSpPr/>
          <p:nvPr/>
        </p:nvSpPr>
        <p:spPr>
          <a:xfrm>
            <a:off x="554126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3" name="Shape 591"/>
          <p:cNvSpPr/>
          <p:nvPr/>
        </p:nvSpPr>
        <p:spPr>
          <a:xfrm>
            <a:off x="565099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4" name="Shape 592"/>
          <p:cNvSpPr/>
          <p:nvPr/>
        </p:nvSpPr>
        <p:spPr>
          <a:xfrm>
            <a:off x="576072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5" name="Shape 593"/>
          <p:cNvSpPr/>
          <p:nvPr/>
        </p:nvSpPr>
        <p:spPr>
          <a:xfrm>
            <a:off x="587044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6" name="Shape 594"/>
          <p:cNvSpPr/>
          <p:nvPr/>
        </p:nvSpPr>
        <p:spPr>
          <a:xfrm>
            <a:off x="598017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7" name="Shape 595"/>
          <p:cNvSpPr/>
          <p:nvPr/>
        </p:nvSpPr>
        <p:spPr>
          <a:xfrm>
            <a:off x="608990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8" name="Shape 596"/>
          <p:cNvSpPr/>
          <p:nvPr/>
        </p:nvSpPr>
        <p:spPr>
          <a:xfrm>
            <a:off x="619963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9" name="Shape 597"/>
          <p:cNvSpPr/>
          <p:nvPr/>
        </p:nvSpPr>
        <p:spPr>
          <a:xfrm>
            <a:off x="630936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0" name="Shape 598"/>
          <p:cNvSpPr/>
          <p:nvPr/>
        </p:nvSpPr>
        <p:spPr>
          <a:xfrm>
            <a:off x="641908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1" name="Shape 599"/>
          <p:cNvSpPr/>
          <p:nvPr/>
        </p:nvSpPr>
        <p:spPr>
          <a:xfrm>
            <a:off x="652881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2" name="Shape 600"/>
          <p:cNvSpPr/>
          <p:nvPr/>
        </p:nvSpPr>
        <p:spPr>
          <a:xfrm>
            <a:off x="663854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3" name="Shape 601"/>
          <p:cNvSpPr/>
          <p:nvPr/>
        </p:nvSpPr>
        <p:spPr>
          <a:xfrm>
            <a:off x="674827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4" name="Shape 602"/>
          <p:cNvSpPr/>
          <p:nvPr/>
        </p:nvSpPr>
        <p:spPr>
          <a:xfrm>
            <a:off x="685800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5" name="Shape 603"/>
          <p:cNvSpPr/>
          <p:nvPr/>
        </p:nvSpPr>
        <p:spPr>
          <a:xfrm>
            <a:off x="696772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6" name="Shape 604"/>
          <p:cNvSpPr/>
          <p:nvPr/>
        </p:nvSpPr>
        <p:spPr>
          <a:xfrm>
            <a:off x="707745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7" name="Shape 605"/>
          <p:cNvSpPr/>
          <p:nvPr/>
        </p:nvSpPr>
        <p:spPr>
          <a:xfrm>
            <a:off x="718718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8" name="Shape 606"/>
          <p:cNvSpPr/>
          <p:nvPr/>
        </p:nvSpPr>
        <p:spPr>
          <a:xfrm>
            <a:off x="729691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9" name="Shape 607"/>
          <p:cNvSpPr/>
          <p:nvPr/>
        </p:nvSpPr>
        <p:spPr>
          <a:xfrm>
            <a:off x="740664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0" name="Shape 608"/>
          <p:cNvSpPr/>
          <p:nvPr/>
        </p:nvSpPr>
        <p:spPr>
          <a:xfrm>
            <a:off x="751636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1" name="Shape 609"/>
          <p:cNvSpPr/>
          <p:nvPr/>
        </p:nvSpPr>
        <p:spPr>
          <a:xfrm>
            <a:off x="762609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2" name="Shape 610"/>
          <p:cNvSpPr/>
          <p:nvPr/>
        </p:nvSpPr>
        <p:spPr>
          <a:xfrm>
            <a:off x="773582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3" name="Shape 611"/>
          <p:cNvSpPr/>
          <p:nvPr/>
        </p:nvSpPr>
        <p:spPr>
          <a:xfrm>
            <a:off x="784555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4" name="Shape 612"/>
          <p:cNvSpPr/>
          <p:nvPr/>
        </p:nvSpPr>
        <p:spPr>
          <a:xfrm>
            <a:off x="795528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5" name="Shape 613"/>
          <p:cNvSpPr/>
          <p:nvPr/>
        </p:nvSpPr>
        <p:spPr>
          <a:xfrm>
            <a:off x="806500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6" name="Shape 614"/>
          <p:cNvSpPr/>
          <p:nvPr/>
        </p:nvSpPr>
        <p:spPr>
          <a:xfrm>
            <a:off x="817473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7" name="Shape 615"/>
          <p:cNvSpPr/>
          <p:nvPr/>
        </p:nvSpPr>
        <p:spPr>
          <a:xfrm>
            <a:off x="828446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8" name="Shape 616"/>
          <p:cNvSpPr/>
          <p:nvPr/>
        </p:nvSpPr>
        <p:spPr>
          <a:xfrm>
            <a:off x="839419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9" name="Shape 617"/>
          <p:cNvSpPr/>
          <p:nvPr/>
        </p:nvSpPr>
        <p:spPr>
          <a:xfrm>
            <a:off x="850392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0" name="Shape 618"/>
          <p:cNvSpPr/>
          <p:nvPr/>
        </p:nvSpPr>
        <p:spPr>
          <a:xfrm>
            <a:off x="861364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1" name="Shape 619"/>
          <p:cNvSpPr/>
          <p:nvPr/>
        </p:nvSpPr>
        <p:spPr>
          <a:xfrm>
            <a:off x="8723376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2" name="Shape 620"/>
          <p:cNvSpPr/>
          <p:nvPr/>
        </p:nvSpPr>
        <p:spPr>
          <a:xfrm>
            <a:off x="8833104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3" name="Shape 621"/>
          <p:cNvSpPr/>
          <p:nvPr/>
        </p:nvSpPr>
        <p:spPr>
          <a:xfrm>
            <a:off x="8942832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4" name="Shape 622"/>
          <p:cNvSpPr/>
          <p:nvPr/>
        </p:nvSpPr>
        <p:spPr>
          <a:xfrm>
            <a:off x="9052560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5" name="Shape 623"/>
          <p:cNvSpPr/>
          <p:nvPr/>
        </p:nvSpPr>
        <p:spPr>
          <a:xfrm>
            <a:off x="9162288" y="5486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0" name="Shape 648"/>
          <p:cNvSpPr/>
          <p:nvPr/>
        </p:nvSpPr>
        <p:spPr>
          <a:xfrm>
            <a:off x="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1" name="Shape 649"/>
          <p:cNvSpPr/>
          <p:nvPr/>
        </p:nvSpPr>
        <p:spPr>
          <a:xfrm>
            <a:off x="10972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2" name="Shape 650"/>
          <p:cNvSpPr/>
          <p:nvPr/>
        </p:nvSpPr>
        <p:spPr>
          <a:xfrm>
            <a:off x="21945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3" name="Shape 651"/>
          <p:cNvSpPr/>
          <p:nvPr/>
        </p:nvSpPr>
        <p:spPr>
          <a:xfrm>
            <a:off x="32918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4" name="Shape 652"/>
          <p:cNvSpPr/>
          <p:nvPr/>
        </p:nvSpPr>
        <p:spPr>
          <a:xfrm>
            <a:off x="43891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5" name="Shape 653"/>
          <p:cNvSpPr/>
          <p:nvPr/>
        </p:nvSpPr>
        <p:spPr>
          <a:xfrm>
            <a:off x="54864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6" name="Shape 654"/>
          <p:cNvSpPr/>
          <p:nvPr/>
        </p:nvSpPr>
        <p:spPr>
          <a:xfrm>
            <a:off x="65836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7" name="Shape 655"/>
          <p:cNvSpPr/>
          <p:nvPr/>
        </p:nvSpPr>
        <p:spPr>
          <a:xfrm>
            <a:off x="76809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8" name="Shape 656"/>
          <p:cNvSpPr/>
          <p:nvPr/>
        </p:nvSpPr>
        <p:spPr>
          <a:xfrm>
            <a:off x="87782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9" name="Shape 657"/>
          <p:cNvSpPr/>
          <p:nvPr/>
        </p:nvSpPr>
        <p:spPr>
          <a:xfrm>
            <a:off x="98755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0" name="Shape 658"/>
          <p:cNvSpPr/>
          <p:nvPr/>
        </p:nvSpPr>
        <p:spPr>
          <a:xfrm>
            <a:off x="109728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1" name="Shape 659"/>
          <p:cNvSpPr/>
          <p:nvPr/>
        </p:nvSpPr>
        <p:spPr>
          <a:xfrm>
            <a:off x="120700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2" name="Shape 660"/>
          <p:cNvSpPr/>
          <p:nvPr/>
        </p:nvSpPr>
        <p:spPr>
          <a:xfrm>
            <a:off x="131673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3" name="Shape 661"/>
          <p:cNvSpPr/>
          <p:nvPr/>
        </p:nvSpPr>
        <p:spPr>
          <a:xfrm>
            <a:off x="142646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4" name="Shape 662"/>
          <p:cNvSpPr/>
          <p:nvPr/>
        </p:nvSpPr>
        <p:spPr>
          <a:xfrm>
            <a:off x="153619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5" name="Shape 663"/>
          <p:cNvSpPr/>
          <p:nvPr/>
        </p:nvSpPr>
        <p:spPr>
          <a:xfrm>
            <a:off x="164592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6" name="Shape 664"/>
          <p:cNvSpPr/>
          <p:nvPr/>
        </p:nvSpPr>
        <p:spPr>
          <a:xfrm>
            <a:off x="175564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7" name="Shape 665"/>
          <p:cNvSpPr/>
          <p:nvPr/>
        </p:nvSpPr>
        <p:spPr>
          <a:xfrm>
            <a:off x="186537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8" name="Shape 666"/>
          <p:cNvSpPr/>
          <p:nvPr/>
        </p:nvSpPr>
        <p:spPr>
          <a:xfrm>
            <a:off x="197510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9" name="Shape 667"/>
          <p:cNvSpPr/>
          <p:nvPr/>
        </p:nvSpPr>
        <p:spPr>
          <a:xfrm>
            <a:off x="208483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0" name="Shape 668"/>
          <p:cNvSpPr/>
          <p:nvPr/>
        </p:nvSpPr>
        <p:spPr>
          <a:xfrm>
            <a:off x="219456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1" name="Shape 669"/>
          <p:cNvSpPr/>
          <p:nvPr/>
        </p:nvSpPr>
        <p:spPr>
          <a:xfrm>
            <a:off x="230428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2" name="Shape 670"/>
          <p:cNvSpPr/>
          <p:nvPr/>
        </p:nvSpPr>
        <p:spPr>
          <a:xfrm>
            <a:off x="241401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3" name="Shape 671"/>
          <p:cNvSpPr/>
          <p:nvPr/>
        </p:nvSpPr>
        <p:spPr>
          <a:xfrm>
            <a:off x="252374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4" name="Shape 672"/>
          <p:cNvSpPr/>
          <p:nvPr/>
        </p:nvSpPr>
        <p:spPr>
          <a:xfrm>
            <a:off x="263347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5" name="Shape 673"/>
          <p:cNvSpPr/>
          <p:nvPr/>
        </p:nvSpPr>
        <p:spPr>
          <a:xfrm>
            <a:off x="274320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6" name="Shape 674"/>
          <p:cNvSpPr/>
          <p:nvPr/>
        </p:nvSpPr>
        <p:spPr>
          <a:xfrm>
            <a:off x="285292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7" name="Shape 675"/>
          <p:cNvSpPr/>
          <p:nvPr/>
        </p:nvSpPr>
        <p:spPr>
          <a:xfrm>
            <a:off x="296265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8" name="Shape 676"/>
          <p:cNvSpPr/>
          <p:nvPr/>
        </p:nvSpPr>
        <p:spPr>
          <a:xfrm>
            <a:off x="307238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9" name="Shape 677"/>
          <p:cNvSpPr/>
          <p:nvPr/>
        </p:nvSpPr>
        <p:spPr>
          <a:xfrm>
            <a:off x="318211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0" name="Shape 678"/>
          <p:cNvSpPr/>
          <p:nvPr/>
        </p:nvSpPr>
        <p:spPr>
          <a:xfrm>
            <a:off x="329184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1" name="Shape 679"/>
          <p:cNvSpPr/>
          <p:nvPr/>
        </p:nvSpPr>
        <p:spPr>
          <a:xfrm>
            <a:off x="340156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2" name="Shape 680"/>
          <p:cNvSpPr/>
          <p:nvPr/>
        </p:nvSpPr>
        <p:spPr>
          <a:xfrm>
            <a:off x="351129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3" name="Shape 681"/>
          <p:cNvSpPr/>
          <p:nvPr/>
        </p:nvSpPr>
        <p:spPr>
          <a:xfrm>
            <a:off x="362102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4" name="Shape 682"/>
          <p:cNvSpPr/>
          <p:nvPr/>
        </p:nvSpPr>
        <p:spPr>
          <a:xfrm>
            <a:off x="373075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5" name="Shape 683"/>
          <p:cNvSpPr/>
          <p:nvPr/>
        </p:nvSpPr>
        <p:spPr>
          <a:xfrm>
            <a:off x="384048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6" name="Shape 684"/>
          <p:cNvSpPr/>
          <p:nvPr/>
        </p:nvSpPr>
        <p:spPr>
          <a:xfrm>
            <a:off x="395020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7" name="Shape 685"/>
          <p:cNvSpPr/>
          <p:nvPr/>
        </p:nvSpPr>
        <p:spPr>
          <a:xfrm>
            <a:off x="405993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8" name="Shape 686"/>
          <p:cNvSpPr/>
          <p:nvPr/>
        </p:nvSpPr>
        <p:spPr>
          <a:xfrm>
            <a:off x="416966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9" name="Shape 687"/>
          <p:cNvSpPr/>
          <p:nvPr/>
        </p:nvSpPr>
        <p:spPr>
          <a:xfrm>
            <a:off x="427939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0" name="Shape 688"/>
          <p:cNvSpPr/>
          <p:nvPr/>
        </p:nvSpPr>
        <p:spPr>
          <a:xfrm>
            <a:off x="438912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1" name="Shape 689"/>
          <p:cNvSpPr/>
          <p:nvPr/>
        </p:nvSpPr>
        <p:spPr>
          <a:xfrm>
            <a:off x="449884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2" name="Shape 690"/>
          <p:cNvSpPr/>
          <p:nvPr/>
        </p:nvSpPr>
        <p:spPr>
          <a:xfrm>
            <a:off x="460857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3" name="Shape 691"/>
          <p:cNvSpPr/>
          <p:nvPr/>
        </p:nvSpPr>
        <p:spPr>
          <a:xfrm>
            <a:off x="471830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4" name="Shape 692"/>
          <p:cNvSpPr/>
          <p:nvPr/>
        </p:nvSpPr>
        <p:spPr>
          <a:xfrm>
            <a:off x="482803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5" name="Shape 693"/>
          <p:cNvSpPr/>
          <p:nvPr/>
        </p:nvSpPr>
        <p:spPr>
          <a:xfrm>
            <a:off x="493776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6" name="Shape 694"/>
          <p:cNvSpPr/>
          <p:nvPr/>
        </p:nvSpPr>
        <p:spPr>
          <a:xfrm>
            <a:off x="504748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7" name="Shape 695"/>
          <p:cNvSpPr/>
          <p:nvPr/>
        </p:nvSpPr>
        <p:spPr>
          <a:xfrm>
            <a:off x="515721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8" name="Shape 696"/>
          <p:cNvSpPr/>
          <p:nvPr/>
        </p:nvSpPr>
        <p:spPr>
          <a:xfrm>
            <a:off x="526694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9" name="Shape 697"/>
          <p:cNvSpPr/>
          <p:nvPr/>
        </p:nvSpPr>
        <p:spPr>
          <a:xfrm>
            <a:off x="537667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0" name="Shape 698"/>
          <p:cNvSpPr/>
          <p:nvPr/>
        </p:nvSpPr>
        <p:spPr>
          <a:xfrm>
            <a:off x="548640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1" name="Shape 699"/>
          <p:cNvSpPr/>
          <p:nvPr/>
        </p:nvSpPr>
        <p:spPr>
          <a:xfrm>
            <a:off x="559612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2" name="Shape 700"/>
          <p:cNvSpPr/>
          <p:nvPr/>
        </p:nvSpPr>
        <p:spPr>
          <a:xfrm>
            <a:off x="570585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3" name="Shape 701"/>
          <p:cNvSpPr/>
          <p:nvPr/>
        </p:nvSpPr>
        <p:spPr>
          <a:xfrm>
            <a:off x="581558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4" name="Shape 702"/>
          <p:cNvSpPr/>
          <p:nvPr/>
        </p:nvSpPr>
        <p:spPr>
          <a:xfrm>
            <a:off x="592531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5" name="Shape 703"/>
          <p:cNvSpPr/>
          <p:nvPr/>
        </p:nvSpPr>
        <p:spPr>
          <a:xfrm>
            <a:off x="603504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6" name="Shape 704"/>
          <p:cNvSpPr/>
          <p:nvPr/>
        </p:nvSpPr>
        <p:spPr>
          <a:xfrm>
            <a:off x="614476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7" name="Shape 705"/>
          <p:cNvSpPr/>
          <p:nvPr/>
        </p:nvSpPr>
        <p:spPr>
          <a:xfrm>
            <a:off x="625449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8" name="Shape 706"/>
          <p:cNvSpPr/>
          <p:nvPr/>
        </p:nvSpPr>
        <p:spPr>
          <a:xfrm>
            <a:off x="636422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9" name="Shape 707"/>
          <p:cNvSpPr/>
          <p:nvPr/>
        </p:nvSpPr>
        <p:spPr>
          <a:xfrm>
            <a:off x="647395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0" name="Shape 708"/>
          <p:cNvSpPr/>
          <p:nvPr/>
        </p:nvSpPr>
        <p:spPr>
          <a:xfrm>
            <a:off x="658368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1" name="Shape 709"/>
          <p:cNvSpPr/>
          <p:nvPr/>
        </p:nvSpPr>
        <p:spPr>
          <a:xfrm>
            <a:off x="669340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2" name="Shape 710"/>
          <p:cNvSpPr/>
          <p:nvPr/>
        </p:nvSpPr>
        <p:spPr>
          <a:xfrm>
            <a:off x="680313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3" name="Shape 711"/>
          <p:cNvSpPr/>
          <p:nvPr/>
        </p:nvSpPr>
        <p:spPr>
          <a:xfrm>
            <a:off x="691286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4" name="Shape 712"/>
          <p:cNvSpPr/>
          <p:nvPr/>
        </p:nvSpPr>
        <p:spPr>
          <a:xfrm>
            <a:off x="702259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5" name="Shape 713"/>
          <p:cNvSpPr/>
          <p:nvPr/>
        </p:nvSpPr>
        <p:spPr>
          <a:xfrm>
            <a:off x="713232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6" name="Shape 714"/>
          <p:cNvSpPr/>
          <p:nvPr/>
        </p:nvSpPr>
        <p:spPr>
          <a:xfrm>
            <a:off x="724204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7" name="Shape 715"/>
          <p:cNvSpPr/>
          <p:nvPr/>
        </p:nvSpPr>
        <p:spPr>
          <a:xfrm>
            <a:off x="735177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8" name="Shape 716"/>
          <p:cNvSpPr/>
          <p:nvPr/>
        </p:nvSpPr>
        <p:spPr>
          <a:xfrm>
            <a:off x="746150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9" name="Shape 717"/>
          <p:cNvSpPr/>
          <p:nvPr/>
        </p:nvSpPr>
        <p:spPr>
          <a:xfrm>
            <a:off x="757123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0" name="Shape 718"/>
          <p:cNvSpPr/>
          <p:nvPr/>
        </p:nvSpPr>
        <p:spPr>
          <a:xfrm>
            <a:off x="768096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1" name="Shape 719"/>
          <p:cNvSpPr/>
          <p:nvPr/>
        </p:nvSpPr>
        <p:spPr>
          <a:xfrm>
            <a:off x="779068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2" name="Shape 720"/>
          <p:cNvSpPr/>
          <p:nvPr/>
        </p:nvSpPr>
        <p:spPr>
          <a:xfrm>
            <a:off x="790041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3" name="Shape 721"/>
          <p:cNvSpPr/>
          <p:nvPr/>
        </p:nvSpPr>
        <p:spPr>
          <a:xfrm>
            <a:off x="801014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4" name="Shape 722"/>
          <p:cNvSpPr/>
          <p:nvPr/>
        </p:nvSpPr>
        <p:spPr>
          <a:xfrm>
            <a:off x="811987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5" name="Shape 723"/>
          <p:cNvSpPr/>
          <p:nvPr/>
        </p:nvSpPr>
        <p:spPr>
          <a:xfrm>
            <a:off x="822960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6" name="Shape 724"/>
          <p:cNvSpPr/>
          <p:nvPr/>
        </p:nvSpPr>
        <p:spPr>
          <a:xfrm>
            <a:off x="833932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7" name="Shape 725"/>
          <p:cNvSpPr/>
          <p:nvPr/>
        </p:nvSpPr>
        <p:spPr>
          <a:xfrm>
            <a:off x="844905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8" name="Shape 726"/>
          <p:cNvSpPr/>
          <p:nvPr/>
        </p:nvSpPr>
        <p:spPr>
          <a:xfrm>
            <a:off x="855878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9" name="Shape 727"/>
          <p:cNvSpPr/>
          <p:nvPr/>
        </p:nvSpPr>
        <p:spPr>
          <a:xfrm>
            <a:off x="8668512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0" name="Shape 728"/>
          <p:cNvSpPr/>
          <p:nvPr/>
        </p:nvSpPr>
        <p:spPr>
          <a:xfrm>
            <a:off x="8778240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1" name="Shape 729"/>
          <p:cNvSpPr/>
          <p:nvPr/>
        </p:nvSpPr>
        <p:spPr>
          <a:xfrm>
            <a:off x="8887968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2" name="Shape 730"/>
          <p:cNvSpPr/>
          <p:nvPr/>
        </p:nvSpPr>
        <p:spPr>
          <a:xfrm>
            <a:off x="8997696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3" name="Shape 731"/>
          <p:cNvSpPr/>
          <p:nvPr/>
        </p:nvSpPr>
        <p:spPr>
          <a:xfrm>
            <a:off x="9107424" y="6583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8" name="Shape 756"/>
          <p:cNvSpPr/>
          <p:nvPr/>
        </p:nvSpPr>
        <p:spPr>
          <a:xfrm>
            <a:off x="5486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9" name="Shape 757"/>
          <p:cNvSpPr/>
          <p:nvPr/>
        </p:nvSpPr>
        <p:spPr>
          <a:xfrm>
            <a:off x="16459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0" name="Shape 758"/>
          <p:cNvSpPr/>
          <p:nvPr/>
        </p:nvSpPr>
        <p:spPr>
          <a:xfrm>
            <a:off x="27432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1" name="Shape 759"/>
          <p:cNvSpPr/>
          <p:nvPr/>
        </p:nvSpPr>
        <p:spPr>
          <a:xfrm>
            <a:off x="38404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2" name="Shape 760"/>
          <p:cNvSpPr/>
          <p:nvPr/>
        </p:nvSpPr>
        <p:spPr>
          <a:xfrm>
            <a:off x="49377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3" name="Shape 761"/>
          <p:cNvSpPr/>
          <p:nvPr/>
        </p:nvSpPr>
        <p:spPr>
          <a:xfrm>
            <a:off x="60350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4" name="Shape 762"/>
          <p:cNvSpPr/>
          <p:nvPr/>
        </p:nvSpPr>
        <p:spPr>
          <a:xfrm>
            <a:off x="71323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5" name="Shape 763"/>
          <p:cNvSpPr/>
          <p:nvPr/>
        </p:nvSpPr>
        <p:spPr>
          <a:xfrm>
            <a:off x="82296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6" name="Shape 764"/>
          <p:cNvSpPr/>
          <p:nvPr/>
        </p:nvSpPr>
        <p:spPr>
          <a:xfrm>
            <a:off x="93268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7" name="Shape 765"/>
          <p:cNvSpPr/>
          <p:nvPr/>
        </p:nvSpPr>
        <p:spPr>
          <a:xfrm>
            <a:off x="104241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8" name="Shape 766"/>
          <p:cNvSpPr/>
          <p:nvPr/>
        </p:nvSpPr>
        <p:spPr>
          <a:xfrm>
            <a:off x="115214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9" name="Shape 767"/>
          <p:cNvSpPr/>
          <p:nvPr/>
        </p:nvSpPr>
        <p:spPr>
          <a:xfrm>
            <a:off x="126187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0" name="Shape 768"/>
          <p:cNvSpPr/>
          <p:nvPr/>
        </p:nvSpPr>
        <p:spPr>
          <a:xfrm>
            <a:off x="137160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1" name="Shape 769"/>
          <p:cNvSpPr/>
          <p:nvPr/>
        </p:nvSpPr>
        <p:spPr>
          <a:xfrm>
            <a:off x="148132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2" name="Shape 770"/>
          <p:cNvSpPr/>
          <p:nvPr/>
        </p:nvSpPr>
        <p:spPr>
          <a:xfrm>
            <a:off x="159105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3" name="Shape 771"/>
          <p:cNvSpPr/>
          <p:nvPr/>
        </p:nvSpPr>
        <p:spPr>
          <a:xfrm>
            <a:off x="170078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4" name="Shape 772"/>
          <p:cNvSpPr/>
          <p:nvPr/>
        </p:nvSpPr>
        <p:spPr>
          <a:xfrm>
            <a:off x="181051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5" name="Shape 773"/>
          <p:cNvSpPr/>
          <p:nvPr/>
        </p:nvSpPr>
        <p:spPr>
          <a:xfrm>
            <a:off x="192024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6" name="Shape 774"/>
          <p:cNvSpPr/>
          <p:nvPr/>
        </p:nvSpPr>
        <p:spPr>
          <a:xfrm>
            <a:off x="202996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7" name="Shape 775"/>
          <p:cNvSpPr/>
          <p:nvPr/>
        </p:nvSpPr>
        <p:spPr>
          <a:xfrm>
            <a:off x="213969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8" name="Shape 776"/>
          <p:cNvSpPr/>
          <p:nvPr/>
        </p:nvSpPr>
        <p:spPr>
          <a:xfrm>
            <a:off x="224942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9" name="Shape 777"/>
          <p:cNvSpPr/>
          <p:nvPr/>
        </p:nvSpPr>
        <p:spPr>
          <a:xfrm>
            <a:off x="235915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0" name="Shape 778"/>
          <p:cNvSpPr/>
          <p:nvPr/>
        </p:nvSpPr>
        <p:spPr>
          <a:xfrm>
            <a:off x="246888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1" name="Shape 779"/>
          <p:cNvSpPr/>
          <p:nvPr/>
        </p:nvSpPr>
        <p:spPr>
          <a:xfrm>
            <a:off x="257860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2" name="Shape 780"/>
          <p:cNvSpPr/>
          <p:nvPr/>
        </p:nvSpPr>
        <p:spPr>
          <a:xfrm>
            <a:off x="268833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3" name="Shape 781"/>
          <p:cNvSpPr/>
          <p:nvPr/>
        </p:nvSpPr>
        <p:spPr>
          <a:xfrm>
            <a:off x="279806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4" name="Shape 782"/>
          <p:cNvSpPr/>
          <p:nvPr/>
        </p:nvSpPr>
        <p:spPr>
          <a:xfrm>
            <a:off x="290779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5" name="Shape 783"/>
          <p:cNvSpPr/>
          <p:nvPr/>
        </p:nvSpPr>
        <p:spPr>
          <a:xfrm>
            <a:off x="301752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6" name="Shape 784"/>
          <p:cNvSpPr/>
          <p:nvPr/>
        </p:nvSpPr>
        <p:spPr>
          <a:xfrm>
            <a:off x="312724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7" name="Shape 785"/>
          <p:cNvSpPr/>
          <p:nvPr/>
        </p:nvSpPr>
        <p:spPr>
          <a:xfrm>
            <a:off x="323697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8" name="Shape 786"/>
          <p:cNvSpPr/>
          <p:nvPr/>
        </p:nvSpPr>
        <p:spPr>
          <a:xfrm>
            <a:off x="334670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9" name="Shape 787"/>
          <p:cNvSpPr/>
          <p:nvPr/>
        </p:nvSpPr>
        <p:spPr>
          <a:xfrm>
            <a:off x="345643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0" name="Shape 788"/>
          <p:cNvSpPr/>
          <p:nvPr/>
        </p:nvSpPr>
        <p:spPr>
          <a:xfrm>
            <a:off x="356616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1" name="Shape 789"/>
          <p:cNvSpPr/>
          <p:nvPr/>
        </p:nvSpPr>
        <p:spPr>
          <a:xfrm>
            <a:off x="367588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2" name="Shape 790"/>
          <p:cNvSpPr/>
          <p:nvPr/>
        </p:nvSpPr>
        <p:spPr>
          <a:xfrm>
            <a:off x="378561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3" name="Shape 791"/>
          <p:cNvSpPr/>
          <p:nvPr/>
        </p:nvSpPr>
        <p:spPr>
          <a:xfrm>
            <a:off x="389534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4" name="Shape 792"/>
          <p:cNvSpPr/>
          <p:nvPr/>
        </p:nvSpPr>
        <p:spPr>
          <a:xfrm>
            <a:off x="400507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5" name="Shape 793"/>
          <p:cNvSpPr/>
          <p:nvPr/>
        </p:nvSpPr>
        <p:spPr>
          <a:xfrm>
            <a:off x="411480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6" name="Shape 794"/>
          <p:cNvSpPr/>
          <p:nvPr/>
        </p:nvSpPr>
        <p:spPr>
          <a:xfrm>
            <a:off x="422452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7" name="Shape 795"/>
          <p:cNvSpPr/>
          <p:nvPr/>
        </p:nvSpPr>
        <p:spPr>
          <a:xfrm>
            <a:off x="433425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8" name="Shape 796"/>
          <p:cNvSpPr/>
          <p:nvPr/>
        </p:nvSpPr>
        <p:spPr>
          <a:xfrm>
            <a:off x="444398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9" name="Shape 797"/>
          <p:cNvSpPr/>
          <p:nvPr/>
        </p:nvSpPr>
        <p:spPr>
          <a:xfrm>
            <a:off x="455371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0" name="Shape 798"/>
          <p:cNvSpPr/>
          <p:nvPr/>
        </p:nvSpPr>
        <p:spPr>
          <a:xfrm>
            <a:off x="466344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1" name="Shape 799"/>
          <p:cNvSpPr/>
          <p:nvPr/>
        </p:nvSpPr>
        <p:spPr>
          <a:xfrm>
            <a:off x="477316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2" name="Shape 800"/>
          <p:cNvSpPr/>
          <p:nvPr/>
        </p:nvSpPr>
        <p:spPr>
          <a:xfrm>
            <a:off x="488289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3" name="Shape 801"/>
          <p:cNvSpPr/>
          <p:nvPr/>
        </p:nvSpPr>
        <p:spPr>
          <a:xfrm>
            <a:off x="499262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4" name="Shape 802"/>
          <p:cNvSpPr/>
          <p:nvPr/>
        </p:nvSpPr>
        <p:spPr>
          <a:xfrm>
            <a:off x="510235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5" name="Shape 803"/>
          <p:cNvSpPr/>
          <p:nvPr/>
        </p:nvSpPr>
        <p:spPr>
          <a:xfrm>
            <a:off x="521208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6" name="Shape 804"/>
          <p:cNvSpPr/>
          <p:nvPr/>
        </p:nvSpPr>
        <p:spPr>
          <a:xfrm>
            <a:off x="532180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7" name="Shape 805"/>
          <p:cNvSpPr/>
          <p:nvPr/>
        </p:nvSpPr>
        <p:spPr>
          <a:xfrm>
            <a:off x="543153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8" name="Shape 806"/>
          <p:cNvSpPr/>
          <p:nvPr/>
        </p:nvSpPr>
        <p:spPr>
          <a:xfrm>
            <a:off x="554126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9" name="Shape 807"/>
          <p:cNvSpPr/>
          <p:nvPr/>
        </p:nvSpPr>
        <p:spPr>
          <a:xfrm>
            <a:off x="565099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0" name="Shape 808"/>
          <p:cNvSpPr/>
          <p:nvPr/>
        </p:nvSpPr>
        <p:spPr>
          <a:xfrm>
            <a:off x="576072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1" name="Shape 809"/>
          <p:cNvSpPr/>
          <p:nvPr/>
        </p:nvSpPr>
        <p:spPr>
          <a:xfrm>
            <a:off x="587044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2" name="Shape 810"/>
          <p:cNvSpPr/>
          <p:nvPr/>
        </p:nvSpPr>
        <p:spPr>
          <a:xfrm>
            <a:off x="598017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3" name="Shape 811"/>
          <p:cNvSpPr/>
          <p:nvPr/>
        </p:nvSpPr>
        <p:spPr>
          <a:xfrm>
            <a:off x="608990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4" name="Shape 812"/>
          <p:cNvSpPr/>
          <p:nvPr/>
        </p:nvSpPr>
        <p:spPr>
          <a:xfrm>
            <a:off x="619963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5" name="Shape 813"/>
          <p:cNvSpPr/>
          <p:nvPr/>
        </p:nvSpPr>
        <p:spPr>
          <a:xfrm>
            <a:off x="630936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6" name="Shape 814"/>
          <p:cNvSpPr/>
          <p:nvPr/>
        </p:nvSpPr>
        <p:spPr>
          <a:xfrm>
            <a:off x="641908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7" name="Shape 815"/>
          <p:cNvSpPr/>
          <p:nvPr/>
        </p:nvSpPr>
        <p:spPr>
          <a:xfrm>
            <a:off x="652881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8" name="Shape 816"/>
          <p:cNvSpPr/>
          <p:nvPr/>
        </p:nvSpPr>
        <p:spPr>
          <a:xfrm>
            <a:off x="663854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9" name="Shape 817"/>
          <p:cNvSpPr/>
          <p:nvPr/>
        </p:nvSpPr>
        <p:spPr>
          <a:xfrm>
            <a:off x="674827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0" name="Shape 818"/>
          <p:cNvSpPr/>
          <p:nvPr/>
        </p:nvSpPr>
        <p:spPr>
          <a:xfrm>
            <a:off x="685800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1" name="Shape 819"/>
          <p:cNvSpPr/>
          <p:nvPr/>
        </p:nvSpPr>
        <p:spPr>
          <a:xfrm>
            <a:off x="696772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2" name="Shape 820"/>
          <p:cNvSpPr/>
          <p:nvPr/>
        </p:nvSpPr>
        <p:spPr>
          <a:xfrm>
            <a:off x="707745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3" name="Shape 821"/>
          <p:cNvSpPr/>
          <p:nvPr/>
        </p:nvSpPr>
        <p:spPr>
          <a:xfrm>
            <a:off x="718718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4" name="Shape 822"/>
          <p:cNvSpPr/>
          <p:nvPr/>
        </p:nvSpPr>
        <p:spPr>
          <a:xfrm>
            <a:off x="729691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5" name="Shape 823"/>
          <p:cNvSpPr/>
          <p:nvPr/>
        </p:nvSpPr>
        <p:spPr>
          <a:xfrm>
            <a:off x="740664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6" name="Shape 824"/>
          <p:cNvSpPr/>
          <p:nvPr/>
        </p:nvSpPr>
        <p:spPr>
          <a:xfrm>
            <a:off x="751636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7" name="Shape 825"/>
          <p:cNvSpPr/>
          <p:nvPr/>
        </p:nvSpPr>
        <p:spPr>
          <a:xfrm>
            <a:off x="762609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8" name="Shape 826"/>
          <p:cNvSpPr/>
          <p:nvPr/>
        </p:nvSpPr>
        <p:spPr>
          <a:xfrm>
            <a:off x="773582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9" name="Shape 827"/>
          <p:cNvSpPr/>
          <p:nvPr/>
        </p:nvSpPr>
        <p:spPr>
          <a:xfrm>
            <a:off x="784555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0" name="Shape 828"/>
          <p:cNvSpPr/>
          <p:nvPr/>
        </p:nvSpPr>
        <p:spPr>
          <a:xfrm>
            <a:off x="795528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1" name="Shape 829"/>
          <p:cNvSpPr/>
          <p:nvPr/>
        </p:nvSpPr>
        <p:spPr>
          <a:xfrm>
            <a:off x="806500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2" name="Shape 830"/>
          <p:cNvSpPr/>
          <p:nvPr/>
        </p:nvSpPr>
        <p:spPr>
          <a:xfrm>
            <a:off x="817473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3" name="Shape 831"/>
          <p:cNvSpPr/>
          <p:nvPr/>
        </p:nvSpPr>
        <p:spPr>
          <a:xfrm>
            <a:off x="828446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4" name="Shape 832"/>
          <p:cNvSpPr/>
          <p:nvPr/>
        </p:nvSpPr>
        <p:spPr>
          <a:xfrm>
            <a:off x="839419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5" name="Shape 833"/>
          <p:cNvSpPr/>
          <p:nvPr/>
        </p:nvSpPr>
        <p:spPr>
          <a:xfrm>
            <a:off x="850392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6" name="Shape 834"/>
          <p:cNvSpPr/>
          <p:nvPr/>
        </p:nvSpPr>
        <p:spPr>
          <a:xfrm>
            <a:off x="861364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7" name="Shape 835"/>
          <p:cNvSpPr/>
          <p:nvPr/>
        </p:nvSpPr>
        <p:spPr>
          <a:xfrm>
            <a:off x="8723376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8" name="Shape 836"/>
          <p:cNvSpPr/>
          <p:nvPr/>
        </p:nvSpPr>
        <p:spPr>
          <a:xfrm>
            <a:off x="8833104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9" name="Shape 837"/>
          <p:cNvSpPr/>
          <p:nvPr/>
        </p:nvSpPr>
        <p:spPr>
          <a:xfrm>
            <a:off x="8942832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0" name="Shape 838"/>
          <p:cNvSpPr/>
          <p:nvPr/>
        </p:nvSpPr>
        <p:spPr>
          <a:xfrm>
            <a:off x="9052560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1" name="Shape 839"/>
          <p:cNvSpPr/>
          <p:nvPr/>
        </p:nvSpPr>
        <p:spPr>
          <a:xfrm>
            <a:off x="9162288" y="7680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6" name="Shape 864"/>
          <p:cNvSpPr/>
          <p:nvPr/>
        </p:nvSpPr>
        <p:spPr>
          <a:xfrm>
            <a:off x="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7" name="Shape 865"/>
          <p:cNvSpPr/>
          <p:nvPr/>
        </p:nvSpPr>
        <p:spPr>
          <a:xfrm>
            <a:off x="10972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8" name="Shape 866"/>
          <p:cNvSpPr/>
          <p:nvPr/>
        </p:nvSpPr>
        <p:spPr>
          <a:xfrm>
            <a:off x="21945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9" name="Shape 867"/>
          <p:cNvSpPr/>
          <p:nvPr/>
        </p:nvSpPr>
        <p:spPr>
          <a:xfrm>
            <a:off x="32918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0" name="Shape 868"/>
          <p:cNvSpPr/>
          <p:nvPr/>
        </p:nvSpPr>
        <p:spPr>
          <a:xfrm>
            <a:off x="43891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1" name="Shape 869"/>
          <p:cNvSpPr/>
          <p:nvPr/>
        </p:nvSpPr>
        <p:spPr>
          <a:xfrm>
            <a:off x="54864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2" name="Shape 870"/>
          <p:cNvSpPr/>
          <p:nvPr/>
        </p:nvSpPr>
        <p:spPr>
          <a:xfrm>
            <a:off x="65836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3" name="Shape 871"/>
          <p:cNvSpPr/>
          <p:nvPr/>
        </p:nvSpPr>
        <p:spPr>
          <a:xfrm>
            <a:off x="76809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4" name="Shape 872"/>
          <p:cNvSpPr/>
          <p:nvPr/>
        </p:nvSpPr>
        <p:spPr>
          <a:xfrm>
            <a:off x="87782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5" name="Shape 873"/>
          <p:cNvSpPr/>
          <p:nvPr/>
        </p:nvSpPr>
        <p:spPr>
          <a:xfrm>
            <a:off x="98755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6" name="Shape 874"/>
          <p:cNvSpPr/>
          <p:nvPr/>
        </p:nvSpPr>
        <p:spPr>
          <a:xfrm>
            <a:off x="109728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7" name="Shape 875"/>
          <p:cNvSpPr/>
          <p:nvPr/>
        </p:nvSpPr>
        <p:spPr>
          <a:xfrm>
            <a:off x="120700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8" name="Shape 876"/>
          <p:cNvSpPr/>
          <p:nvPr/>
        </p:nvSpPr>
        <p:spPr>
          <a:xfrm>
            <a:off x="131673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9" name="Shape 877"/>
          <p:cNvSpPr/>
          <p:nvPr/>
        </p:nvSpPr>
        <p:spPr>
          <a:xfrm>
            <a:off x="142646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0" name="Shape 878"/>
          <p:cNvSpPr/>
          <p:nvPr/>
        </p:nvSpPr>
        <p:spPr>
          <a:xfrm>
            <a:off x="153619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1" name="Shape 879"/>
          <p:cNvSpPr/>
          <p:nvPr/>
        </p:nvSpPr>
        <p:spPr>
          <a:xfrm>
            <a:off x="164592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2" name="Shape 880"/>
          <p:cNvSpPr/>
          <p:nvPr/>
        </p:nvSpPr>
        <p:spPr>
          <a:xfrm>
            <a:off x="175564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3" name="Shape 881"/>
          <p:cNvSpPr/>
          <p:nvPr/>
        </p:nvSpPr>
        <p:spPr>
          <a:xfrm>
            <a:off x="186537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4" name="Shape 882"/>
          <p:cNvSpPr/>
          <p:nvPr/>
        </p:nvSpPr>
        <p:spPr>
          <a:xfrm>
            <a:off x="197510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5" name="Shape 883"/>
          <p:cNvSpPr/>
          <p:nvPr/>
        </p:nvSpPr>
        <p:spPr>
          <a:xfrm>
            <a:off x="208483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6" name="Shape 884"/>
          <p:cNvSpPr/>
          <p:nvPr/>
        </p:nvSpPr>
        <p:spPr>
          <a:xfrm>
            <a:off x="219456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7" name="Shape 885"/>
          <p:cNvSpPr/>
          <p:nvPr/>
        </p:nvSpPr>
        <p:spPr>
          <a:xfrm>
            <a:off x="230428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8" name="Shape 886"/>
          <p:cNvSpPr/>
          <p:nvPr/>
        </p:nvSpPr>
        <p:spPr>
          <a:xfrm>
            <a:off x="241401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9" name="Shape 887"/>
          <p:cNvSpPr/>
          <p:nvPr/>
        </p:nvSpPr>
        <p:spPr>
          <a:xfrm>
            <a:off x="252374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0" name="Shape 888"/>
          <p:cNvSpPr/>
          <p:nvPr/>
        </p:nvSpPr>
        <p:spPr>
          <a:xfrm>
            <a:off x="263347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1" name="Shape 889"/>
          <p:cNvSpPr/>
          <p:nvPr/>
        </p:nvSpPr>
        <p:spPr>
          <a:xfrm>
            <a:off x="274320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2" name="Shape 890"/>
          <p:cNvSpPr/>
          <p:nvPr/>
        </p:nvSpPr>
        <p:spPr>
          <a:xfrm>
            <a:off x="285292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3" name="Shape 891"/>
          <p:cNvSpPr/>
          <p:nvPr/>
        </p:nvSpPr>
        <p:spPr>
          <a:xfrm>
            <a:off x="296265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4" name="Shape 892"/>
          <p:cNvSpPr/>
          <p:nvPr/>
        </p:nvSpPr>
        <p:spPr>
          <a:xfrm>
            <a:off x="307238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5" name="Shape 893"/>
          <p:cNvSpPr/>
          <p:nvPr/>
        </p:nvSpPr>
        <p:spPr>
          <a:xfrm>
            <a:off x="318211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6" name="Shape 894"/>
          <p:cNvSpPr/>
          <p:nvPr/>
        </p:nvSpPr>
        <p:spPr>
          <a:xfrm>
            <a:off x="329184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7" name="Shape 895"/>
          <p:cNvSpPr/>
          <p:nvPr/>
        </p:nvSpPr>
        <p:spPr>
          <a:xfrm>
            <a:off x="340156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8" name="Shape 896"/>
          <p:cNvSpPr/>
          <p:nvPr/>
        </p:nvSpPr>
        <p:spPr>
          <a:xfrm>
            <a:off x="351129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9" name="Shape 897"/>
          <p:cNvSpPr/>
          <p:nvPr/>
        </p:nvSpPr>
        <p:spPr>
          <a:xfrm>
            <a:off x="362102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0" name="Shape 898"/>
          <p:cNvSpPr/>
          <p:nvPr/>
        </p:nvSpPr>
        <p:spPr>
          <a:xfrm>
            <a:off x="373075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1" name="Shape 899"/>
          <p:cNvSpPr/>
          <p:nvPr/>
        </p:nvSpPr>
        <p:spPr>
          <a:xfrm>
            <a:off x="384048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2" name="Shape 900"/>
          <p:cNvSpPr/>
          <p:nvPr/>
        </p:nvSpPr>
        <p:spPr>
          <a:xfrm>
            <a:off x="395020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3" name="Shape 901"/>
          <p:cNvSpPr/>
          <p:nvPr/>
        </p:nvSpPr>
        <p:spPr>
          <a:xfrm>
            <a:off x="405993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4" name="Shape 902"/>
          <p:cNvSpPr/>
          <p:nvPr/>
        </p:nvSpPr>
        <p:spPr>
          <a:xfrm>
            <a:off x="416966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5" name="Shape 903"/>
          <p:cNvSpPr/>
          <p:nvPr/>
        </p:nvSpPr>
        <p:spPr>
          <a:xfrm>
            <a:off x="427939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6" name="Shape 904"/>
          <p:cNvSpPr/>
          <p:nvPr/>
        </p:nvSpPr>
        <p:spPr>
          <a:xfrm>
            <a:off x="438912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7" name="Shape 905"/>
          <p:cNvSpPr/>
          <p:nvPr/>
        </p:nvSpPr>
        <p:spPr>
          <a:xfrm>
            <a:off x="449884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8" name="Shape 906"/>
          <p:cNvSpPr/>
          <p:nvPr/>
        </p:nvSpPr>
        <p:spPr>
          <a:xfrm>
            <a:off x="460857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9" name="Shape 907"/>
          <p:cNvSpPr/>
          <p:nvPr/>
        </p:nvSpPr>
        <p:spPr>
          <a:xfrm>
            <a:off x="471830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0" name="Shape 908"/>
          <p:cNvSpPr/>
          <p:nvPr/>
        </p:nvSpPr>
        <p:spPr>
          <a:xfrm>
            <a:off x="482803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1" name="Shape 909"/>
          <p:cNvSpPr/>
          <p:nvPr/>
        </p:nvSpPr>
        <p:spPr>
          <a:xfrm>
            <a:off x="493776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2" name="Shape 910"/>
          <p:cNvSpPr/>
          <p:nvPr/>
        </p:nvSpPr>
        <p:spPr>
          <a:xfrm>
            <a:off x="504748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3" name="Shape 911"/>
          <p:cNvSpPr/>
          <p:nvPr/>
        </p:nvSpPr>
        <p:spPr>
          <a:xfrm>
            <a:off x="515721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4" name="Shape 912"/>
          <p:cNvSpPr/>
          <p:nvPr/>
        </p:nvSpPr>
        <p:spPr>
          <a:xfrm>
            <a:off x="526694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5" name="Shape 913"/>
          <p:cNvSpPr/>
          <p:nvPr/>
        </p:nvSpPr>
        <p:spPr>
          <a:xfrm>
            <a:off x="537667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6" name="Shape 914"/>
          <p:cNvSpPr/>
          <p:nvPr/>
        </p:nvSpPr>
        <p:spPr>
          <a:xfrm>
            <a:off x="548640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7" name="Shape 915"/>
          <p:cNvSpPr/>
          <p:nvPr/>
        </p:nvSpPr>
        <p:spPr>
          <a:xfrm>
            <a:off x="559612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8" name="Shape 916"/>
          <p:cNvSpPr/>
          <p:nvPr/>
        </p:nvSpPr>
        <p:spPr>
          <a:xfrm>
            <a:off x="570585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9" name="Shape 917"/>
          <p:cNvSpPr/>
          <p:nvPr/>
        </p:nvSpPr>
        <p:spPr>
          <a:xfrm>
            <a:off x="581558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0" name="Shape 918"/>
          <p:cNvSpPr/>
          <p:nvPr/>
        </p:nvSpPr>
        <p:spPr>
          <a:xfrm>
            <a:off x="592531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1" name="Shape 919"/>
          <p:cNvSpPr/>
          <p:nvPr/>
        </p:nvSpPr>
        <p:spPr>
          <a:xfrm>
            <a:off x="603504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2" name="Shape 920"/>
          <p:cNvSpPr/>
          <p:nvPr/>
        </p:nvSpPr>
        <p:spPr>
          <a:xfrm>
            <a:off x="614476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3" name="Shape 921"/>
          <p:cNvSpPr/>
          <p:nvPr/>
        </p:nvSpPr>
        <p:spPr>
          <a:xfrm>
            <a:off x="625449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4" name="Shape 922"/>
          <p:cNvSpPr/>
          <p:nvPr/>
        </p:nvSpPr>
        <p:spPr>
          <a:xfrm>
            <a:off x="636422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5" name="Shape 923"/>
          <p:cNvSpPr/>
          <p:nvPr/>
        </p:nvSpPr>
        <p:spPr>
          <a:xfrm>
            <a:off x="647395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6" name="Shape 924"/>
          <p:cNvSpPr/>
          <p:nvPr/>
        </p:nvSpPr>
        <p:spPr>
          <a:xfrm>
            <a:off x="658368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7" name="Shape 925"/>
          <p:cNvSpPr/>
          <p:nvPr/>
        </p:nvSpPr>
        <p:spPr>
          <a:xfrm>
            <a:off x="669340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8" name="Shape 926"/>
          <p:cNvSpPr/>
          <p:nvPr/>
        </p:nvSpPr>
        <p:spPr>
          <a:xfrm>
            <a:off x="680313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9" name="Shape 927"/>
          <p:cNvSpPr/>
          <p:nvPr/>
        </p:nvSpPr>
        <p:spPr>
          <a:xfrm>
            <a:off x="691286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0" name="Shape 928"/>
          <p:cNvSpPr/>
          <p:nvPr/>
        </p:nvSpPr>
        <p:spPr>
          <a:xfrm>
            <a:off x="702259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1" name="Shape 929"/>
          <p:cNvSpPr/>
          <p:nvPr/>
        </p:nvSpPr>
        <p:spPr>
          <a:xfrm>
            <a:off x="713232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2" name="Shape 930"/>
          <p:cNvSpPr/>
          <p:nvPr/>
        </p:nvSpPr>
        <p:spPr>
          <a:xfrm>
            <a:off x="724204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3" name="Shape 931"/>
          <p:cNvSpPr/>
          <p:nvPr/>
        </p:nvSpPr>
        <p:spPr>
          <a:xfrm>
            <a:off x="735177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4" name="Shape 932"/>
          <p:cNvSpPr/>
          <p:nvPr/>
        </p:nvSpPr>
        <p:spPr>
          <a:xfrm>
            <a:off x="746150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5" name="Shape 933"/>
          <p:cNvSpPr/>
          <p:nvPr/>
        </p:nvSpPr>
        <p:spPr>
          <a:xfrm>
            <a:off x="757123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6" name="Shape 934"/>
          <p:cNvSpPr/>
          <p:nvPr/>
        </p:nvSpPr>
        <p:spPr>
          <a:xfrm>
            <a:off x="768096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7" name="Shape 935"/>
          <p:cNvSpPr/>
          <p:nvPr/>
        </p:nvSpPr>
        <p:spPr>
          <a:xfrm>
            <a:off x="779068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8" name="Shape 936"/>
          <p:cNvSpPr/>
          <p:nvPr/>
        </p:nvSpPr>
        <p:spPr>
          <a:xfrm>
            <a:off x="790041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9" name="Shape 937"/>
          <p:cNvSpPr/>
          <p:nvPr/>
        </p:nvSpPr>
        <p:spPr>
          <a:xfrm>
            <a:off x="801014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0" name="Shape 938"/>
          <p:cNvSpPr/>
          <p:nvPr/>
        </p:nvSpPr>
        <p:spPr>
          <a:xfrm>
            <a:off x="811987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1" name="Shape 939"/>
          <p:cNvSpPr/>
          <p:nvPr/>
        </p:nvSpPr>
        <p:spPr>
          <a:xfrm>
            <a:off x="822960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2" name="Shape 940"/>
          <p:cNvSpPr/>
          <p:nvPr/>
        </p:nvSpPr>
        <p:spPr>
          <a:xfrm>
            <a:off x="833932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3" name="Shape 941"/>
          <p:cNvSpPr/>
          <p:nvPr/>
        </p:nvSpPr>
        <p:spPr>
          <a:xfrm>
            <a:off x="844905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4" name="Shape 942"/>
          <p:cNvSpPr/>
          <p:nvPr/>
        </p:nvSpPr>
        <p:spPr>
          <a:xfrm>
            <a:off x="855878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5" name="Shape 943"/>
          <p:cNvSpPr/>
          <p:nvPr/>
        </p:nvSpPr>
        <p:spPr>
          <a:xfrm>
            <a:off x="8668512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6" name="Shape 944"/>
          <p:cNvSpPr/>
          <p:nvPr/>
        </p:nvSpPr>
        <p:spPr>
          <a:xfrm>
            <a:off x="8778240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7" name="Shape 945"/>
          <p:cNvSpPr/>
          <p:nvPr/>
        </p:nvSpPr>
        <p:spPr>
          <a:xfrm>
            <a:off x="8887968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8" name="Shape 946"/>
          <p:cNvSpPr/>
          <p:nvPr/>
        </p:nvSpPr>
        <p:spPr>
          <a:xfrm>
            <a:off x="8997696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9" name="Shape 947"/>
          <p:cNvSpPr/>
          <p:nvPr/>
        </p:nvSpPr>
        <p:spPr>
          <a:xfrm>
            <a:off x="9107424" y="8778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4" name="Shape 972"/>
          <p:cNvSpPr/>
          <p:nvPr/>
        </p:nvSpPr>
        <p:spPr>
          <a:xfrm>
            <a:off x="5486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5" name="Shape 973"/>
          <p:cNvSpPr/>
          <p:nvPr/>
        </p:nvSpPr>
        <p:spPr>
          <a:xfrm>
            <a:off x="16459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6" name="Shape 974"/>
          <p:cNvSpPr/>
          <p:nvPr/>
        </p:nvSpPr>
        <p:spPr>
          <a:xfrm>
            <a:off x="27432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7" name="Shape 975"/>
          <p:cNvSpPr/>
          <p:nvPr/>
        </p:nvSpPr>
        <p:spPr>
          <a:xfrm>
            <a:off x="38404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8" name="Shape 976"/>
          <p:cNvSpPr/>
          <p:nvPr/>
        </p:nvSpPr>
        <p:spPr>
          <a:xfrm>
            <a:off x="49377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9" name="Shape 977"/>
          <p:cNvSpPr/>
          <p:nvPr/>
        </p:nvSpPr>
        <p:spPr>
          <a:xfrm>
            <a:off x="60350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0" name="Shape 978"/>
          <p:cNvSpPr/>
          <p:nvPr/>
        </p:nvSpPr>
        <p:spPr>
          <a:xfrm>
            <a:off x="71323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1" name="Shape 979"/>
          <p:cNvSpPr/>
          <p:nvPr/>
        </p:nvSpPr>
        <p:spPr>
          <a:xfrm>
            <a:off x="82296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2" name="Shape 980"/>
          <p:cNvSpPr/>
          <p:nvPr/>
        </p:nvSpPr>
        <p:spPr>
          <a:xfrm>
            <a:off x="93268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3" name="Shape 981"/>
          <p:cNvSpPr/>
          <p:nvPr/>
        </p:nvSpPr>
        <p:spPr>
          <a:xfrm>
            <a:off x="104241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4" name="Shape 982"/>
          <p:cNvSpPr/>
          <p:nvPr/>
        </p:nvSpPr>
        <p:spPr>
          <a:xfrm>
            <a:off x="115214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5" name="Shape 983"/>
          <p:cNvSpPr/>
          <p:nvPr/>
        </p:nvSpPr>
        <p:spPr>
          <a:xfrm>
            <a:off x="126187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6" name="Shape 984"/>
          <p:cNvSpPr/>
          <p:nvPr/>
        </p:nvSpPr>
        <p:spPr>
          <a:xfrm>
            <a:off x="137160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7" name="Shape 985"/>
          <p:cNvSpPr/>
          <p:nvPr/>
        </p:nvSpPr>
        <p:spPr>
          <a:xfrm>
            <a:off x="148132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8" name="Shape 986"/>
          <p:cNvSpPr/>
          <p:nvPr/>
        </p:nvSpPr>
        <p:spPr>
          <a:xfrm>
            <a:off x="159105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9" name="Shape 987"/>
          <p:cNvSpPr/>
          <p:nvPr/>
        </p:nvSpPr>
        <p:spPr>
          <a:xfrm>
            <a:off x="170078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0" name="Shape 988"/>
          <p:cNvSpPr/>
          <p:nvPr/>
        </p:nvSpPr>
        <p:spPr>
          <a:xfrm>
            <a:off x="181051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1" name="Shape 989"/>
          <p:cNvSpPr/>
          <p:nvPr/>
        </p:nvSpPr>
        <p:spPr>
          <a:xfrm>
            <a:off x="192024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2" name="Shape 990"/>
          <p:cNvSpPr/>
          <p:nvPr/>
        </p:nvSpPr>
        <p:spPr>
          <a:xfrm>
            <a:off x="202996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3" name="Shape 991"/>
          <p:cNvSpPr/>
          <p:nvPr/>
        </p:nvSpPr>
        <p:spPr>
          <a:xfrm>
            <a:off x="213969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4" name="Shape 992"/>
          <p:cNvSpPr/>
          <p:nvPr/>
        </p:nvSpPr>
        <p:spPr>
          <a:xfrm>
            <a:off x="224942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5" name="Shape 993"/>
          <p:cNvSpPr/>
          <p:nvPr/>
        </p:nvSpPr>
        <p:spPr>
          <a:xfrm>
            <a:off x="235915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6" name="Shape 994"/>
          <p:cNvSpPr/>
          <p:nvPr/>
        </p:nvSpPr>
        <p:spPr>
          <a:xfrm>
            <a:off x="246888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7" name="Shape 995"/>
          <p:cNvSpPr/>
          <p:nvPr/>
        </p:nvSpPr>
        <p:spPr>
          <a:xfrm>
            <a:off x="257860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8" name="Shape 996"/>
          <p:cNvSpPr/>
          <p:nvPr/>
        </p:nvSpPr>
        <p:spPr>
          <a:xfrm>
            <a:off x="268833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9" name="Shape 997"/>
          <p:cNvSpPr/>
          <p:nvPr/>
        </p:nvSpPr>
        <p:spPr>
          <a:xfrm>
            <a:off x="279806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0" name="Shape 998"/>
          <p:cNvSpPr/>
          <p:nvPr/>
        </p:nvSpPr>
        <p:spPr>
          <a:xfrm>
            <a:off x="290779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1" name="Shape 999"/>
          <p:cNvSpPr/>
          <p:nvPr/>
        </p:nvSpPr>
        <p:spPr>
          <a:xfrm>
            <a:off x="301752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2" name="Shape 1000"/>
          <p:cNvSpPr/>
          <p:nvPr/>
        </p:nvSpPr>
        <p:spPr>
          <a:xfrm>
            <a:off x="312724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3" name="Shape 1001"/>
          <p:cNvSpPr/>
          <p:nvPr/>
        </p:nvSpPr>
        <p:spPr>
          <a:xfrm>
            <a:off x="323697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4" name="Shape 1002"/>
          <p:cNvSpPr/>
          <p:nvPr/>
        </p:nvSpPr>
        <p:spPr>
          <a:xfrm>
            <a:off x="334670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5" name="Shape 1003"/>
          <p:cNvSpPr/>
          <p:nvPr/>
        </p:nvSpPr>
        <p:spPr>
          <a:xfrm>
            <a:off x="345643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6" name="Shape 1004"/>
          <p:cNvSpPr/>
          <p:nvPr/>
        </p:nvSpPr>
        <p:spPr>
          <a:xfrm>
            <a:off x="356616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7" name="Shape 1005"/>
          <p:cNvSpPr/>
          <p:nvPr/>
        </p:nvSpPr>
        <p:spPr>
          <a:xfrm>
            <a:off x="367588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8" name="Shape 1006"/>
          <p:cNvSpPr/>
          <p:nvPr/>
        </p:nvSpPr>
        <p:spPr>
          <a:xfrm>
            <a:off x="378561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9" name="Shape 1007"/>
          <p:cNvSpPr/>
          <p:nvPr/>
        </p:nvSpPr>
        <p:spPr>
          <a:xfrm>
            <a:off x="389534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0" name="Shape 1008"/>
          <p:cNvSpPr/>
          <p:nvPr/>
        </p:nvSpPr>
        <p:spPr>
          <a:xfrm>
            <a:off x="400507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1" name="Shape 1009"/>
          <p:cNvSpPr/>
          <p:nvPr/>
        </p:nvSpPr>
        <p:spPr>
          <a:xfrm>
            <a:off x="411480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2" name="Shape 1010"/>
          <p:cNvSpPr/>
          <p:nvPr/>
        </p:nvSpPr>
        <p:spPr>
          <a:xfrm>
            <a:off x="422452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3" name="Shape 1011"/>
          <p:cNvSpPr/>
          <p:nvPr/>
        </p:nvSpPr>
        <p:spPr>
          <a:xfrm>
            <a:off x="433425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4" name="Shape 1012"/>
          <p:cNvSpPr/>
          <p:nvPr/>
        </p:nvSpPr>
        <p:spPr>
          <a:xfrm>
            <a:off x="444398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5" name="Shape 1013"/>
          <p:cNvSpPr/>
          <p:nvPr/>
        </p:nvSpPr>
        <p:spPr>
          <a:xfrm>
            <a:off x="455371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6" name="Shape 1014"/>
          <p:cNvSpPr/>
          <p:nvPr/>
        </p:nvSpPr>
        <p:spPr>
          <a:xfrm>
            <a:off x="466344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7" name="Shape 1015"/>
          <p:cNvSpPr/>
          <p:nvPr/>
        </p:nvSpPr>
        <p:spPr>
          <a:xfrm>
            <a:off x="477316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8" name="Shape 1016"/>
          <p:cNvSpPr/>
          <p:nvPr/>
        </p:nvSpPr>
        <p:spPr>
          <a:xfrm>
            <a:off x="488289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9" name="Shape 1017"/>
          <p:cNvSpPr/>
          <p:nvPr/>
        </p:nvSpPr>
        <p:spPr>
          <a:xfrm>
            <a:off x="499262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0" name="Shape 1018"/>
          <p:cNvSpPr/>
          <p:nvPr/>
        </p:nvSpPr>
        <p:spPr>
          <a:xfrm>
            <a:off x="510235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1" name="Shape 1019"/>
          <p:cNvSpPr/>
          <p:nvPr/>
        </p:nvSpPr>
        <p:spPr>
          <a:xfrm>
            <a:off x="521208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2" name="Shape 1020"/>
          <p:cNvSpPr/>
          <p:nvPr/>
        </p:nvSpPr>
        <p:spPr>
          <a:xfrm>
            <a:off x="532180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3" name="Shape 1021"/>
          <p:cNvSpPr/>
          <p:nvPr/>
        </p:nvSpPr>
        <p:spPr>
          <a:xfrm>
            <a:off x="543153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4" name="Shape 1022"/>
          <p:cNvSpPr/>
          <p:nvPr/>
        </p:nvSpPr>
        <p:spPr>
          <a:xfrm>
            <a:off x="554126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5" name="Shape 1023"/>
          <p:cNvSpPr/>
          <p:nvPr/>
        </p:nvSpPr>
        <p:spPr>
          <a:xfrm>
            <a:off x="565099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6" name="Shape 1024"/>
          <p:cNvSpPr/>
          <p:nvPr/>
        </p:nvSpPr>
        <p:spPr>
          <a:xfrm>
            <a:off x="576072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7" name="Shape 1025"/>
          <p:cNvSpPr/>
          <p:nvPr/>
        </p:nvSpPr>
        <p:spPr>
          <a:xfrm>
            <a:off x="587044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8" name="Shape 1026"/>
          <p:cNvSpPr/>
          <p:nvPr/>
        </p:nvSpPr>
        <p:spPr>
          <a:xfrm>
            <a:off x="598017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9" name="Shape 1027"/>
          <p:cNvSpPr/>
          <p:nvPr/>
        </p:nvSpPr>
        <p:spPr>
          <a:xfrm>
            <a:off x="608990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0" name="Shape 1028"/>
          <p:cNvSpPr/>
          <p:nvPr/>
        </p:nvSpPr>
        <p:spPr>
          <a:xfrm>
            <a:off x="619963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1" name="Shape 1029"/>
          <p:cNvSpPr/>
          <p:nvPr/>
        </p:nvSpPr>
        <p:spPr>
          <a:xfrm>
            <a:off x="630936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2" name="Shape 1030"/>
          <p:cNvSpPr/>
          <p:nvPr/>
        </p:nvSpPr>
        <p:spPr>
          <a:xfrm>
            <a:off x="641908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3" name="Shape 1031"/>
          <p:cNvSpPr/>
          <p:nvPr/>
        </p:nvSpPr>
        <p:spPr>
          <a:xfrm>
            <a:off x="652881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4" name="Shape 1032"/>
          <p:cNvSpPr/>
          <p:nvPr/>
        </p:nvSpPr>
        <p:spPr>
          <a:xfrm>
            <a:off x="663854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5" name="Shape 1033"/>
          <p:cNvSpPr/>
          <p:nvPr/>
        </p:nvSpPr>
        <p:spPr>
          <a:xfrm>
            <a:off x="674827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6" name="Shape 1034"/>
          <p:cNvSpPr/>
          <p:nvPr/>
        </p:nvSpPr>
        <p:spPr>
          <a:xfrm>
            <a:off x="685800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7" name="Shape 1035"/>
          <p:cNvSpPr/>
          <p:nvPr/>
        </p:nvSpPr>
        <p:spPr>
          <a:xfrm>
            <a:off x="696772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8" name="Shape 1036"/>
          <p:cNvSpPr/>
          <p:nvPr/>
        </p:nvSpPr>
        <p:spPr>
          <a:xfrm>
            <a:off x="707745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9" name="Shape 1037"/>
          <p:cNvSpPr/>
          <p:nvPr/>
        </p:nvSpPr>
        <p:spPr>
          <a:xfrm>
            <a:off x="718718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0" name="Shape 1038"/>
          <p:cNvSpPr/>
          <p:nvPr/>
        </p:nvSpPr>
        <p:spPr>
          <a:xfrm>
            <a:off x="729691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1" name="Shape 1039"/>
          <p:cNvSpPr/>
          <p:nvPr/>
        </p:nvSpPr>
        <p:spPr>
          <a:xfrm>
            <a:off x="740664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2" name="Shape 1040"/>
          <p:cNvSpPr/>
          <p:nvPr/>
        </p:nvSpPr>
        <p:spPr>
          <a:xfrm>
            <a:off x="751636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3" name="Shape 1041"/>
          <p:cNvSpPr/>
          <p:nvPr/>
        </p:nvSpPr>
        <p:spPr>
          <a:xfrm>
            <a:off x="762609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4" name="Shape 1042"/>
          <p:cNvSpPr/>
          <p:nvPr/>
        </p:nvSpPr>
        <p:spPr>
          <a:xfrm>
            <a:off x="773582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5" name="Shape 1043"/>
          <p:cNvSpPr/>
          <p:nvPr/>
        </p:nvSpPr>
        <p:spPr>
          <a:xfrm>
            <a:off x="784555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6" name="Shape 1044"/>
          <p:cNvSpPr/>
          <p:nvPr/>
        </p:nvSpPr>
        <p:spPr>
          <a:xfrm>
            <a:off x="795528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7" name="Shape 1045"/>
          <p:cNvSpPr/>
          <p:nvPr/>
        </p:nvSpPr>
        <p:spPr>
          <a:xfrm>
            <a:off x="806500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8" name="Shape 1046"/>
          <p:cNvSpPr/>
          <p:nvPr/>
        </p:nvSpPr>
        <p:spPr>
          <a:xfrm>
            <a:off x="817473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9" name="Shape 1047"/>
          <p:cNvSpPr/>
          <p:nvPr/>
        </p:nvSpPr>
        <p:spPr>
          <a:xfrm>
            <a:off x="828446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0" name="Shape 1048"/>
          <p:cNvSpPr/>
          <p:nvPr/>
        </p:nvSpPr>
        <p:spPr>
          <a:xfrm>
            <a:off x="839419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1" name="Shape 1049"/>
          <p:cNvSpPr/>
          <p:nvPr/>
        </p:nvSpPr>
        <p:spPr>
          <a:xfrm>
            <a:off x="850392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2" name="Shape 1050"/>
          <p:cNvSpPr/>
          <p:nvPr/>
        </p:nvSpPr>
        <p:spPr>
          <a:xfrm>
            <a:off x="861364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3" name="Shape 1051"/>
          <p:cNvSpPr/>
          <p:nvPr/>
        </p:nvSpPr>
        <p:spPr>
          <a:xfrm>
            <a:off x="8723376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4" name="Shape 1052"/>
          <p:cNvSpPr/>
          <p:nvPr/>
        </p:nvSpPr>
        <p:spPr>
          <a:xfrm>
            <a:off x="8833104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5" name="Shape 1053"/>
          <p:cNvSpPr/>
          <p:nvPr/>
        </p:nvSpPr>
        <p:spPr>
          <a:xfrm>
            <a:off x="8942832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6" name="Shape 1054"/>
          <p:cNvSpPr/>
          <p:nvPr/>
        </p:nvSpPr>
        <p:spPr>
          <a:xfrm>
            <a:off x="9052560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7" name="Shape 1055"/>
          <p:cNvSpPr/>
          <p:nvPr/>
        </p:nvSpPr>
        <p:spPr>
          <a:xfrm>
            <a:off x="9162288" y="9875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2" name="Shape 1080"/>
          <p:cNvSpPr/>
          <p:nvPr/>
        </p:nvSpPr>
        <p:spPr>
          <a:xfrm>
            <a:off x="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3" name="Shape 1081"/>
          <p:cNvSpPr/>
          <p:nvPr/>
        </p:nvSpPr>
        <p:spPr>
          <a:xfrm>
            <a:off x="10972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4" name="Shape 1082"/>
          <p:cNvSpPr/>
          <p:nvPr/>
        </p:nvSpPr>
        <p:spPr>
          <a:xfrm>
            <a:off x="21945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5" name="Shape 1083"/>
          <p:cNvSpPr/>
          <p:nvPr/>
        </p:nvSpPr>
        <p:spPr>
          <a:xfrm>
            <a:off x="32918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6" name="Shape 1084"/>
          <p:cNvSpPr/>
          <p:nvPr/>
        </p:nvSpPr>
        <p:spPr>
          <a:xfrm>
            <a:off x="43891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7" name="Shape 1085"/>
          <p:cNvSpPr/>
          <p:nvPr/>
        </p:nvSpPr>
        <p:spPr>
          <a:xfrm>
            <a:off x="54864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8" name="Shape 1086"/>
          <p:cNvSpPr/>
          <p:nvPr/>
        </p:nvSpPr>
        <p:spPr>
          <a:xfrm>
            <a:off x="65836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9" name="Shape 1087"/>
          <p:cNvSpPr/>
          <p:nvPr/>
        </p:nvSpPr>
        <p:spPr>
          <a:xfrm>
            <a:off x="76809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0" name="Shape 1088"/>
          <p:cNvSpPr/>
          <p:nvPr/>
        </p:nvSpPr>
        <p:spPr>
          <a:xfrm>
            <a:off x="87782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1" name="Shape 1089"/>
          <p:cNvSpPr/>
          <p:nvPr/>
        </p:nvSpPr>
        <p:spPr>
          <a:xfrm>
            <a:off x="98755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2" name="Shape 1090"/>
          <p:cNvSpPr/>
          <p:nvPr/>
        </p:nvSpPr>
        <p:spPr>
          <a:xfrm>
            <a:off x="109728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3" name="Shape 1091"/>
          <p:cNvSpPr/>
          <p:nvPr/>
        </p:nvSpPr>
        <p:spPr>
          <a:xfrm>
            <a:off x="120700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4" name="Shape 1092"/>
          <p:cNvSpPr/>
          <p:nvPr/>
        </p:nvSpPr>
        <p:spPr>
          <a:xfrm>
            <a:off x="131673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5" name="Shape 1093"/>
          <p:cNvSpPr/>
          <p:nvPr/>
        </p:nvSpPr>
        <p:spPr>
          <a:xfrm>
            <a:off x="142646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6" name="Shape 1094"/>
          <p:cNvSpPr/>
          <p:nvPr/>
        </p:nvSpPr>
        <p:spPr>
          <a:xfrm>
            <a:off x="153619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7" name="Shape 1095"/>
          <p:cNvSpPr/>
          <p:nvPr/>
        </p:nvSpPr>
        <p:spPr>
          <a:xfrm>
            <a:off x="164592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8" name="Shape 1096"/>
          <p:cNvSpPr/>
          <p:nvPr/>
        </p:nvSpPr>
        <p:spPr>
          <a:xfrm>
            <a:off x="175564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9" name="Shape 1097"/>
          <p:cNvSpPr/>
          <p:nvPr/>
        </p:nvSpPr>
        <p:spPr>
          <a:xfrm>
            <a:off x="186537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0" name="Shape 1098"/>
          <p:cNvSpPr/>
          <p:nvPr/>
        </p:nvSpPr>
        <p:spPr>
          <a:xfrm>
            <a:off x="197510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1" name="Shape 1099"/>
          <p:cNvSpPr/>
          <p:nvPr/>
        </p:nvSpPr>
        <p:spPr>
          <a:xfrm>
            <a:off x="208483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2" name="Shape 1100"/>
          <p:cNvSpPr/>
          <p:nvPr/>
        </p:nvSpPr>
        <p:spPr>
          <a:xfrm>
            <a:off x="219456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3" name="Shape 1101"/>
          <p:cNvSpPr/>
          <p:nvPr/>
        </p:nvSpPr>
        <p:spPr>
          <a:xfrm>
            <a:off x="230428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4" name="Shape 1102"/>
          <p:cNvSpPr/>
          <p:nvPr/>
        </p:nvSpPr>
        <p:spPr>
          <a:xfrm>
            <a:off x="241401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5" name="Shape 1103"/>
          <p:cNvSpPr/>
          <p:nvPr/>
        </p:nvSpPr>
        <p:spPr>
          <a:xfrm>
            <a:off x="252374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6" name="Shape 1104"/>
          <p:cNvSpPr/>
          <p:nvPr/>
        </p:nvSpPr>
        <p:spPr>
          <a:xfrm>
            <a:off x="263347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7" name="Shape 1105"/>
          <p:cNvSpPr/>
          <p:nvPr/>
        </p:nvSpPr>
        <p:spPr>
          <a:xfrm>
            <a:off x="274320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8" name="Shape 1106"/>
          <p:cNvSpPr/>
          <p:nvPr/>
        </p:nvSpPr>
        <p:spPr>
          <a:xfrm>
            <a:off x="285292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9" name="Shape 1107"/>
          <p:cNvSpPr/>
          <p:nvPr/>
        </p:nvSpPr>
        <p:spPr>
          <a:xfrm>
            <a:off x="296265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0" name="Shape 1108"/>
          <p:cNvSpPr/>
          <p:nvPr/>
        </p:nvSpPr>
        <p:spPr>
          <a:xfrm>
            <a:off x="307238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1" name="Shape 1109"/>
          <p:cNvSpPr/>
          <p:nvPr/>
        </p:nvSpPr>
        <p:spPr>
          <a:xfrm>
            <a:off x="318211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2" name="Shape 1110"/>
          <p:cNvSpPr/>
          <p:nvPr/>
        </p:nvSpPr>
        <p:spPr>
          <a:xfrm>
            <a:off x="329184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3" name="Shape 1111"/>
          <p:cNvSpPr/>
          <p:nvPr/>
        </p:nvSpPr>
        <p:spPr>
          <a:xfrm>
            <a:off x="340156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4" name="Shape 1112"/>
          <p:cNvSpPr/>
          <p:nvPr/>
        </p:nvSpPr>
        <p:spPr>
          <a:xfrm>
            <a:off x="351129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5" name="Shape 1113"/>
          <p:cNvSpPr/>
          <p:nvPr/>
        </p:nvSpPr>
        <p:spPr>
          <a:xfrm>
            <a:off x="362102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6" name="Shape 1114"/>
          <p:cNvSpPr/>
          <p:nvPr/>
        </p:nvSpPr>
        <p:spPr>
          <a:xfrm>
            <a:off x="373075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7" name="Shape 1115"/>
          <p:cNvSpPr/>
          <p:nvPr/>
        </p:nvSpPr>
        <p:spPr>
          <a:xfrm>
            <a:off x="384048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8" name="Shape 1116"/>
          <p:cNvSpPr/>
          <p:nvPr/>
        </p:nvSpPr>
        <p:spPr>
          <a:xfrm>
            <a:off x="395020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9" name="Shape 1117"/>
          <p:cNvSpPr/>
          <p:nvPr/>
        </p:nvSpPr>
        <p:spPr>
          <a:xfrm>
            <a:off x="405993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0" name="Shape 1118"/>
          <p:cNvSpPr/>
          <p:nvPr/>
        </p:nvSpPr>
        <p:spPr>
          <a:xfrm>
            <a:off x="416966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1" name="Shape 1119"/>
          <p:cNvSpPr/>
          <p:nvPr/>
        </p:nvSpPr>
        <p:spPr>
          <a:xfrm>
            <a:off x="427939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2" name="Shape 1120"/>
          <p:cNvSpPr/>
          <p:nvPr/>
        </p:nvSpPr>
        <p:spPr>
          <a:xfrm>
            <a:off x="438912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3" name="Shape 1121"/>
          <p:cNvSpPr/>
          <p:nvPr/>
        </p:nvSpPr>
        <p:spPr>
          <a:xfrm>
            <a:off x="449884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4" name="Shape 1122"/>
          <p:cNvSpPr/>
          <p:nvPr/>
        </p:nvSpPr>
        <p:spPr>
          <a:xfrm>
            <a:off x="460857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5" name="Shape 1123"/>
          <p:cNvSpPr/>
          <p:nvPr/>
        </p:nvSpPr>
        <p:spPr>
          <a:xfrm>
            <a:off x="471830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6" name="Shape 1124"/>
          <p:cNvSpPr/>
          <p:nvPr/>
        </p:nvSpPr>
        <p:spPr>
          <a:xfrm>
            <a:off x="482803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7" name="Shape 1125"/>
          <p:cNvSpPr/>
          <p:nvPr/>
        </p:nvSpPr>
        <p:spPr>
          <a:xfrm>
            <a:off x="493776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8" name="Shape 1126"/>
          <p:cNvSpPr/>
          <p:nvPr/>
        </p:nvSpPr>
        <p:spPr>
          <a:xfrm>
            <a:off x="504748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9" name="Shape 1127"/>
          <p:cNvSpPr/>
          <p:nvPr/>
        </p:nvSpPr>
        <p:spPr>
          <a:xfrm>
            <a:off x="515721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0" name="Shape 1128"/>
          <p:cNvSpPr/>
          <p:nvPr/>
        </p:nvSpPr>
        <p:spPr>
          <a:xfrm>
            <a:off x="526694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1" name="Shape 1129"/>
          <p:cNvSpPr/>
          <p:nvPr/>
        </p:nvSpPr>
        <p:spPr>
          <a:xfrm>
            <a:off x="537667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2" name="Shape 1130"/>
          <p:cNvSpPr/>
          <p:nvPr/>
        </p:nvSpPr>
        <p:spPr>
          <a:xfrm>
            <a:off x="548640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3" name="Shape 1131"/>
          <p:cNvSpPr/>
          <p:nvPr/>
        </p:nvSpPr>
        <p:spPr>
          <a:xfrm>
            <a:off x="559612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4" name="Shape 1132"/>
          <p:cNvSpPr/>
          <p:nvPr/>
        </p:nvSpPr>
        <p:spPr>
          <a:xfrm>
            <a:off x="570585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5" name="Shape 1133"/>
          <p:cNvSpPr/>
          <p:nvPr/>
        </p:nvSpPr>
        <p:spPr>
          <a:xfrm>
            <a:off x="581558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6" name="Shape 1134"/>
          <p:cNvSpPr/>
          <p:nvPr/>
        </p:nvSpPr>
        <p:spPr>
          <a:xfrm>
            <a:off x="592531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7" name="Shape 1135"/>
          <p:cNvSpPr/>
          <p:nvPr/>
        </p:nvSpPr>
        <p:spPr>
          <a:xfrm>
            <a:off x="603504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8" name="Shape 1136"/>
          <p:cNvSpPr/>
          <p:nvPr/>
        </p:nvSpPr>
        <p:spPr>
          <a:xfrm>
            <a:off x="614476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9" name="Shape 1137"/>
          <p:cNvSpPr/>
          <p:nvPr/>
        </p:nvSpPr>
        <p:spPr>
          <a:xfrm>
            <a:off x="625449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0" name="Shape 1138"/>
          <p:cNvSpPr/>
          <p:nvPr/>
        </p:nvSpPr>
        <p:spPr>
          <a:xfrm>
            <a:off x="636422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1" name="Shape 1139"/>
          <p:cNvSpPr/>
          <p:nvPr/>
        </p:nvSpPr>
        <p:spPr>
          <a:xfrm>
            <a:off x="647395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2" name="Shape 1140"/>
          <p:cNvSpPr/>
          <p:nvPr/>
        </p:nvSpPr>
        <p:spPr>
          <a:xfrm>
            <a:off x="658368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3" name="Shape 1141"/>
          <p:cNvSpPr/>
          <p:nvPr/>
        </p:nvSpPr>
        <p:spPr>
          <a:xfrm>
            <a:off x="669340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4" name="Shape 1142"/>
          <p:cNvSpPr/>
          <p:nvPr/>
        </p:nvSpPr>
        <p:spPr>
          <a:xfrm>
            <a:off x="680313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5" name="Shape 1143"/>
          <p:cNvSpPr/>
          <p:nvPr/>
        </p:nvSpPr>
        <p:spPr>
          <a:xfrm>
            <a:off x="691286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6" name="Shape 1144"/>
          <p:cNvSpPr/>
          <p:nvPr/>
        </p:nvSpPr>
        <p:spPr>
          <a:xfrm>
            <a:off x="702259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7" name="Shape 1145"/>
          <p:cNvSpPr/>
          <p:nvPr/>
        </p:nvSpPr>
        <p:spPr>
          <a:xfrm>
            <a:off x="713232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8" name="Shape 1146"/>
          <p:cNvSpPr/>
          <p:nvPr/>
        </p:nvSpPr>
        <p:spPr>
          <a:xfrm>
            <a:off x="724204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9" name="Shape 1147"/>
          <p:cNvSpPr/>
          <p:nvPr/>
        </p:nvSpPr>
        <p:spPr>
          <a:xfrm>
            <a:off x="735177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0" name="Shape 1148"/>
          <p:cNvSpPr/>
          <p:nvPr/>
        </p:nvSpPr>
        <p:spPr>
          <a:xfrm>
            <a:off x="746150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1" name="Shape 1149"/>
          <p:cNvSpPr/>
          <p:nvPr/>
        </p:nvSpPr>
        <p:spPr>
          <a:xfrm>
            <a:off x="757123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2" name="Shape 1150"/>
          <p:cNvSpPr/>
          <p:nvPr/>
        </p:nvSpPr>
        <p:spPr>
          <a:xfrm>
            <a:off x="768096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3" name="Shape 1151"/>
          <p:cNvSpPr/>
          <p:nvPr/>
        </p:nvSpPr>
        <p:spPr>
          <a:xfrm>
            <a:off x="779068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4" name="Shape 1152"/>
          <p:cNvSpPr/>
          <p:nvPr/>
        </p:nvSpPr>
        <p:spPr>
          <a:xfrm>
            <a:off x="790041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5" name="Shape 1153"/>
          <p:cNvSpPr/>
          <p:nvPr/>
        </p:nvSpPr>
        <p:spPr>
          <a:xfrm>
            <a:off x="801014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6" name="Shape 1154"/>
          <p:cNvSpPr/>
          <p:nvPr/>
        </p:nvSpPr>
        <p:spPr>
          <a:xfrm>
            <a:off x="811987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7" name="Shape 1155"/>
          <p:cNvSpPr/>
          <p:nvPr/>
        </p:nvSpPr>
        <p:spPr>
          <a:xfrm>
            <a:off x="822960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8" name="Shape 1156"/>
          <p:cNvSpPr/>
          <p:nvPr/>
        </p:nvSpPr>
        <p:spPr>
          <a:xfrm>
            <a:off x="833932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9" name="Shape 1157"/>
          <p:cNvSpPr/>
          <p:nvPr/>
        </p:nvSpPr>
        <p:spPr>
          <a:xfrm>
            <a:off x="844905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0" name="Shape 1158"/>
          <p:cNvSpPr/>
          <p:nvPr/>
        </p:nvSpPr>
        <p:spPr>
          <a:xfrm>
            <a:off x="855878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1" name="Shape 1159"/>
          <p:cNvSpPr/>
          <p:nvPr/>
        </p:nvSpPr>
        <p:spPr>
          <a:xfrm>
            <a:off x="8668512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2" name="Shape 1160"/>
          <p:cNvSpPr/>
          <p:nvPr/>
        </p:nvSpPr>
        <p:spPr>
          <a:xfrm>
            <a:off x="8778240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3" name="Shape 1161"/>
          <p:cNvSpPr/>
          <p:nvPr/>
        </p:nvSpPr>
        <p:spPr>
          <a:xfrm>
            <a:off x="8887968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4" name="Shape 1162"/>
          <p:cNvSpPr/>
          <p:nvPr/>
        </p:nvSpPr>
        <p:spPr>
          <a:xfrm>
            <a:off x="8997696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5" name="Shape 1163"/>
          <p:cNvSpPr/>
          <p:nvPr/>
        </p:nvSpPr>
        <p:spPr>
          <a:xfrm>
            <a:off x="9107424" y="10972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0" name="Shape 1188"/>
          <p:cNvSpPr/>
          <p:nvPr/>
        </p:nvSpPr>
        <p:spPr>
          <a:xfrm>
            <a:off x="5486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1" name="Shape 1189"/>
          <p:cNvSpPr/>
          <p:nvPr/>
        </p:nvSpPr>
        <p:spPr>
          <a:xfrm>
            <a:off x="16459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2" name="Shape 1190"/>
          <p:cNvSpPr/>
          <p:nvPr/>
        </p:nvSpPr>
        <p:spPr>
          <a:xfrm>
            <a:off x="27432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3" name="Shape 1191"/>
          <p:cNvSpPr/>
          <p:nvPr/>
        </p:nvSpPr>
        <p:spPr>
          <a:xfrm>
            <a:off x="38404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4" name="Shape 1192"/>
          <p:cNvSpPr/>
          <p:nvPr/>
        </p:nvSpPr>
        <p:spPr>
          <a:xfrm>
            <a:off x="49377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5" name="Shape 1193"/>
          <p:cNvSpPr/>
          <p:nvPr/>
        </p:nvSpPr>
        <p:spPr>
          <a:xfrm>
            <a:off x="60350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6" name="Shape 1194"/>
          <p:cNvSpPr/>
          <p:nvPr/>
        </p:nvSpPr>
        <p:spPr>
          <a:xfrm>
            <a:off x="71323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7" name="Shape 1195"/>
          <p:cNvSpPr/>
          <p:nvPr/>
        </p:nvSpPr>
        <p:spPr>
          <a:xfrm>
            <a:off x="82296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8" name="Shape 1196"/>
          <p:cNvSpPr/>
          <p:nvPr/>
        </p:nvSpPr>
        <p:spPr>
          <a:xfrm>
            <a:off x="93268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9" name="Shape 1197"/>
          <p:cNvSpPr/>
          <p:nvPr/>
        </p:nvSpPr>
        <p:spPr>
          <a:xfrm>
            <a:off x="104241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0" name="Shape 1198"/>
          <p:cNvSpPr/>
          <p:nvPr/>
        </p:nvSpPr>
        <p:spPr>
          <a:xfrm>
            <a:off x="115214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1" name="Shape 1199"/>
          <p:cNvSpPr/>
          <p:nvPr/>
        </p:nvSpPr>
        <p:spPr>
          <a:xfrm>
            <a:off x="126187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2" name="Shape 1200"/>
          <p:cNvSpPr/>
          <p:nvPr/>
        </p:nvSpPr>
        <p:spPr>
          <a:xfrm>
            <a:off x="137160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3" name="Shape 1201"/>
          <p:cNvSpPr/>
          <p:nvPr/>
        </p:nvSpPr>
        <p:spPr>
          <a:xfrm>
            <a:off x="148132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4" name="Shape 1202"/>
          <p:cNvSpPr/>
          <p:nvPr/>
        </p:nvSpPr>
        <p:spPr>
          <a:xfrm>
            <a:off x="159105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5" name="Shape 1203"/>
          <p:cNvSpPr/>
          <p:nvPr/>
        </p:nvSpPr>
        <p:spPr>
          <a:xfrm>
            <a:off x="170078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6" name="Shape 1204"/>
          <p:cNvSpPr/>
          <p:nvPr/>
        </p:nvSpPr>
        <p:spPr>
          <a:xfrm>
            <a:off x="181051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7" name="Shape 1205"/>
          <p:cNvSpPr/>
          <p:nvPr/>
        </p:nvSpPr>
        <p:spPr>
          <a:xfrm>
            <a:off x="192024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8" name="Shape 1206"/>
          <p:cNvSpPr/>
          <p:nvPr/>
        </p:nvSpPr>
        <p:spPr>
          <a:xfrm>
            <a:off x="202996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9" name="Shape 1207"/>
          <p:cNvSpPr/>
          <p:nvPr/>
        </p:nvSpPr>
        <p:spPr>
          <a:xfrm>
            <a:off x="213969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0" name="Shape 1208"/>
          <p:cNvSpPr/>
          <p:nvPr/>
        </p:nvSpPr>
        <p:spPr>
          <a:xfrm>
            <a:off x="224942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1" name="Shape 1209"/>
          <p:cNvSpPr/>
          <p:nvPr/>
        </p:nvSpPr>
        <p:spPr>
          <a:xfrm>
            <a:off x="235915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2" name="Shape 1210"/>
          <p:cNvSpPr/>
          <p:nvPr/>
        </p:nvSpPr>
        <p:spPr>
          <a:xfrm>
            <a:off x="246888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3" name="Shape 1211"/>
          <p:cNvSpPr/>
          <p:nvPr/>
        </p:nvSpPr>
        <p:spPr>
          <a:xfrm>
            <a:off x="257860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4" name="Shape 1212"/>
          <p:cNvSpPr/>
          <p:nvPr/>
        </p:nvSpPr>
        <p:spPr>
          <a:xfrm>
            <a:off x="268833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5" name="Shape 1213"/>
          <p:cNvSpPr/>
          <p:nvPr/>
        </p:nvSpPr>
        <p:spPr>
          <a:xfrm>
            <a:off x="279806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6" name="Shape 1214"/>
          <p:cNvSpPr/>
          <p:nvPr/>
        </p:nvSpPr>
        <p:spPr>
          <a:xfrm>
            <a:off x="290779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7" name="Shape 1215"/>
          <p:cNvSpPr/>
          <p:nvPr/>
        </p:nvSpPr>
        <p:spPr>
          <a:xfrm>
            <a:off x="301752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8" name="Shape 1216"/>
          <p:cNvSpPr/>
          <p:nvPr/>
        </p:nvSpPr>
        <p:spPr>
          <a:xfrm>
            <a:off x="312724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9" name="Shape 1217"/>
          <p:cNvSpPr/>
          <p:nvPr/>
        </p:nvSpPr>
        <p:spPr>
          <a:xfrm>
            <a:off x="323697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0" name="Shape 1218"/>
          <p:cNvSpPr/>
          <p:nvPr/>
        </p:nvSpPr>
        <p:spPr>
          <a:xfrm>
            <a:off x="334670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1" name="Shape 1219"/>
          <p:cNvSpPr/>
          <p:nvPr/>
        </p:nvSpPr>
        <p:spPr>
          <a:xfrm>
            <a:off x="345643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2" name="Shape 1220"/>
          <p:cNvSpPr/>
          <p:nvPr/>
        </p:nvSpPr>
        <p:spPr>
          <a:xfrm>
            <a:off x="356616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3" name="Shape 1221"/>
          <p:cNvSpPr/>
          <p:nvPr/>
        </p:nvSpPr>
        <p:spPr>
          <a:xfrm>
            <a:off x="367588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4" name="Shape 1222"/>
          <p:cNvSpPr/>
          <p:nvPr/>
        </p:nvSpPr>
        <p:spPr>
          <a:xfrm>
            <a:off x="378561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5" name="Shape 1223"/>
          <p:cNvSpPr/>
          <p:nvPr/>
        </p:nvSpPr>
        <p:spPr>
          <a:xfrm>
            <a:off x="389534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6" name="Shape 1224"/>
          <p:cNvSpPr/>
          <p:nvPr/>
        </p:nvSpPr>
        <p:spPr>
          <a:xfrm>
            <a:off x="400507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7" name="Shape 1225"/>
          <p:cNvSpPr/>
          <p:nvPr/>
        </p:nvSpPr>
        <p:spPr>
          <a:xfrm>
            <a:off x="411480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8" name="Shape 1226"/>
          <p:cNvSpPr/>
          <p:nvPr/>
        </p:nvSpPr>
        <p:spPr>
          <a:xfrm>
            <a:off x="422452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9" name="Shape 1227"/>
          <p:cNvSpPr/>
          <p:nvPr/>
        </p:nvSpPr>
        <p:spPr>
          <a:xfrm>
            <a:off x="433425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0" name="Shape 1228"/>
          <p:cNvSpPr/>
          <p:nvPr/>
        </p:nvSpPr>
        <p:spPr>
          <a:xfrm>
            <a:off x="444398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1" name="Shape 1229"/>
          <p:cNvSpPr/>
          <p:nvPr/>
        </p:nvSpPr>
        <p:spPr>
          <a:xfrm>
            <a:off x="455371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2" name="Shape 1230"/>
          <p:cNvSpPr/>
          <p:nvPr/>
        </p:nvSpPr>
        <p:spPr>
          <a:xfrm>
            <a:off x="466344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3" name="Shape 1231"/>
          <p:cNvSpPr/>
          <p:nvPr/>
        </p:nvSpPr>
        <p:spPr>
          <a:xfrm>
            <a:off x="477316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4" name="Shape 1232"/>
          <p:cNvSpPr/>
          <p:nvPr/>
        </p:nvSpPr>
        <p:spPr>
          <a:xfrm>
            <a:off x="488289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5" name="Shape 1233"/>
          <p:cNvSpPr/>
          <p:nvPr/>
        </p:nvSpPr>
        <p:spPr>
          <a:xfrm>
            <a:off x="499262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6" name="Shape 1234"/>
          <p:cNvSpPr/>
          <p:nvPr/>
        </p:nvSpPr>
        <p:spPr>
          <a:xfrm>
            <a:off x="510235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7" name="Shape 1235"/>
          <p:cNvSpPr/>
          <p:nvPr/>
        </p:nvSpPr>
        <p:spPr>
          <a:xfrm>
            <a:off x="521208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8" name="Shape 1236"/>
          <p:cNvSpPr/>
          <p:nvPr/>
        </p:nvSpPr>
        <p:spPr>
          <a:xfrm>
            <a:off x="532180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9" name="Shape 1237"/>
          <p:cNvSpPr/>
          <p:nvPr/>
        </p:nvSpPr>
        <p:spPr>
          <a:xfrm>
            <a:off x="543153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0" name="Shape 1238"/>
          <p:cNvSpPr/>
          <p:nvPr/>
        </p:nvSpPr>
        <p:spPr>
          <a:xfrm>
            <a:off x="554126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1" name="Shape 1239"/>
          <p:cNvSpPr/>
          <p:nvPr/>
        </p:nvSpPr>
        <p:spPr>
          <a:xfrm>
            <a:off x="565099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2" name="Shape 1240"/>
          <p:cNvSpPr/>
          <p:nvPr/>
        </p:nvSpPr>
        <p:spPr>
          <a:xfrm>
            <a:off x="576072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3" name="Shape 1241"/>
          <p:cNvSpPr/>
          <p:nvPr/>
        </p:nvSpPr>
        <p:spPr>
          <a:xfrm>
            <a:off x="587044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4" name="Shape 1242"/>
          <p:cNvSpPr/>
          <p:nvPr/>
        </p:nvSpPr>
        <p:spPr>
          <a:xfrm>
            <a:off x="598017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5" name="Shape 1243"/>
          <p:cNvSpPr/>
          <p:nvPr/>
        </p:nvSpPr>
        <p:spPr>
          <a:xfrm>
            <a:off x="608990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6" name="Shape 1244"/>
          <p:cNvSpPr/>
          <p:nvPr/>
        </p:nvSpPr>
        <p:spPr>
          <a:xfrm>
            <a:off x="619963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7" name="Shape 1245"/>
          <p:cNvSpPr/>
          <p:nvPr/>
        </p:nvSpPr>
        <p:spPr>
          <a:xfrm>
            <a:off x="630936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8" name="Shape 1246"/>
          <p:cNvSpPr/>
          <p:nvPr/>
        </p:nvSpPr>
        <p:spPr>
          <a:xfrm>
            <a:off x="641908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9" name="Shape 1247"/>
          <p:cNvSpPr/>
          <p:nvPr/>
        </p:nvSpPr>
        <p:spPr>
          <a:xfrm>
            <a:off x="652881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0" name="Shape 1248"/>
          <p:cNvSpPr/>
          <p:nvPr/>
        </p:nvSpPr>
        <p:spPr>
          <a:xfrm>
            <a:off x="663854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1" name="Shape 1249"/>
          <p:cNvSpPr/>
          <p:nvPr/>
        </p:nvSpPr>
        <p:spPr>
          <a:xfrm>
            <a:off x="674827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2" name="Shape 1250"/>
          <p:cNvSpPr/>
          <p:nvPr/>
        </p:nvSpPr>
        <p:spPr>
          <a:xfrm>
            <a:off x="685800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3" name="Shape 1251"/>
          <p:cNvSpPr/>
          <p:nvPr/>
        </p:nvSpPr>
        <p:spPr>
          <a:xfrm>
            <a:off x="696772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4" name="Shape 1252"/>
          <p:cNvSpPr/>
          <p:nvPr/>
        </p:nvSpPr>
        <p:spPr>
          <a:xfrm>
            <a:off x="707745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5" name="Shape 1253"/>
          <p:cNvSpPr/>
          <p:nvPr/>
        </p:nvSpPr>
        <p:spPr>
          <a:xfrm>
            <a:off x="718718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6" name="Shape 1254"/>
          <p:cNvSpPr/>
          <p:nvPr/>
        </p:nvSpPr>
        <p:spPr>
          <a:xfrm>
            <a:off x="729691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7" name="Shape 1255"/>
          <p:cNvSpPr/>
          <p:nvPr/>
        </p:nvSpPr>
        <p:spPr>
          <a:xfrm>
            <a:off x="740664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8" name="Shape 1256"/>
          <p:cNvSpPr/>
          <p:nvPr/>
        </p:nvSpPr>
        <p:spPr>
          <a:xfrm>
            <a:off x="751636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9" name="Shape 1257"/>
          <p:cNvSpPr/>
          <p:nvPr/>
        </p:nvSpPr>
        <p:spPr>
          <a:xfrm>
            <a:off x="762609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0" name="Shape 1258"/>
          <p:cNvSpPr/>
          <p:nvPr/>
        </p:nvSpPr>
        <p:spPr>
          <a:xfrm>
            <a:off x="773582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1" name="Shape 1259"/>
          <p:cNvSpPr/>
          <p:nvPr/>
        </p:nvSpPr>
        <p:spPr>
          <a:xfrm>
            <a:off x="784555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2" name="Shape 1260"/>
          <p:cNvSpPr/>
          <p:nvPr/>
        </p:nvSpPr>
        <p:spPr>
          <a:xfrm>
            <a:off x="795528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3" name="Shape 1261"/>
          <p:cNvSpPr/>
          <p:nvPr/>
        </p:nvSpPr>
        <p:spPr>
          <a:xfrm>
            <a:off x="806500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4" name="Shape 1262"/>
          <p:cNvSpPr/>
          <p:nvPr/>
        </p:nvSpPr>
        <p:spPr>
          <a:xfrm>
            <a:off x="817473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5" name="Shape 1263"/>
          <p:cNvSpPr/>
          <p:nvPr/>
        </p:nvSpPr>
        <p:spPr>
          <a:xfrm>
            <a:off x="828446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6" name="Shape 1264"/>
          <p:cNvSpPr/>
          <p:nvPr/>
        </p:nvSpPr>
        <p:spPr>
          <a:xfrm>
            <a:off x="839419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7" name="Shape 1265"/>
          <p:cNvSpPr/>
          <p:nvPr/>
        </p:nvSpPr>
        <p:spPr>
          <a:xfrm>
            <a:off x="850392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8" name="Shape 1266"/>
          <p:cNvSpPr/>
          <p:nvPr/>
        </p:nvSpPr>
        <p:spPr>
          <a:xfrm>
            <a:off x="861364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9" name="Shape 1267"/>
          <p:cNvSpPr/>
          <p:nvPr/>
        </p:nvSpPr>
        <p:spPr>
          <a:xfrm>
            <a:off x="8723376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0" name="Shape 1268"/>
          <p:cNvSpPr/>
          <p:nvPr/>
        </p:nvSpPr>
        <p:spPr>
          <a:xfrm>
            <a:off x="8833104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1" name="Shape 1269"/>
          <p:cNvSpPr/>
          <p:nvPr/>
        </p:nvSpPr>
        <p:spPr>
          <a:xfrm>
            <a:off x="8942832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2" name="Shape 1270"/>
          <p:cNvSpPr/>
          <p:nvPr/>
        </p:nvSpPr>
        <p:spPr>
          <a:xfrm>
            <a:off x="9052560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3" name="Shape 1271"/>
          <p:cNvSpPr/>
          <p:nvPr/>
        </p:nvSpPr>
        <p:spPr>
          <a:xfrm>
            <a:off x="9162288" y="12070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8" name="Shape 1296"/>
          <p:cNvSpPr/>
          <p:nvPr/>
        </p:nvSpPr>
        <p:spPr>
          <a:xfrm>
            <a:off x="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9" name="Shape 1297"/>
          <p:cNvSpPr/>
          <p:nvPr/>
        </p:nvSpPr>
        <p:spPr>
          <a:xfrm>
            <a:off x="10972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0" name="Shape 1298"/>
          <p:cNvSpPr/>
          <p:nvPr/>
        </p:nvSpPr>
        <p:spPr>
          <a:xfrm>
            <a:off x="21945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1" name="Shape 1299"/>
          <p:cNvSpPr/>
          <p:nvPr/>
        </p:nvSpPr>
        <p:spPr>
          <a:xfrm>
            <a:off x="32918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2" name="Shape 1300"/>
          <p:cNvSpPr/>
          <p:nvPr/>
        </p:nvSpPr>
        <p:spPr>
          <a:xfrm>
            <a:off x="43891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3" name="Shape 1301"/>
          <p:cNvSpPr/>
          <p:nvPr/>
        </p:nvSpPr>
        <p:spPr>
          <a:xfrm>
            <a:off x="54864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4" name="Shape 1302"/>
          <p:cNvSpPr/>
          <p:nvPr/>
        </p:nvSpPr>
        <p:spPr>
          <a:xfrm>
            <a:off x="65836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5" name="Shape 1303"/>
          <p:cNvSpPr/>
          <p:nvPr/>
        </p:nvSpPr>
        <p:spPr>
          <a:xfrm>
            <a:off x="76809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6" name="Shape 1304"/>
          <p:cNvSpPr/>
          <p:nvPr/>
        </p:nvSpPr>
        <p:spPr>
          <a:xfrm>
            <a:off x="87782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7" name="Shape 1305"/>
          <p:cNvSpPr/>
          <p:nvPr/>
        </p:nvSpPr>
        <p:spPr>
          <a:xfrm>
            <a:off x="98755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8" name="Shape 1306"/>
          <p:cNvSpPr/>
          <p:nvPr/>
        </p:nvSpPr>
        <p:spPr>
          <a:xfrm>
            <a:off x="109728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9" name="Shape 1307"/>
          <p:cNvSpPr/>
          <p:nvPr/>
        </p:nvSpPr>
        <p:spPr>
          <a:xfrm>
            <a:off x="120700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0" name="Shape 1308"/>
          <p:cNvSpPr/>
          <p:nvPr/>
        </p:nvSpPr>
        <p:spPr>
          <a:xfrm>
            <a:off x="131673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1" name="Shape 1309"/>
          <p:cNvSpPr/>
          <p:nvPr/>
        </p:nvSpPr>
        <p:spPr>
          <a:xfrm>
            <a:off x="142646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2" name="Shape 1310"/>
          <p:cNvSpPr/>
          <p:nvPr/>
        </p:nvSpPr>
        <p:spPr>
          <a:xfrm>
            <a:off x="153619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3" name="Shape 1311"/>
          <p:cNvSpPr/>
          <p:nvPr/>
        </p:nvSpPr>
        <p:spPr>
          <a:xfrm>
            <a:off x="164592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4" name="Shape 1312"/>
          <p:cNvSpPr/>
          <p:nvPr/>
        </p:nvSpPr>
        <p:spPr>
          <a:xfrm>
            <a:off x="175564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5" name="Shape 1313"/>
          <p:cNvSpPr/>
          <p:nvPr/>
        </p:nvSpPr>
        <p:spPr>
          <a:xfrm>
            <a:off x="186537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6" name="Shape 1314"/>
          <p:cNvSpPr/>
          <p:nvPr/>
        </p:nvSpPr>
        <p:spPr>
          <a:xfrm>
            <a:off x="197510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7" name="Shape 1315"/>
          <p:cNvSpPr/>
          <p:nvPr/>
        </p:nvSpPr>
        <p:spPr>
          <a:xfrm>
            <a:off x="208483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8" name="Shape 1316"/>
          <p:cNvSpPr/>
          <p:nvPr/>
        </p:nvSpPr>
        <p:spPr>
          <a:xfrm>
            <a:off x="219456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9" name="Shape 1317"/>
          <p:cNvSpPr/>
          <p:nvPr/>
        </p:nvSpPr>
        <p:spPr>
          <a:xfrm>
            <a:off x="230428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0" name="Shape 1318"/>
          <p:cNvSpPr/>
          <p:nvPr/>
        </p:nvSpPr>
        <p:spPr>
          <a:xfrm>
            <a:off x="241401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1" name="Shape 1319"/>
          <p:cNvSpPr/>
          <p:nvPr/>
        </p:nvSpPr>
        <p:spPr>
          <a:xfrm>
            <a:off x="252374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2" name="Shape 1320"/>
          <p:cNvSpPr/>
          <p:nvPr/>
        </p:nvSpPr>
        <p:spPr>
          <a:xfrm>
            <a:off x="263347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3" name="Shape 1321"/>
          <p:cNvSpPr/>
          <p:nvPr/>
        </p:nvSpPr>
        <p:spPr>
          <a:xfrm>
            <a:off x="274320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4" name="Shape 1322"/>
          <p:cNvSpPr/>
          <p:nvPr/>
        </p:nvSpPr>
        <p:spPr>
          <a:xfrm>
            <a:off x="285292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5" name="Shape 1323"/>
          <p:cNvSpPr/>
          <p:nvPr/>
        </p:nvSpPr>
        <p:spPr>
          <a:xfrm>
            <a:off x="296265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6" name="Shape 1324"/>
          <p:cNvSpPr/>
          <p:nvPr/>
        </p:nvSpPr>
        <p:spPr>
          <a:xfrm>
            <a:off x="307238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7" name="Shape 1325"/>
          <p:cNvSpPr/>
          <p:nvPr/>
        </p:nvSpPr>
        <p:spPr>
          <a:xfrm>
            <a:off x="318211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8" name="Shape 1326"/>
          <p:cNvSpPr/>
          <p:nvPr/>
        </p:nvSpPr>
        <p:spPr>
          <a:xfrm>
            <a:off x="329184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9" name="Shape 1327"/>
          <p:cNvSpPr/>
          <p:nvPr/>
        </p:nvSpPr>
        <p:spPr>
          <a:xfrm>
            <a:off x="340156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0" name="Shape 1328"/>
          <p:cNvSpPr/>
          <p:nvPr/>
        </p:nvSpPr>
        <p:spPr>
          <a:xfrm>
            <a:off x="351129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1" name="Shape 1329"/>
          <p:cNvSpPr/>
          <p:nvPr/>
        </p:nvSpPr>
        <p:spPr>
          <a:xfrm>
            <a:off x="362102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2" name="Shape 1330"/>
          <p:cNvSpPr/>
          <p:nvPr/>
        </p:nvSpPr>
        <p:spPr>
          <a:xfrm>
            <a:off x="373075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3" name="Shape 1331"/>
          <p:cNvSpPr/>
          <p:nvPr/>
        </p:nvSpPr>
        <p:spPr>
          <a:xfrm>
            <a:off x="384048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4" name="Shape 1332"/>
          <p:cNvSpPr/>
          <p:nvPr/>
        </p:nvSpPr>
        <p:spPr>
          <a:xfrm>
            <a:off x="395020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5" name="Shape 1333"/>
          <p:cNvSpPr/>
          <p:nvPr/>
        </p:nvSpPr>
        <p:spPr>
          <a:xfrm>
            <a:off x="405993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6" name="Shape 1334"/>
          <p:cNvSpPr/>
          <p:nvPr/>
        </p:nvSpPr>
        <p:spPr>
          <a:xfrm>
            <a:off x="416966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7" name="Shape 1335"/>
          <p:cNvSpPr/>
          <p:nvPr/>
        </p:nvSpPr>
        <p:spPr>
          <a:xfrm>
            <a:off x="427939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8" name="Shape 1336"/>
          <p:cNvSpPr/>
          <p:nvPr/>
        </p:nvSpPr>
        <p:spPr>
          <a:xfrm>
            <a:off x="438912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9" name="Shape 1337"/>
          <p:cNvSpPr/>
          <p:nvPr/>
        </p:nvSpPr>
        <p:spPr>
          <a:xfrm>
            <a:off x="449884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0" name="Shape 1338"/>
          <p:cNvSpPr/>
          <p:nvPr/>
        </p:nvSpPr>
        <p:spPr>
          <a:xfrm>
            <a:off x="460857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1" name="Shape 1339"/>
          <p:cNvSpPr/>
          <p:nvPr/>
        </p:nvSpPr>
        <p:spPr>
          <a:xfrm>
            <a:off x="471830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2" name="Shape 1340"/>
          <p:cNvSpPr/>
          <p:nvPr/>
        </p:nvSpPr>
        <p:spPr>
          <a:xfrm>
            <a:off x="482803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3" name="Shape 1341"/>
          <p:cNvSpPr/>
          <p:nvPr/>
        </p:nvSpPr>
        <p:spPr>
          <a:xfrm>
            <a:off x="493776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4" name="Shape 1342"/>
          <p:cNvSpPr/>
          <p:nvPr/>
        </p:nvSpPr>
        <p:spPr>
          <a:xfrm>
            <a:off x="504748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5" name="Shape 1343"/>
          <p:cNvSpPr/>
          <p:nvPr/>
        </p:nvSpPr>
        <p:spPr>
          <a:xfrm>
            <a:off x="515721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6" name="Shape 1344"/>
          <p:cNvSpPr/>
          <p:nvPr/>
        </p:nvSpPr>
        <p:spPr>
          <a:xfrm>
            <a:off x="526694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7" name="Shape 1345"/>
          <p:cNvSpPr/>
          <p:nvPr/>
        </p:nvSpPr>
        <p:spPr>
          <a:xfrm>
            <a:off x="537667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8" name="Shape 1346"/>
          <p:cNvSpPr/>
          <p:nvPr/>
        </p:nvSpPr>
        <p:spPr>
          <a:xfrm>
            <a:off x="548640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9" name="Shape 1347"/>
          <p:cNvSpPr/>
          <p:nvPr/>
        </p:nvSpPr>
        <p:spPr>
          <a:xfrm>
            <a:off x="559612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0" name="Shape 1348"/>
          <p:cNvSpPr/>
          <p:nvPr/>
        </p:nvSpPr>
        <p:spPr>
          <a:xfrm>
            <a:off x="570585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1" name="Shape 1349"/>
          <p:cNvSpPr/>
          <p:nvPr/>
        </p:nvSpPr>
        <p:spPr>
          <a:xfrm>
            <a:off x="581558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2" name="Shape 1350"/>
          <p:cNvSpPr/>
          <p:nvPr/>
        </p:nvSpPr>
        <p:spPr>
          <a:xfrm>
            <a:off x="592531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3" name="Shape 1351"/>
          <p:cNvSpPr/>
          <p:nvPr/>
        </p:nvSpPr>
        <p:spPr>
          <a:xfrm>
            <a:off x="603504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4" name="Shape 1352"/>
          <p:cNvSpPr/>
          <p:nvPr/>
        </p:nvSpPr>
        <p:spPr>
          <a:xfrm>
            <a:off x="614476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5" name="Shape 1353"/>
          <p:cNvSpPr/>
          <p:nvPr/>
        </p:nvSpPr>
        <p:spPr>
          <a:xfrm>
            <a:off x="625449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6" name="Shape 1354"/>
          <p:cNvSpPr/>
          <p:nvPr/>
        </p:nvSpPr>
        <p:spPr>
          <a:xfrm>
            <a:off x="636422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7" name="Shape 1355"/>
          <p:cNvSpPr/>
          <p:nvPr/>
        </p:nvSpPr>
        <p:spPr>
          <a:xfrm>
            <a:off x="647395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8" name="Shape 1356"/>
          <p:cNvSpPr/>
          <p:nvPr/>
        </p:nvSpPr>
        <p:spPr>
          <a:xfrm>
            <a:off x="658368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9" name="Shape 1357"/>
          <p:cNvSpPr/>
          <p:nvPr/>
        </p:nvSpPr>
        <p:spPr>
          <a:xfrm>
            <a:off x="669340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0" name="Shape 1358"/>
          <p:cNvSpPr/>
          <p:nvPr/>
        </p:nvSpPr>
        <p:spPr>
          <a:xfrm>
            <a:off x="680313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1" name="Shape 1359"/>
          <p:cNvSpPr/>
          <p:nvPr/>
        </p:nvSpPr>
        <p:spPr>
          <a:xfrm>
            <a:off x="691286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2" name="Shape 1360"/>
          <p:cNvSpPr/>
          <p:nvPr/>
        </p:nvSpPr>
        <p:spPr>
          <a:xfrm>
            <a:off x="702259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3" name="Shape 1361"/>
          <p:cNvSpPr/>
          <p:nvPr/>
        </p:nvSpPr>
        <p:spPr>
          <a:xfrm>
            <a:off x="713232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4" name="Shape 1362"/>
          <p:cNvSpPr/>
          <p:nvPr/>
        </p:nvSpPr>
        <p:spPr>
          <a:xfrm>
            <a:off x="724204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5" name="Shape 1363"/>
          <p:cNvSpPr/>
          <p:nvPr/>
        </p:nvSpPr>
        <p:spPr>
          <a:xfrm>
            <a:off x="735177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6" name="Shape 1364"/>
          <p:cNvSpPr/>
          <p:nvPr/>
        </p:nvSpPr>
        <p:spPr>
          <a:xfrm>
            <a:off x="746150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7" name="Shape 1365"/>
          <p:cNvSpPr/>
          <p:nvPr/>
        </p:nvSpPr>
        <p:spPr>
          <a:xfrm>
            <a:off x="757123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8" name="Shape 1366"/>
          <p:cNvSpPr/>
          <p:nvPr/>
        </p:nvSpPr>
        <p:spPr>
          <a:xfrm>
            <a:off x="768096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9" name="Shape 1367"/>
          <p:cNvSpPr/>
          <p:nvPr/>
        </p:nvSpPr>
        <p:spPr>
          <a:xfrm>
            <a:off x="779068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0" name="Shape 1368"/>
          <p:cNvSpPr/>
          <p:nvPr/>
        </p:nvSpPr>
        <p:spPr>
          <a:xfrm>
            <a:off x="790041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1" name="Shape 1369"/>
          <p:cNvSpPr/>
          <p:nvPr/>
        </p:nvSpPr>
        <p:spPr>
          <a:xfrm>
            <a:off x="801014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2" name="Shape 1370"/>
          <p:cNvSpPr/>
          <p:nvPr/>
        </p:nvSpPr>
        <p:spPr>
          <a:xfrm>
            <a:off x="811987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3" name="Shape 1371"/>
          <p:cNvSpPr/>
          <p:nvPr/>
        </p:nvSpPr>
        <p:spPr>
          <a:xfrm>
            <a:off x="822960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4" name="Shape 1372"/>
          <p:cNvSpPr/>
          <p:nvPr/>
        </p:nvSpPr>
        <p:spPr>
          <a:xfrm>
            <a:off x="833932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5" name="Shape 1373"/>
          <p:cNvSpPr/>
          <p:nvPr/>
        </p:nvSpPr>
        <p:spPr>
          <a:xfrm>
            <a:off x="844905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6" name="Shape 1374"/>
          <p:cNvSpPr/>
          <p:nvPr/>
        </p:nvSpPr>
        <p:spPr>
          <a:xfrm>
            <a:off x="855878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7" name="Shape 1375"/>
          <p:cNvSpPr/>
          <p:nvPr/>
        </p:nvSpPr>
        <p:spPr>
          <a:xfrm>
            <a:off x="8668512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8" name="Shape 1376"/>
          <p:cNvSpPr/>
          <p:nvPr/>
        </p:nvSpPr>
        <p:spPr>
          <a:xfrm>
            <a:off x="8778240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9" name="Shape 1377"/>
          <p:cNvSpPr/>
          <p:nvPr/>
        </p:nvSpPr>
        <p:spPr>
          <a:xfrm>
            <a:off x="8887968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0" name="Shape 1378"/>
          <p:cNvSpPr/>
          <p:nvPr/>
        </p:nvSpPr>
        <p:spPr>
          <a:xfrm>
            <a:off x="8997696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1" name="Shape 1379"/>
          <p:cNvSpPr/>
          <p:nvPr/>
        </p:nvSpPr>
        <p:spPr>
          <a:xfrm>
            <a:off x="9107424" y="13167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6" name="Shape 1404"/>
          <p:cNvSpPr/>
          <p:nvPr/>
        </p:nvSpPr>
        <p:spPr>
          <a:xfrm>
            <a:off x="5486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7" name="Shape 1405"/>
          <p:cNvSpPr/>
          <p:nvPr/>
        </p:nvSpPr>
        <p:spPr>
          <a:xfrm>
            <a:off x="16459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8" name="Shape 1406"/>
          <p:cNvSpPr/>
          <p:nvPr/>
        </p:nvSpPr>
        <p:spPr>
          <a:xfrm>
            <a:off x="27432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9" name="Shape 1407"/>
          <p:cNvSpPr/>
          <p:nvPr/>
        </p:nvSpPr>
        <p:spPr>
          <a:xfrm>
            <a:off x="38404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0" name="Shape 1408"/>
          <p:cNvSpPr/>
          <p:nvPr/>
        </p:nvSpPr>
        <p:spPr>
          <a:xfrm>
            <a:off x="49377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1" name="Shape 1409"/>
          <p:cNvSpPr/>
          <p:nvPr/>
        </p:nvSpPr>
        <p:spPr>
          <a:xfrm>
            <a:off x="60350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2" name="Shape 1410"/>
          <p:cNvSpPr/>
          <p:nvPr/>
        </p:nvSpPr>
        <p:spPr>
          <a:xfrm>
            <a:off x="71323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3" name="Shape 1411"/>
          <p:cNvSpPr/>
          <p:nvPr/>
        </p:nvSpPr>
        <p:spPr>
          <a:xfrm>
            <a:off x="82296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4" name="Shape 1412"/>
          <p:cNvSpPr/>
          <p:nvPr/>
        </p:nvSpPr>
        <p:spPr>
          <a:xfrm>
            <a:off x="93268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5" name="Shape 1413"/>
          <p:cNvSpPr/>
          <p:nvPr/>
        </p:nvSpPr>
        <p:spPr>
          <a:xfrm>
            <a:off x="104241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6" name="Shape 1414"/>
          <p:cNvSpPr/>
          <p:nvPr/>
        </p:nvSpPr>
        <p:spPr>
          <a:xfrm>
            <a:off x="115214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7" name="Shape 1415"/>
          <p:cNvSpPr/>
          <p:nvPr/>
        </p:nvSpPr>
        <p:spPr>
          <a:xfrm>
            <a:off x="126187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8" name="Shape 1416"/>
          <p:cNvSpPr/>
          <p:nvPr/>
        </p:nvSpPr>
        <p:spPr>
          <a:xfrm>
            <a:off x="137160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9" name="Shape 1417"/>
          <p:cNvSpPr/>
          <p:nvPr/>
        </p:nvSpPr>
        <p:spPr>
          <a:xfrm>
            <a:off x="148132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0" name="Shape 1418"/>
          <p:cNvSpPr/>
          <p:nvPr/>
        </p:nvSpPr>
        <p:spPr>
          <a:xfrm>
            <a:off x="159105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1" name="Shape 1419"/>
          <p:cNvSpPr/>
          <p:nvPr/>
        </p:nvSpPr>
        <p:spPr>
          <a:xfrm>
            <a:off x="170078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2" name="Shape 1420"/>
          <p:cNvSpPr/>
          <p:nvPr/>
        </p:nvSpPr>
        <p:spPr>
          <a:xfrm>
            <a:off x="181051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3" name="Shape 1421"/>
          <p:cNvSpPr/>
          <p:nvPr/>
        </p:nvSpPr>
        <p:spPr>
          <a:xfrm>
            <a:off x="192024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4" name="Shape 1422"/>
          <p:cNvSpPr/>
          <p:nvPr/>
        </p:nvSpPr>
        <p:spPr>
          <a:xfrm>
            <a:off x="202996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5" name="Shape 1423"/>
          <p:cNvSpPr/>
          <p:nvPr/>
        </p:nvSpPr>
        <p:spPr>
          <a:xfrm>
            <a:off x="213969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6" name="Shape 1424"/>
          <p:cNvSpPr/>
          <p:nvPr/>
        </p:nvSpPr>
        <p:spPr>
          <a:xfrm>
            <a:off x="224942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7" name="Shape 1425"/>
          <p:cNvSpPr/>
          <p:nvPr/>
        </p:nvSpPr>
        <p:spPr>
          <a:xfrm>
            <a:off x="235915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8" name="Shape 1426"/>
          <p:cNvSpPr/>
          <p:nvPr/>
        </p:nvSpPr>
        <p:spPr>
          <a:xfrm>
            <a:off x="246888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9" name="Shape 1427"/>
          <p:cNvSpPr/>
          <p:nvPr/>
        </p:nvSpPr>
        <p:spPr>
          <a:xfrm>
            <a:off x="257860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0" name="Shape 1428"/>
          <p:cNvSpPr/>
          <p:nvPr/>
        </p:nvSpPr>
        <p:spPr>
          <a:xfrm>
            <a:off x="268833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1" name="Shape 1429"/>
          <p:cNvSpPr/>
          <p:nvPr/>
        </p:nvSpPr>
        <p:spPr>
          <a:xfrm>
            <a:off x="279806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2" name="Shape 1430"/>
          <p:cNvSpPr/>
          <p:nvPr/>
        </p:nvSpPr>
        <p:spPr>
          <a:xfrm>
            <a:off x="290779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3" name="Shape 1431"/>
          <p:cNvSpPr/>
          <p:nvPr/>
        </p:nvSpPr>
        <p:spPr>
          <a:xfrm>
            <a:off x="301752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4" name="Shape 1432"/>
          <p:cNvSpPr/>
          <p:nvPr/>
        </p:nvSpPr>
        <p:spPr>
          <a:xfrm>
            <a:off x="312724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5" name="Shape 1433"/>
          <p:cNvSpPr/>
          <p:nvPr/>
        </p:nvSpPr>
        <p:spPr>
          <a:xfrm>
            <a:off x="323697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6" name="Shape 1434"/>
          <p:cNvSpPr/>
          <p:nvPr/>
        </p:nvSpPr>
        <p:spPr>
          <a:xfrm>
            <a:off x="334670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7" name="Shape 1435"/>
          <p:cNvSpPr/>
          <p:nvPr/>
        </p:nvSpPr>
        <p:spPr>
          <a:xfrm>
            <a:off x="345643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8" name="Shape 1436"/>
          <p:cNvSpPr/>
          <p:nvPr/>
        </p:nvSpPr>
        <p:spPr>
          <a:xfrm>
            <a:off x="356616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9" name="Shape 1437"/>
          <p:cNvSpPr/>
          <p:nvPr/>
        </p:nvSpPr>
        <p:spPr>
          <a:xfrm>
            <a:off x="367588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0" name="Shape 1438"/>
          <p:cNvSpPr/>
          <p:nvPr/>
        </p:nvSpPr>
        <p:spPr>
          <a:xfrm>
            <a:off x="378561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1" name="Shape 1439"/>
          <p:cNvSpPr/>
          <p:nvPr/>
        </p:nvSpPr>
        <p:spPr>
          <a:xfrm>
            <a:off x="389534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2" name="Shape 1440"/>
          <p:cNvSpPr/>
          <p:nvPr/>
        </p:nvSpPr>
        <p:spPr>
          <a:xfrm>
            <a:off x="400507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3" name="Shape 1441"/>
          <p:cNvSpPr/>
          <p:nvPr/>
        </p:nvSpPr>
        <p:spPr>
          <a:xfrm>
            <a:off x="411480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4" name="Shape 1442"/>
          <p:cNvSpPr/>
          <p:nvPr/>
        </p:nvSpPr>
        <p:spPr>
          <a:xfrm>
            <a:off x="422452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5" name="Shape 1443"/>
          <p:cNvSpPr/>
          <p:nvPr/>
        </p:nvSpPr>
        <p:spPr>
          <a:xfrm>
            <a:off x="433425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6" name="Shape 1444"/>
          <p:cNvSpPr/>
          <p:nvPr/>
        </p:nvSpPr>
        <p:spPr>
          <a:xfrm>
            <a:off x="444398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7" name="Shape 1445"/>
          <p:cNvSpPr/>
          <p:nvPr/>
        </p:nvSpPr>
        <p:spPr>
          <a:xfrm>
            <a:off x="455371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8" name="Shape 1446"/>
          <p:cNvSpPr/>
          <p:nvPr/>
        </p:nvSpPr>
        <p:spPr>
          <a:xfrm>
            <a:off x="466344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9" name="Shape 1447"/>
          <p:cNvSpPr/>
          <p:nvPr/>
        </p:nvSpPr>
        <p:spPr>
          <a:xfrm>
            <a:off x="477316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0" name="Shape 1448"/>
          <p:cNvSpPr/>
          <p:nvPr/>
        </p:nvSpPr>
        <p:spPr>
          <a:xfrm>
            <a:off x="488289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1" name="Shape 1449"/>
          <p:cNvSpPr/>
          <p:nvPr/>
        </p:nvSpPr>
        <p:spPr>
          <a:xfrm>
            <a:off x="499262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2" name="Shape 1450"/>
          <p:cNvSpPr/>
          <p:nvPr/>
        </p:nvSpPr>
        <p:spPr>
          <a:xfrm>
            <a:off x="510235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3" name="Shape 1451"/>
          <p:cNvSpPr/>
          <p:nvPr/>
        </p:nvSpPr>
        <p:spPr>
          <a:xfrm>
            <a:off x="521208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4" name="Shape 1452"/>
          <p:cNvSpPr/>
          <p:nvPr/>
        </p:nvSpPr>
        <p:spPr>
          <a:xfrm>
            <a:off x="532180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5" name="Shape 1453"/>
          <p:cNvSpPr/>
          <p:nvPr/>
        </p:nvSpPr>
        <p:spPr>
          <a:xfrm>
            <a:off x="543153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6" name="Shape 1454"/>
          <p:cNvSpPr/>
          <p:nvPr/>
        </p:nvSpPr>
        <p:spPr>
          <a:xfrm>
            <a:off x="554126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7" name="Shape 1455"/>
          <p:cNvSpPr/>
          <p:nvPr/>
        </p:nvSpPr>
        <p:spPr>
          <a:xfrm>
            <a:off x="565099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8" name="Shape 1456"/>
          <p:cNvSpPr/>
          <p:nvPr/>
        </p:nvSpPr>
        <p:spPr>
          <a:xfrm>
            <a:off x="576072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9" name="Shape 1457"/>
          <p:cNvSpPr/>
          <p:nvPr/>
        </p:nvSpPr>
        <p:spPr>
          <a:xfrm>
            <a:off x="587044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0" name="Shape 1458"/>
          <p:cNvSpPr/>
          <p:nvPr/>
        </p:nvSpPr>
        <p:spPr>
          <a:xfrm>
            <a:off x="598017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1" name="Shape 1459"/>
          <p:cNvSpPr/>
          <p:nvPr/>
        </p:nvSpPr>
        <p:spPr>
          <a:xfrm>
            <a:off x="608990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2" name="Shape 1460"/>
          <p:cNvSpPr/>
          <p:nvPr/>
        </p:nvSpPr>
        <p:spPr>
          <a:xfrm>
            <a:off x="619963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3" name="Shape 1461"/>
          <p:cNvSpPr/>
          <p:nvPr/>
        </p:nvSpPr>
        <p:spPr>
          <a:xfrm>
            <a:off x="630936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4" name="Shape 1462"/>
          <p:cNvSpPr/>
          <p:nvPr/>
        </p:nvSpPr>
        <p:spPr>
          <a:xfrm>
            <a:off x="641908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5" name="Shape 1463"/>
          <p:cNvSpPr/>
          <p:nvPr/>
        </p:nvSpPr>
        <p:spPr>
          <a:xfrm>
            <a:off x="652881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6" name="Shape 1464"/>
          <p:cNvSpPr/>
          <p:nvPr/>
        </p:nvSpPr>
        <p:spPr>
          <a:xfrm>
            <a:off x="663854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7" name="Shape 1465"/>
          <p:cNvSpPr/>
          <p:nvPr/>
        </p:nvSpPr>
        <p:spPr>
          <a:xfrm>
            <a:off x="674827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8" name="Shape 1466"/>
          <p:cNvSpPr/>
          <p:nvPr/>
        </p:nvSpPr>
        <p:spPr>
          <a:xfrm>
            <a:off x="685800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9" name="Shape 1467"/>
          <p:cNvSpPr/>
          <p:nvPr/>
        </p:nvSpPr>
        <p:spPr>
          <a:xfrm>
            <a:off x="696772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0" name="Shape 1468"/>
          <p:cNvSpPr/>
          <p:nvPr/>
        </p:nvSpPr>
        <p:spPr>
          <a:xfrm>
            <a:off x="707745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1" name="Shape 1469"/>
          <p:cNvSpPr/>
          <p:nvPr/>
        </p:nvSpPr>
        <p:spPr>
          <a:xfrm>
            <a:off x="718718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2" name="Shape 1470"/>
          <p:cNvSpPr/>
          <p:nvPr/>
        </p:nvSpPr>
        <p:spPr>
          <a:xfrm>
            <a:off x="729691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3" name="Shape 1471"/>
          <p:cNvSpPr/>
          <p:nvPr/>
        </p:nvSpPr>
        <p:spPr>
          <a:xfrm>
            <a:off x="740664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4" name="Shape 1472"/>
          <p:cNvSpPr/>
          <p:nvPr/>
        </p:nvSpPr>
        <p:spPr>
          <a:xfrm>
            <a:off x="751636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5" name="Shape 1473"/>
          <p:cNvSpPr/>
          <p:nvPr/>
        </p:nvSpPr>
        <p:spPr>
          <a:xfrm>
            <a:off x="762609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6" name="Shape 1474"/>
          <p:cNvSpPr/>
          <p:nvPr/>
        </p:nvSpPr>
        <p:spPr>
          <a:xfrm>
            <a:off x="773582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7" name="Shape 1475"/>
          <p:cNvSpPr/>
          <p:nvPr/>
        </p:nvSpPr>
        <p:spPr>
          <a:xfrm>
            <a:off x="784555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8" name="Shape 1476"/>
          <p:cNvSpPr/>
          <p:nvPr/>
        </p:nvSpPr>
        <p:spPr>
          <a:xfrm>
            <a:off x="795528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9" name="Shape 1477"/>
          <p:cNvSpPr/>
          <p:nvPr/>
        </p:nvSpPr>
        <p:spPr>
          <a:xfrm>
            <a:off x="806500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0" name="Shape 1478"/>
          <p:cNvSpPr/>
          <p:nvPr/>
        </p:nvSpPr>
        <p:spPr>
          <a:xfrm>
            <a:off x="817473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1" name="Shape 1479"/>
          <p:cNvSpPr/>
          <p:nvPr/>
        </p:nvSpPr>
        <p:spPr>
          <a:xfrm>
            <a:off x="828446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2" name="Shape 1480"/>
          <p:cNvSpPr/>
          <p:nvPr/>
        </p:nvSpPr>
        <p:spPr>
          <a:xfrm>
            <a:off x="839419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3" name="Shape 1481"/>
          <p:cNvSpPr/>
          <p:nvPr/>
        </p:nvSpPr>
        <p:spPr>
          <a:xfrm>
            <a:off x="850392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4" name="Shape 1482"/>
          <p:cNvSpPr/>
          <p:nvPr/>
        </p:nvSpPr>
        <p:spPr>
          <a:xfrm>
            <a:off x="861364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5" name="Shape 1483"/>
          <p:cNvSpPr/>
          <p:nvPr/>
        </p:nvSpPr>
        <p:spPr>
          <a:xfrm>
            <a:off x="8723376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6" name="Shape 1484"/>
          <p:cNvSpPr/>
          <p:nvPr/>
        </p:nvSpPr>
        <p:spPr>
          <a:xfrm>
            <a:off x="8833104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7" name="Shape 1485"/>
          <p:cNvSpPr/>
          <p:nvPr/>
        </p:nvSpPr>
        <p:spPr>
          <a:xfrm>
            <a:off x="8942832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8" name="Shape 1486"/>
          <p:cNvSpPr/>
          <p:nvPr/>
        </p:nvSpPr>
        <p:spPr>
          <a:xfrm>
            <a:off x="9052560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9" name="Shape 1487"/>
          <p:cNvSpPr/>
          <p:nvPr/>
        </p:nvSpPr>
        <p:spPr>
          <a:xfrm>
            <a:off x="9162288" y="14264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4" name="Shape 1512"/>
          <p:cNvSpPr/>
          <p:nvPr/>
        </p:nvSpPr>
        <p:spPr>
          <a:xfrm>
            <a:off x="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5" name="Shape 1513"/>
          <p:cNvSpPr/>
          <p:nvPr/>
        </p:nvSpPr>
        <p:spPr>
          <a:xfrm>
            <a:off x="10972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6" name="Shape 1514"/>
          <p:cNvSpPr/>
          <p:nvPr/>
        </p:nvSpPr>
        <p:spPr>
          <a:xfrm>
            <a:off x="21945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7" name="Shape 1515"/>
          <p:cNvSpPr/>
          <p:nvPr/>
        </p:nvSpPr>
        <p:spPr>
          <a:xfrm>
            <a:off x="32918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8" name="Shape 1516"/>
          <p:cNvSpPr/>
          <p:nvPr/>
        </p:nvSpPr>
        <p:spPr>
          <a:xfrm>
            <a:off x="43891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9" name="Shape 1517"/>
          <p:cNvSpPr/>
          <p:nvPr/>
        </p:nvSpPr>
        <p:spPr>
          <a:xfrm>
            <a:off x="54864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0" name="Shape 1518"/>
          <p:cNvSpPr/>
          <p:nvPr/>
        </p:nvSpPr>
        <p:spPr>
          <a:xfrm>
            <a:off x="65836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1" name="Shape 1519"/>
          <p:cNvSpPr/>
          <p:nvPr/>
        </p:nvSpPr>
        <p:spPr>
          <a:xfrm>
            <a:off x="76809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2" name="Shape 1520"/>
          <p:cNvSpPr/>
          <p:nvPr/>
        </p:nvSpPr>
        <p:spPr>
          <a:xfrm>
            <a:off x="87782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3" name="Shape 1521"/>
          <p:cNvSpPr/>
          <p:nvPr/>
        </p:nvSpPr>
        <p:spPr>
          <a:xfrm>
            <a:off x="98755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4" name="Shape 1522"/>
          <p:cNvSpPr/>
          <p:nvPr/>
        </p:nvSpPr>
        <p:spPr>
          <a:xfrm>
            <a:off x="109728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5" name="Shape 1523"/>
          <p:cNvSpPr/>
          <p:nvPr/>
        </p:nvSpPr>
        <p:spPr>
          <a:xfrm>
            <a:off x="120700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6" name="Shape 1524"/>
          <p:cNvSpPr/>
          <p:nvPr/>
        </p:nvSpPr>
        <p:spPr>
          <a:xfrm>
            <a:off x="131673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7" name="Shape 1525"/>
          <p:cNvSpPr/>
          <p:nvPr/>
        </p:nvSpPr>
        <p:spPr>
          <a:xfrm>
            <a:off x="142646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8" name="Shape 1526"/>
          <p:cNvSpPr/>
          <p:nvPr/>
        </p:nvSpPr>
        <p:spPr>
          <a:xfrm>
            <a:off x="153619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9" name="Shape 1527"/>
          <p:cNvSpPr/>
          <p:nvPr/>
        </p:nvSpPr>
        <p:spPr>
          <a:xfrm>
            <a:off x="164592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0" name="Shape 1528"/>
          <p:cNvSpPr/>
          <p:nvPr/>
        </p:nvSpPr>
        <p:spPr>
          <a:xfrm>
            <a:off x="175564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1" name="Shape 1529"/>
          <p:cNvSpPr/>
          <p:nvPr/>
        </p:nvSpPr>
        <p:spPr>
          <a:xfrm>
            <a:off x="186537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2" name="Shape 1530"/>
          <p:cNvSpPr/>
          <p:nvPr/>
        </p:nvSpPr>
        <p:spPr>
          <a:xfrm>
            <a:off x="197510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3" name="Shape 1531"/>
          <p:cNvSpPr/>
          <p:nvPr/>
        </p:nvSpPr>
        <p:spPr>
          <a:xfrm>
            <a:off x="208483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4" name="Shape 1532"/>
          <p:cNvSpPr/>
          <p:nvPr/>
        </p:nvSpPr>
        <p:spPr>
          <a:xfrm>
            <a:off x="219456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5" name="Shape 1533"/>
          <p:cNvSpPr/>
          <p:nvPr/>
        </p:nvSpPr>
        <p:spPr>
          <a:xfrm>
            <a:off x="230428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" name="Shape 1534"/>
          <p:cNvSpPr/>
          <p:nvPr/>
        </p:nvSpPr>
        <p:spPr>
          <a:xfrm>
            <a:off x="241401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7" name="Shape 1535"/>
          <p:cNvSpPr/>
          <p:nvPr/>
        </p:nvSpPr>
        <p:spPr>
          <a:xfrm>
            <a:off x="252374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8" name="Shape 1536"/>
          <p:cNvSpPr/>
          <p:nvPr/>
        </p:nvSpPr>
        <p:spPr>
          <a:xfrm>
            <a:off x="263347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9" name="Shape 1537"/>
          <p:cNvSpPr/>
          <p:nvPr/>
        </p:nvSpPr>
        <p:spPr>
          <a:xfrm>
            <a:off x="274320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0" name="Shape 1538"/>
          <p:cNvSpPr/>
          <p:nvPr/>
        </p:nvSpPr>
        <p:spPr>
          <a:xfrm>
            <a:off x="285292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1" name="Shape 1539"/>
          <p:cNvSpPr/>
          <p:nvPr/>
        </p:nvSpPr>
        <p:spPr>
          <a:xfrm>
            <a:off x="296265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2" name="Shape 1540"/>
          <p:cNvSpPr/>
          <p:nvPr/>
        </p:nvSpPr>
        <p:spPr>
          <a:xfrm>
            <a:off x="307238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3" name="Shape 1541"/>
          <p:cNvSpPr/>
          <p:nvPr/>
        </p:nvSpPr>
        <p:spPr>
          <a:xfrm>
            <a:off x="318211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4" name="Shape 1542"/>
          <p:cNvSpPr/>
          <p:nvPr/>
        </p:nvSpPr>
        <p:spPr>
          <a:xfrm>
            <a:off x="329184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5" name="Shape 1543"/>
          <p:cNvSpPr/>
          <p:nvPr/>
        </p:nvSpPr>
        <p:spPr>
          <a:xfrm>
            <a:off x="340156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6" name="Shape 1544"/>
          <p:cNvSpPr/>
          <p:nvPr/>
        </p:nvSpPr>
        <p:spPr>
          <a:xfrm>
            <a:off x="351129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7" name="Shape 1545"/>
          <p:cNvSpPr/>
          <p:nvPr/>
        </p:nvSpPr>
        <p:spPr>
          <a:xfrm>
            <a:off x="362102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8" name="Shape 1546"/>
          <p:cNvSpPr/>
          <p:nvPr/>
        </p:nvSpPr>
        <p:spPr>
          <a:xfrm>
            <a:off x="373075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9" name="Shape 1547"/>
          <p:cNvSpPr/>
          <p:nvPr/>
        </p:nvSpPr>
        <p:spPr>
          <a:xfrm>
            <a:off x="384048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0" name="Shape 1548"/>
          <p:cNvSpPr/>
          <p:nvPr/>
        </p:nvSpPr>
        <p:spPr>
          <a:xfrm>
            <a:off x="395020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1" name="Shape 1549"/>
          <p:cNvSpPr/>
          <p:nvPr/>
        </p:nvSpPr>
        <p:spPr>
          <a:xfrm>
            <a:off x="405993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2" name="Shape 1550"/>
          <p:cNvSpPr/>
          <p:nvPr/>
        </p:nvSpPr>
        <p:spPr>
          <a:xfrm>
            <a:off x="416966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3" name="Shape 1551"/>
          <p:cNvSpPr/>
          <p:nvPr/>
        </p:nvSpPr>
        <p:spPr>
          <a:xfrm>
            <a:off x="427939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4" name="Shape 1552"/>
          <p:cNvSpPr/>
          <p:nvPr/>
        </p:nvSpPr>
        <p:spPr>
          <a:xfrm>
            <a:off x="438912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5" name="Shape 1553"/>
          <p:cNvSpPr/>
          <p:nvPr/>
        </p:nvSpPr>
        <p:spPr>
          <a:xfrm>
            <a:off x="449884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6" name="Shape 1554"/>
          <p:cNvSpPr/>
          <p:nvPr/>
        </p:nvSpPr>
        <p:spPr>
          <a:xfrm>
            <a:off x="460857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7" name="Shape 1555"/>
          <p:cNvSpPr/>
          <p:nvPr/>
        </p:nvSpPr>
        <p:spPr>
          <a:xfrm>
            <a:off x="471830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8" name="Shape 1556"/>
          <p:cNvSpPr/>
          <p:nvPr/>
        </p:nvSpPr>
        <p:spPr>
          <a:xfrm>
            <a:off x="482803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9" name="Shape 1557"/>
          <p:cNvSpPr/>
          <p:nvPr/>
        </p:nvSpPr>
        <p:spPr>
          <a:xfrm>
            <a:off x="493776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0" name="Shape 1558"/>
          <p:cNvSpPr/>
          <p:nvPr/>
        </p:nvSpPr>
        <p:spPr>
          <a:xfrm>
            <a:off x="504748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1" name="Shape 1559"/>
          <p:cNvSpPr/>
          <p:nvPr/>
        </p:nvSpPr>
        <p:spPr>
          <a:xfrm>
            <a:off x="515721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2" name="Shape 1560"/>
          <p:cNvSpPr/>
          <p:nvPr/>
        </p:nvSpPr>
        <p:spPr>
          <a:xfrm>
            <a:off x="526694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3" name="Shape 1561"/>
          <p:cNvSpPr/>
          <p:nvPr/>
        </p:nvSpPr>
        <p:spPr>
          <a:xfrm>
            <a:off x="537667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4" name="Shape 1562"/>
          <p:cNvSpPr/>
          <p:nvPr/>
        </p:nvSpPr>
        <p:spPr>
          <a:xfrm>
            <a:off x="548640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5" name="Shape 1563"/>
          <p:cNvSpPr/>
          <p:nvPr/>
        </p:nvSpPr>
        <p:spPr>
          <a:xfrm>
            <a:off x="559612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6" name="Shape 1564"/>
          <p:cNvSpPr/>
          <p:nvPr/>
        </p:nvSpPr>
        <p:spPr>
          <a:xfrm>
            <a:off x="570585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7" name="Shape 1565"/>
          <p:cNvSpPr/>
          <p:nvPr/>
        </p:nvSpPr>
        <p:spPr>
          <a:xfrm>
            <a:off x="581558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8" name="Shape 1566"/>
          <p:cNvSpPr/>
          <p:nvPr/>
        </p:nvSpPr>
        <p:spPr>
          <a:xfrm>
            <a:off x="592531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9" name="Shape 1567"/>
          <p:cNvSpPr/>
          <p:nvPr/>
        </p:nvSpPr>
        <p:spPr>
          <a:xfrm>
            <a:off x="603504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0" name="Shape 1568"/>
          <p:cNvSpPr/>
          <p:nvPr/>
        </p:nvSpPr>
        <p:spPr>
          <a:xfrm>
            <a:off x="614476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1" name="Shape 1569"/>
          <p:cNvSpPr/>
          <p:nvPr/>
        </p:nvSpPr>
        <p:spPr>
          <a:xfrm>
            <a:off x="625449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2" name="Shape 1570"/>
          <p:cNvSpPr/>
          <p:nvPr/>
        </p:nvSpPr>
        <p:spPr>
          <a:xfrm>
            <a:off x="636422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3" name="Shape 1571"/>
          <p:cNvSpPr/>
          <p:nvPr/>
        </p:nvSpPr>
        <p:spPr>
          <a:xfrm>
            <a:off x="647395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4" name="Shape 1572"/>
          <p:cNvSpPr/>
          <p:nvPr/>
        </p:nvSpPr>
        <p:spPr>
          <a:xfrm>
            <a:off x="658368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5" name="Shape 1573"/>
          <p:cNvSpPr/>
          <p:nvPr/>
        </p:nvSpPr>
        <p:spPr>
          <a:xfrm>
            <a:off x="669340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6" name="Shape 1574"/>
          <p:cNvSpPr/>
          <p:nvPr/>
        </p:nvSpPr>
        <p:spPr>
          <a:xfrm>
            <a:off x="680313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7" name="Shape 1575"/>
          <p:cNvSpPr/>
          <p:nvPr/>
        </p:nvSpPr>
        <p:spPr>
          <a:xfrm>
            <a:off x="691286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8" name="Shape 1576"/>
          <p:cNvSpPr/>
          <p:nvPr/>
        </p:nvSpPr>
        <p:spPr>
          <a:xfrm>
            <a:off x="702259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9" name="Shape 1577"/>
          <p:cNvSpPr/>
          <p:nvPr/>
        </p:nvSpPr>
        <p:spPr>
          <a:xfrm>
            <a:off x="713232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0" name="Shape 1578"/>
          <p:cNvSpPr/>
          <p:nvPr/>
        </p:nvSpPr>
        <p:spPr>
          <a:xfrm>
            <a:off x="724204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1" name="Shape 1579"/>
          <p:cNvSpPr/>
          <p:nvPr/>
        </p:nvSpPr>
        <p:spPr>
          <a:xfrm>
            <a:off x="735177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2" name="Shape 1580"/>
          <p:cNvSpPr/>
          <p:nvPr/>
        </p:nvSpPr>
        <p:spPr>
          <a:xfrm>
            <a:off x="746150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3" name="Shape 1581"/>
          <p:cNvSpPr/>
          <p:nvPr/>
        </p:nvSpPr>
        <p:spPr>
          <a:xfrm>
            <a:off x="757123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4" name="Shape 1582"/>
          <p:cNvSpPr/>
          <p:nvPr/>
        </p:nvSpPr>
        <p:spPr>
          <a:xfrm>
            <a:off x="768096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5" name="Shape 1583"/>
          <p:cNvSpPr/>
          <p:nvPr/>
        </p:nvSpPr>
        <p:spPr>
          <a:xfrm>
            <a:off x="779068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6" name="Shape 1584"/>
          <p:cNvSpPr/>
          <p:nvPr/>
        </p:nvSpPr>
        <p:spPr>
          <a:xfrm>
            <a:off x="790041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7" name="Shape 1585"/>
          <p:cNvSpPr/>
          <p:nvPr/>
        </p:nvSpPr>
        <p:spPr>
          <a:xfrm>
            <a:off x="801014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8" name="Shape 1586"/>
          <p:cNvSpPr/>
          <p:nvPr/>
        </p:nvSpPr>
        <p:spPr>
          <a:xfrm>
            <a:off x="811987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9" name="Shape 1587"/>
          <p:cNvSpPr/>
          <p:nvPr/>
        </p:nvSpPr>
        <p:spPr>
          <a:xfrm>
            <a:off x="822960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0" name="Shape 1588"/>
          <p:cNvSpPr/>
          <p:nvPr/>
        </p:nvSpPr>
        <p:spPr>
          <a:xfrm>
            <a:off x="833932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1" name="Shape 1589"/>
          <p:cNvSpPr/>
          <p:nvPr/>
        </p:nvSpPr>
        <p:spPr>
          <a:xfrm>
            <a:off x="844905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2" name="Shape 1590"/>
          <p:cNvSpPr/>
          <p:nvPr/>
        </p:nvSpPr>
        <p:spPr>
          <a:xfrm>
            <a:off x="855878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3" name="Shape 1591"/>
          <p:cNvSpPr/>
          <p:nvPr/>
        </p:nvSpPr>
        <p:spPr>
          <a:xfrm>
            <a:off x="8668512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4" name="Shape 1592"/>
          <p:cNvSpPr/>
          <p:nvPr/>
        </p:nvSpPr>
        <p:spPr>
          <a:xfrm>
            <a:off x="8778240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5" name="Shape 1593"/>
          <p:cNvSpPr/>
          <p:nvPr/>
        </p:nvSpPr>
        <p:spPr>
          <a:xfrm>
            <a:off x="8887968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6" name="Shape 1594"/>
          <p:cNvSpPr/>
          <p:nvPr/>
        </p:nvSpPr>
        <p:spPr>
          <a:xfrm>
            <a:off x="8997696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7" name="Shape 1595"/>
          <p:cNvSpPr/>
          <p:nvPr/>
        </p:nvSpPr>
        <p:spPr>
          <a:xfrm>
            <a:off x="9107424" y="15361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2" name="Shape 1620"/>
          <p:cNvSpPr/>
          <p:nvPr/>
        </p:nvSpPr>
        <p:spPr>
          <a:xfrm>
            <a:off x="5486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3" name="Shape 1621"/>
          <p:cNvSpPr/>
          <p:nvPr/>
        </p:nvSpPr>
        <p:spPr>
          <a:xfrm>
            <a:off x="16459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4" name="Shape 1622"/>
          <p:cNvSpPr/>
          <p:nvPr/>
        </p:nvSpPr>
        <p:spPr>
          <a:xfrm>
            <a:off x="27432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5" name="Shape 1623"/>
          <p:cNvSpPr/>
          <p:nvPr/>
        </p:nvSpPr>
        <p:spPr>
          <a:xfrm>
            <a:off x="38404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6" name="Shape 1624"/>
          <p:cNvSpPr/>
          <p:nvPr/>
        </p:nvSpPr>
        <p:spPr>
          <a:xfrm>
            <a:off x="49377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7" name="Shape 1625"/>
          <p:cNvSpPr/>
          <p:nvPr/>
        </p:nvSpPr>
        <p:spPr>
          <a:xfrm>
            <a:off x="60350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8" name="Shape 1626"/>
          <p:cNvSpPr/>
          <p:nvPr/>
        </p:nvSpPr>
        <p:spPr>
          <a:xfrm>
            <a:off x="71323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9" name="Shape 1627"/>
          <p:cNvSpPr/>
          <p:nvPr/>
        </p:nvSpPr>
        <p:spPr>
          <a:xfrm>
            <a:off x="82296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0" name="Shape 1628"/>
          <p:cNvSpPr/>
          <p:nvPr/>
        </p:nvSpPr>
        <p:spPr>
          <a:xfrm>
            <a:off x="93268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1" name="Shape 1629"/>
          <p:cNvSpPr/>
          <p:nvPr/>
        </p:nvSpPr>
        <p:spPr>
          <a:xfrm>
            <a:off x="104241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2" name="Shape 1630"/>
          <p:cNvSpPr/>
          <p:nvPr/>
        </p:nvSpPr>
        <p:spPr>
          <a:xfrm>
            <a:off x="115214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3" name="Shape 1631"/>
          <p:cNvSpPr/>
          <p:nvPr/>
        </p:nvSpPr>
        <p:spPr>
          <a:xfrm>
            <a:off x="126187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4" name="Shape 1632"/>
          <p:cNvSpPr/>
          <p:nvPr/>
        </p:nvSpPr>
        <p:spPr>
          <a:xfrm>
            <a:off x="137160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5" name="Shape 1633"/>
          <p:cNvSpPr/>
          <p:nvPr/>
        </p:nvSpPr>
        <p:spPr>
          <a:xfrm>
            <a:off x="148132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6" name="Shape 1634"/>
          <p:cNvSpPr/>
          <p:nvPr/>
        </p:nvSpPr>
        <p:spPr>
          <a:xfrm>
            <a:off x="159105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7" name="Shape 1635"/>
          <p:cNvSpPr/>
          <p:nvPr/>
        </p:nvSpPr>
        <p:spPr>
          <a:xfrm>
            <a:off x="170078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8" name="Shape 1636"/>
          <p:cNvSpPr/>
          <p:nvPr/>
        </p:nvSpPr>
        <p:spPr>
          <a:xfrm>
            <a:off x="181051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9" name="Shape 1637"/>
          <p:cNvSpPr/>
          <p:nvPr/>
        </p:nvSpPr>
        <p:spPr>
          <a:xfrm>
            <a:off x="192024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0" name="Shape 1638"/>
          <p:cNvSpPr/>
          <p:nvPr/>
        </p:nvSpPr>
        <p:spPr>
          <a:xfrm>
            <a:off x="202996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1" name="Shape 1639"/>
          <p:cNvSpPr/>
          <p:nvPr/>
        </p:nvSpPr>
        <p:spPr>
          <a:xfrm>
            <a:off x="213969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2" name="Shape 1640"/>
          <p:cNvSpPr/>
          <p:nvPr/>
        </p:nvSpPr>
        <p:spPr>
          <a:xfrm>
            <a:off x="224942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3" name="Shape 1641"/>
          <p:cNvSpPr/>
          <p:nvPr/>
        </p:nvSpPr>
        <p:spPr>
          <a:xfrm>
            <a:off x="235915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4" name="Shape 1642"/>
          <p:cNvSpPr/>
          <p:nvPr/>
        </p:nvSpPr>
        <p:spPr>
          <a:xfrm>
            <a:off x="246888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5" name="Shape 1643"/>
          <p:cNvSpPr/>
          <p:nvPr/>
        </p:nvSpPr>
        <p:spPr>
          <a:xfrm>
            <a:off x="257860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6" name="Shape 1644"/>
          <p:cNvSpPr/>
          <p:nvPr/>
        </p:nvSpPr>
        <p:spPr>
          <a:xfrm>
            <a:off x="268833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7" name="Shape 1645"/>
          <p:cNvSpPr/>
          <p:nvPr/>
        </p:nvSpPr>
        <p:spPr>
          <a:xfrm>
            <a:off x="279806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8" name="Shape 1646"/>
          <p:cNvSpPr/>
          <p:nvPr/>
        </p:nvSpPr>
        <p:spPr>
          <a:xfrm>
            <a:off x="290779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9" name="Shape 1647"/>
          <p:cNvSpPr/>
          <p:nvPr/>
        </p:nvSpPr>
        <p:spPr>
          <a:xfrm>
            <a:off x="301752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0" name="Shape 1648"/>
          <p:cNvSpPr/>
          <p:nvPr/>
        </p:nvSpPr>
        <p:spPr>
          <a:xfrm>
            <a:off x="312724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1" name="Shape 1649"/>
          <p:cNvSpPr/>
          <p:nvPr/>
        </p:nvSpPr>
        <p:spPr>
          <a:xfrm>
            <a:off x="323697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2" name="Shape 1650"/>
          <p:cNvSpPr/>
          <p:nvPr/>
        </p:nvSpPr>
        <p:spPr>
          <a:xfrm>
            <a:off x="334670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3" name="Shape 1651"/>
          <p:cNvSpPr/>
          <p:nvPr/>
        </p:nvSpPr>
        <p:spPr>
          <a:xfrm>
            <a:off x="345643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4" name="Shape 1652"/>
          <p:cNvSpPr/>
          <p:nvPr/>
        </p:nvSpPr>
        <p:spPr>
          <a:xfrm>
            <a:off x="356616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5" name="Shape 1653"/>
          <p:cNvSpPr/>
          <p:nvPr/>
        </p:nvSpPr>
        <p:spPr>
          <a:xfrm>
            <a:off x="367588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6" name="Shape 1654"/>
          <p:cNvSpPr/>
          <p:nvPr/>
        </p:nvSpPr>
        <p:spPr>
          <a:xfrm>
            <a:off x="378561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7" name="Shape 1655"/>
          <p:cNvSpPr/>
          <p:nvPr/>
        </p:nvSpPr>
        <p:spPr>
          <a:xfrm>
            <a:off x="389534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8" name="Shape 1656"/>
          <p:cNvSpPr/>
          <p:nvPr/>
        </p:nvSpPr>
        <p:spPr>
          <a:xfrm>
            <a:off x="400507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9" name="Shape 1657"/>
          <p:cNvSpPr/>
          <p:nvPr/>
        </p:nvSpPr>
        <p:spPr>
          <a:xfrm>
            <a:off x="411480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0" name="Shape 1658"/>
          <p:cNvSpPr/>
          <p:nvPr/>
        </p:nvSpPr>
        <p:spPr>
          <a:xfrm>
            <a:off x="422452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1" name="Shape 1659"/>
          <p:cNvSpPr/>
          <p:nvPr/>
        </p:nvSpPr>
        <p:spPr>
          <a:xfrm>
            <a:off x="433425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2" name="Shape 1660"/>
          <p:cNvSpPr/>
          <p:nvPr/>
        </p:nvSpPr>
        <p:spPr>
          <a:xfrm>
            <a:off x="444398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3" name="Shape 1661"/>
          <p:cNvSpPr/>
          <p:nvPr/>
        </p:nvSpPr>
        <p:spPr>
          <a:xfrm>
            <a:off x="455371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4" name="Shape 1662"/>
          <p:cNvSpPr/>
          <p:nvPr/>
        </p:nvSpPr>
        <p:spPr>
          <a:xfrm>
            <a:off x="466344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5" name="Shape 1663"/>
          <p:cNvSpPr/>
          <p:nvPr/>
        </p:nvSpPr>
        <p:spPr>
          <a:xfrm>
            <a:off x="477316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6" name="Shape 1664"/>
          <p:cNvSpPr/>
          <p:nvPr/>
        </p:nvSpPr>
        <p:spPr>
          <a:xfrm>
            <a:off x="488289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7" name="Shape 1665"/>
          <p:cNvSpPr/>
          <p:nvPr/>
        </p:nvSpPr>
        <p:spPr>
          <a:xfrm>
            <a:off x="499262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8" name="Shape 1666"/>
          <p:cNvSpPr/>
          <p:nvPr/>
        </p:nvSpPr>
        <p:spPr>
          <a:xfrm>
            <a:off x="510235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9" name="Shape 1667"/>
          <p:cNvSpPr/>
          <p:nvPr/>
        </p:nvSpPr>
        <p:spPr>
          <a:xfrm>
            <a:off x="521208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0" name="Shape 1668"/>
          <p:cNvSpPr/>
          <p:nvPr/>
        </p:nvSpPr>
        <p:spPr>
          <a:xfrm>
            <a:off x="532180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1" name="Shape 1669"/>
          <p:cNvSpPr/>
          <p:nvPr/>
        </p:nvSpPr>
        <p:spPr>
          <a:xfrm>
            <a:off x="543153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2" name="Shape 1670"/>
          <p:cNvSpPr/>
          <p:nvPr/>
        </p:nvSpPr>
        <p:spPr>
          <a:xfrm>
            <a:off x="554126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3" name="Shape 1671"/>
          <p:cNvSpPr/>
          <p:nvPr/>
        </p:nvSpPr>
        <p:spPr>
          <a:xfrm>
            <a:off x="565099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4" name="Shape 1672"/>
          <p:cNvSpPr/>
          <p:nvPr/>
        </p:nvSpPr>
        <p:spPr>
          <a:xfrm>
            <a:off x="576072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5" name="Shape 1673"/>
          <p:cNvSpPr/>
          <p:nvPr/>
        </p:nvSpPr>
        <p:spPr>
          <a:xfrm>
            <a:off x="587044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6" name="Shape 1674"/>
          <p:cNvSpPr/>
          <p:nvPr/>
        </p:nvSpPr>
        <p:spPr>
          <a:xfrm>
            <a:off x="598017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7" name="Shape 1675"/>
          <p:cNvSpPr/>
          <p:nvPr/>
        </p:nvSpPr>
        <p:spPr>
          <a:xfrm>
            <a:off x="608990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8" name="Shape 1676"/>
          <p:cNvSpPr/>
          <p:nvPr/>
        </p:nvSpPr>
        <p:spPr>
          <a:xfrm>
            <a:off x="619963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9" name="Shape 1677"/>
          <p:cNvSpPr/>
          <p:nvPr/>
        </p:nvSpPr>
        <p:spPr>
          <a:xfrm>
            <a:off x="630936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0" name="Shape 1678"/>
          <p:cNvSpPr/>
          <p:nvPr/>
        </p:nvSpPr>
        <p:spPr>
          <a:xfrm>
            <a:off x="641908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1" name="Shape 1679"/>
          <p:cNvSpPr/>
          <p:nvPr/>
        </p:nvSpPr>
        <p:spPr>
          <a:xfrm>
            <a:off x="652881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2" name="Shape 1680"/>
          <p:cNvSpPr/>
          <p:nvPr/>
        </p:nvSpPr>
        <p:spPr>
          <a:xfrm>
            <a:off x="663854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3" name="Shape 1681"/>
          <p:cNvSpPr/>
          <p:nvPr/>
        </p:nvSpPr>
        <p:spPr>
          <a:xfrm>
            <a:off x="674827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4" name="Shape 1682"/>
          <p:cNvSpPr/>
          <p:nvPr/>
        </p:nvSpPr>
        <p:spPr>
          <a:xfrm>
            <a:off x="685800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5" name="Shape 1683"/>
          <p:cNvSpPr/>
          <p:nvPr/>
        </p:nvSpPr>
        <p:spPr>
          <a:xfrm>
            <a:off x="696772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6" name="Shape 1684"/>
          <p:cNvSpPr/>
          <p:nvPr/>
        </p:nvSpPr>
        <p:spPr>
          <a:xfrm>
            <a:off x="707745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7" name="Shape 1685"/>
          <p:cNvSpPr/>
          <p:nvPr/>
        </p:nvSpPr>
        <p:spPr>
          <a:xfrm>
            <a:off x="718718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8" name="Shape 1686"/>
          <p:cNvSpPr/>
          <p:nvPr/>
        </p:nvSpPr>
        <p:spPr>
          <a:xfrm>
            <a:off x="729691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9" name="Shape 1687"/>
          <p:cNvSpPr/>
          <p:nvPr/>
        </p:nvSpPr>
        <p:spPr>
          <a:xfrm>
            <a:off x="740664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0" name="Shape 1688"/>
          <p:cNvSpPr/>
          <p:nvPr/>
        </p:nvSpPr>
        <p:spPr>
          <a:xfrm>
            <a:off x="751636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1" name="Shape 1689"/>
          <p:cNvSpPr/>
          <p:nvPr/>
        </p:nvSpPr>
        <p:spPr>
          <a:xfrm>
            <a:off x="762609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2" name="Shape 1690"/>
          <p:cNvSpPr/>
          <p:nvPr/>
        </p:nvSpPr>
        <p:spPr>
          <a:xfrm>
            <a:off x="773582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3" name="Shape 1691"/>
          <p:cNvSpPr/>
          <p:nvPr/>
        </p:nvSpPr>
        <p:spPr>
          <a:xfrm>
            <a:off x="784555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4" name="Shape 1692"/>
          <p:cNvSpPr/>
          <p:nvPr/>
        </p:nvSpPr>
        <p:spPr>
          <a:xfrm>
            <a:off x="795528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5" name="Shape 1693"/>
          <p:cNvSpPr/>
          <p:nvPr/>
        </p:nvSpPr>
        <p:spPr>
          <a:xfrm>
            <a:off x="806500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6" name="Shape 1694"/>
          <p:cNvSpPr/>
          <p:nvPr/>
        </p:nvSpPr>
        <p:spPr>
          <a:xfrm>
            <a:off x="817473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7" name="Shape 1695"/>
          <p:cNvSpPr/>
          <p:nvPr/>
        </p:nvSpPr>
        <p:spPr>
          <a:xfrm>
            <a:off x="828446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8" name="Shape 1696"/>
          <p:cNvSpPr/>
          <p:nvPr/>
        </p:nvSpPr>
        <p:spPr>
          <a:xfrm>
            <a:off x="839419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9" name="Shape 1697"/>
          <p:cNvSpPr/>
          <p:nvPr/>
        </p:nvSpPr>
        <p:spPr>
          <a:xfrm>
            <a:off x="850392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0" name="Shape 1698"/>
          <p:cNvSpPr/>
          <p:nvPr/>
        </p:nvSpPr>
        <p:spPr>
          <a:xfrm>
            <a:off x="861364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1" name="Shape 1699"/>
          <p:cNvSpPr/>
          <p:nvPr/>
        </p:nvSpPr>
        <p:spPr>
          <a:xfrm>
            <a:off x="872337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2" name="Shape 1700"/>
          <p:cNvSpPr/>
          <p:nvPr/>
        </p:nvSpPr>
        <p:spPr>
          <a:xfrm>
            <a:off x="883310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3" name="Shape 1701"/>
          <p:cNvSpPr/>
          <p:nvPr/>
        </p:nvSpPr>
        <p:spPr>
          <a:xfrm>
            <a:off x="894283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4" name="Shape 1702"/>
          <p:cNvSpPr/>
          <p:nvPr/>
        </p:nvSpPr>
        <p:spPr>
          <a:xfrm>
            <a:off x="905256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5" name="Shape 1703"/>
          <p:cNvSpPr/>
          <p:nvPr/>
        </p:nvSpPr>
        <p:spPr>
          <a:xfrm>
            <a:off x="916228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0" name="Shape 1728"/>
          <p:cNvSpPr/>
          <p:nvPr/>
        </p:nvSpPr>
        <p:spPr>
          <a:xfrm>
            <a:off x="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1" name="Shape 1729"/>
          <p:cNvSpPr/>
          <p:nvPr/>
        </p:nvSpPr>
        <p:spPr>
          <a:xfrm>
            <a:off x="10972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2" name="Shape 1730"/>
          <p:cNvSpPr/>
          <p:nvPr/>
        </p:nvSpPr>
        <p:spPr>
          <a:xfrm>
            <a:off x="21945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3" name="Shape 1731"/>
          <p:cNvSpPr/>
          <p:nvPr/>
        </p:nvSpPr>
        <p:spPr>
          <a:xfrm>
            <a:off x="32918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4" name="Shape 1732"/>
          <p:cNvSpPr/>
          <p:nvPr/>
        </p:nvSpPr>
        <p:spPr>
          <a:xfrm>
            <a:off x="43891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5" name="Shape 1733"/>
          <p:cNvSpPr/>
          <p:nvPr/>
        </p:nvSpPr>
        <p:spPr>
          <a:xfrm>
            <a:off x="54864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6" name="Shape 1734"/>
          <p:cNvSpPr/>
          <p:nvPr/>
        </p:nvSpPr>
        <p:spPr>
          <a:xfrm>
            <a:off x="65836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7" name="Shape 1735"/>
          <p:cNvSpPr/>
          <p:nvPr/>
        </p:nvSpPr>
        <p:spPr>
          <a:xfrm>
            <a:off x="76809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8" name="Shape 1736"/>
          <p:cNvSpPr/>
          <p:nvPr/>
        </p:nvSpPr>
        <p:spPr>
          <a:xfrm>
            <a:off x="87782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9" name="Shape 1737"/>
          <p:cNvSpPr/>
          <p:nvPr/>
        </p:nvSpPr>
        <p:spPr>
          <a:xfrm>
            <a:off x="98755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0" name="Shape 1738"/>
          <p:cNvSpPr/>
          <p:nvPr/>
        </p:nvSpPr>
        <p:spPr>
          <a:xfrm>
            <a:off x="109728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1" name="Shape 1739"/>
          <p:cNvSpPr/>
          <p:nvPr/>
        </p:nvSpPr>
        <p:spPr>
          <a:xfrm>
            <a:off x="120700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2" name="Shape 1740"/>
          <p:cNvSpPr/>
          <p:nvPr/>
        </p:nvSpPr>
        <p:spPr>
          <a:xfrm>
            <a:off x="131673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3" name="Shape 1741"/>
          <p:cNvSpPr/>
          <p:nvPr/>
        </p:nvSpPr>
        <p:spPr>
          <a:xfrm>
            <a:off x="142646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4" name="Shape 1742"/>
          <p:cNvSpPr/>
          <p:nvPr/>
        </p:nvSpPr>
        <p:spPr>
          <a:xfrm>
            <a:off x="153619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5" name="Shape 1743"/>
          <p:cNvSpPr/>
          <p:nvPr/>
        </p:nvSpPr>
        <p:spPr>
          <a:xfrm>
            <a:off x="164592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6" name="Shape 1744"/>
          <p:cNvSpPr/>
          <p:nvPr/>
        </p:nvSpPr>
        <p:spPr>
          <a:xfrm>
            <a:off x="175564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7" name="Shape 1745"/>
          <p:cNvSpPr/>
          <p:nvPr/>
        </p:nvSpPr>
        <p:spPr>
          <a:xfrm>
            <a:off x="186537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8" name="Shape 1746"/>
          <p:cNvSpPr/>
          <p:nvPr/>
        </p:nvSpPr>
        <p:spPr>
          <a:xfrm>
            <a:off x="197510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9" name="Shape 1747"/>
          <p:cNvSpPr/>
          <p:nvPr/>
        </p:nvSpPr>
        <p:spPr>
          <a:xfrm>
            <a:off x="208483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0" name="Shape 1748"/>
          <p:cNvSpPr/>
          <p:nvPr/>
        </p:nvSpPr>
        <p:spPr>
          <a:xfrm>
            <a:off x="219456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1" name="Shape 1749"/>
          <p:cNvSpPr/>
          <p:nvPr/>
        </p:nvSpPr>
        <p:spPr>
          <a:xfrm>
            <a:off x="230428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2" name="Shape 1750"/>
          <p:cNvSpPr/>
          <p:nvPr/>
        </p:nvSpPr>
        <p:spPr>
          <a:xfrm>
            <a:off x="241401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3" name="Shape 1751"/>
          <p:cNvSpPr/>
          <p:nvPr/>
        </p:nvSpPr>
        <p:spPr>
          <a:xfrm>
            <a:off x="252374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4" name="Shape 1752"/>
          <p:cNvSpPr/>
          <p:nvPr/>
        </p:nvSpPr>
        <p:spPr>
          <a:xfrm>
            <a:off x="263347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5" name="Shape 1753"/>
          <p:cNvSpPr/>
          <p:nvPr/>
        </p:nvSpPr>
        <p:spPr>
          <a:xfrm>
            <a:off x="274320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6" name="Shape 1754"/>
          <p:cNvSpPr/>
          <p:nvPr/>
        </p:nvSpPr>
        <p:spPr>
          <a:xfrm>
            <a:off x="285292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7" name="Shape 1755"/>
          <p:cNvSpPr/>
          <p:nvPr/>
        </p:nvSpPr>
        <p:spPr>
          <a:xfrm>
            <a:off x="296265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8" name="Shape 1756"/>
          <p:cNvSpPr/>
          <p:nvPr/>
        </p:nvSpPr>
        <p:spPr>
          <a:xfrm>
            <a:off x="307238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9" name="Shape 1757"/>
          <p:cNvSpPr/>
          <p:nvPr/>
        </p:nvSpPr>
        <p:spPr>
          <a:xfrm>
            <a:off x="318211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0" name="Shape 1758"/>
          <p:cNvSpPr/>
          <p:nvPr/>
        </p:nvSpPr>
        <p:spPr>
          <a:xfrm>
            <a:off x="329184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1" name="Shape 1759"/>
          <p:cNvSpPr/>
          <p:nvPr/>
        </p:nvSpPr>
        <p:spPr>
          <a:xfrm>
            <a:off x="340156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2" name="Shape 1760"/>
          <p:cNvSpPr/>
          <p:nvPr/>
        </p:nvSpPr>
        <p:spPr>
          <a:xfrm>
            <a:off x="351129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3" name="Shape 1761"/>
          <p:cNvSpPr/>
          <p:nvPr/>
        </p:nvSpPr>
        <p:spPr>
          <a:xfrm>
            <a:off x="362102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4" name="Shape 1762"/>
          <p:cNvSpPr/>
          <p:nvPr/>
        </p:nvSpPr>
        <p:spPr>
          <a:xfrm>
            <a:off x="373075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5" name="Shape 1763"/>
          <p:cNvSpPr/>
          <p:nvPr/>
        </p:nvSpPr>
        <p:spPr>
          <a:xfrm>
            <a:off x="384048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6" name="Shape 1764"/>
          <p:cNvSpPr/>
          <p:nvPr/>
        </p:nvSpPr>
        <p:spPr>
          <a:xfrm>
            <a:off x="395020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7" name="Shape 1765"/>
          <p:cNvSpPr/>
          <p:nvPr/>
        </p:nvSpPr>
        <p:spPr>
          <a:xfrm>
            <a:off x="405993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8" name="Shape 1766"/>
          <p:cNvSpPr/>
          <p:nvPr/>
        </p:nvSpPr>
        <p:spPr>
          <a:xfrm>
            <a:off x="416966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9" name="Shape 1767"/>
          <p:cNvSpPr/>
          <p:nvPr/>
        </p:nvSpPr>
        <p:spPr>
          <a:xfrm>
            <a:off x="427939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0" name="Shape 1768"/>
          <p:cNvSpPr/>
          <p:nvPr/>
        </p:nvSpPr>
        <p:spPr>
          <a:xfrm>
            <a:off x="438912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1" name="Shape 1769"/>
          <p:cNvSpPr/>
          <p:nvPr/>
        </p:nvSpPr>
        <p:spPr>
          <a:xfrm>
            <a:off x="449884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2" name="Shape 1770"/>
          <p:cNvSpPr/>
          <p:nvPr/>
        </p:nvSpPr>
        <p:spPr>
          <a:xfrm>
            <a:off x="460857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3" name="Shape 1771"/>
          <p:cNvSpPr/>
          <p:nvPr/>
        </p:nvSpPr>
        <p:spPr>
          <a:xfrm>
            <a:off x="471830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4" name="Shape 1772"/>
          <p:cNvSpPr/>
          <p:nvPr/>
        </p:nvSpPr>
        <p:spPr>
          <a:xfrm>
            <a:off x="482803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5" name="Shape 1773"/>
          <p:cNvSpPr/>
          <p:nvPr/>
        </p:nvSpPr>
        <p:spPr>
          <a:xfrm>
            <a:off x="493776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6" name="Shape 1774"/>
          <p:cNvSpPr/>
          <p:nvPr/>
        </p:nvSpPr>
        <p:spPr>
          <a:xfrm>
            <a:off x="504748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7" name="Shape 1775"/>
          <p:cNvSpPr/>
          <p:nvPr/>
        </p:nvSpPr>
        <p:spPr>
          <a:xfrm>
            <a:off x="515721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8" name="Shape 1776"/>
          <p:cNvSpPr/>
          <p:nvPr/>
        </p:nvSpPr>
        <p:spPr>
          <a:xfrm>
            <a:off x="526694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9" name="Shape 1777"/>
          <p:cNvSpPr/>
          <p:nvPr/>
        </p:nvSpPr>
        <p:spPr>
          <a:xfrm>
            <a:off x="537667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0" name="Shape 1778"/>
          <p:cNvSpPr/>
          <p:nvPr/>
        </p:nvSpPr>
        <p:spPr>
          <a:xfrm>
            <a:off x="548640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1" name="Shape 1779"/>
          <p:cNvSpPr/>
          <p:nvPr/>
        </p:nvSpPr>
        <p:spPr>
          <a:xfrm>
            <a:off x="559612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2" name="Shape 1780"/>
          <p:cNvSpPr/>
          <p:nvPr/>
        </p:nvSpPr>
        <p:spPr>
          <a:xfrm>
            <a:off x="570585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3" name="Shape 1781"/>
          <p:cNvSpPr/>
          <p:nvPr/>
        </p:nvSpPr>
        <p:spPr>
          <a:xfrm>
            <a:off x="581558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4" name="Shape 1782"/>
          <p:cNvSpPr/>
          <p:nvPr/>
        </p:nvSpPr>
        <p:spPr>
          <a:xfrm>
            <a:off x="592531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5" name="Shape 1783"/>
          <p:cNvSpPr/>
          <p:nvPr/>
        </p:nvSpPr>
        <p:spPr>
          <a:xfrm>
            <a:off x="603504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6" name="Shape 1784"/>
          <p:cNvSpPr/>
          <p:nvPr/>
        </p:nvSpPr>
        <p:spPr>
          <a:xfrm>
            <a:off x="614476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7" name="Shape 1785"/>
          <p:cNvSpPr/>
          <p:nvPr/>
        </p:nvSpPr>
        <p:spPr>
          <a:xfrm>
            <a:off x="625449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8" name="Shape 1786"/>
          <p:cNvSpPr/>
          <p:nvPr/>
        </p:nvSpPr>
        <p:spPr>
          <a:xfrm>
            <a:off x="636422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9" name="Shape 1787"/>
          <p:cNvSpPr/>
          <p:nvPr/>
        </p:nvSpPr>
        <p:spPr>
          <a:xfrm>
            <a:off x="647395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0" name="Shape 1788"/>
          <p:cNvSpPr/>
          <p:nvPr/>
        </p:nvSpPr>
        <p:spPr>
          <a:xfrm>
            <a:off x="658368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1" name="Shape 1789"/>
          <p:cNvSpPr/>
          <p:nvPr/>
        </p:nvSpPr>
        <p:spPr>
          <a:xfrm>
            <a:off x="669340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2" name="Shape 1790"/>
          <p:cNvSpPr/>
          <p:nvPr/>
        </p:nvSpPr>
        <p:spPr>
          <a:xfrm>
            <a:off x="680313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3" name="Shape 1791"/>
          <p:cNvSpPr/>
          <p:nvPr/>
        </p:nvSpPr>
        <p:spPr>
          <a:xfrm>
            <a:off x="691286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4" name="Shape 1792"/>
          <p:cNvSpPr/>
          <p:nvPr/>
        </p:nvSpPr>
        <p:spPr>
          <a:xfrm>
            <a:off x="702259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5" name="Shape 1793"/>
          <p:cNvSpPr/>
          <p:nvPr/>
        </p:nvSpPr>
        <p:spPr>
          <a:xfrm>
            <a:off x="713232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6" name="Shape 1794"/>
          <p:cNvSpPr/>
          <p:nvPr/>
        </p:nvSpPr>
        <p:spPr>
          <a:xfrm>
            <a:off x="724204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7" name="Shape 1795"/>
          <p:cNvSpPr/>
          <p:nvPr/>
        </p:nvSpPr>
        <p:spPr>
          <a:xfrm>
            <a:off x="735177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8" name="Shape 1796"/>
          <p:cNvSpPr/>
          <p:nvPr/>
        </p:nvSpPr>
        <p:spPr>
          <a:xfrm>
            <a:off x="746150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9" name="Shape 1797"/>
          <p:cNvSpPr/>
          <p:nvPr/>
        </p:nvSpPr>
        <p:spPr>
          <a:xfrm>
            <a:off x="757123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0" name="Shape 1798"/>
          <p:cNvSpPr/>
          <p:nvPr/>
        </p:nvSpPr>
        <p:spPr>
          <a:xfrm>
            <a:off x="768096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1" name="Shape 1799"/>
          <p:cNvSpPr/>
          <p:nvPr/>
        </p:nvSpPr>
        <p:spPr>
          <a:xfrm>
            <a:off x="779068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2" name="Shape 1800"/>
          <p:cNvSpPr/>
          <p:nvPr/>
        </p:nvSpPr>
        <p:spPr>
          <a:xfrm>
            <a:off x="790041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3" name="Shape 1801"/>
          <p:cNvSpPr/>
          <p:nvPr/>
        </p:nvSpPr>
        <p:spPr>
          <a:xfrm>
            <a:off x="801014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4" name="Shape 1802"/>
          <p:cNvSpPr/>
          <p:nvPr/>
        </p:nvSpPr>
        <p:spPr>
          <a:xfrm>
            <a:off x="811987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5" name="Shape 1803"/>
          <p:cNvSpPr/>
          <p:nvPr/>
        </p:nvSpPr>
        <p:spPr>
          <a:xfrm>
            <a:off x="822960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6" name="Shape 1804"/>
          <p:cNvSpPr/>
          <p:nvPr/>
        </p:nvSpPr>
        <p:spPr>
          <a:xfrm>
            <a:off x="833932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7" name="Shape 1805"/>
          <p:cNvSpPr/>
          <p:nvPr/>
        </p:nvSpPr>
        <p:spPr>
          <a:xfrm>
            <a:off x="844905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8" name="Shape 1806"/>
          <p:cNvSpPr/>
          <p:nvPr/>
        </p:nvSpPr>
        <p:spPr>
          <a:xfrm>
            <a:off x="855878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9" name="Shape 1807"/>
          <p:cNvSpPr/>
          <p:nvPr/>
        </p:nvSpPr>
        <p:spPr>
          <a:xfrm>
            <a:off x="866851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0" name="Shape 1808"/>
          <p:cNvSpPr/>
          <p:nvPr/>
        </p:nvSpPr>
        <p:spPr>
          <a:xfrm>
            <a:off x="877824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1" name="Shape 1809"/>
          <p:cNvSpPr/>
          <p:nvPr/>
        </p:nvSpPr>
        <p:spPr>
          <a:xfrm>
            <a:off x="888796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2" name="Shape 1810"/>
          <p:cNvSpPr/>
          <p:nvPr/>
        </p:nvSpPr>
        <p:spPr>
          <a:xfrm>
            <a:off x="899769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3" name="Shape 1811"/>
          <p:cNvSpPr/>
          <p:nvPr/>
        </p:nvSpPr>
        <p:spPr>
          <a:xfrm>
            <a:off x="910742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8" name="Shape 1836"/>
          <p:cNvSpPr/>
          <p:nvPr/>
        </p:nvSpPr>
        <p:spPr>
          <a:xfrm>
            <a:off x="5486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9" name="Shape 1837"/>
          <p:cNvSpPr/>
          <p:nvPr/>
        </p:nvSpPr>
        <p:spPr>
          <a:xfrm>
            <a:off x="16459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0" name="Shape 1838"/>
          <p:cNvSpPr/>
          <p:nvPr/>
        </p:nvSpPr>
        <p:spPr>
          <a:xfrm>
            <a:off x="27432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1" name="Shape 1839"/>
          <p:cNvSpPr/>
          <p:nvPr/>
        </p:nvSpPr>
        <p:spPr>
          <a:xfrm>
            <a:off x="38404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2" name="Shape 1840"/>
          <p:cNvSpPr/>
          <p:nvPr/>
        </p:nvSpPr>
        <p:spPr>
          <a:xfrm>
            <a:off x="49377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3" name="Shape 1841"/>
          <p:cNvSpPr/>
          <p:nvPr/>
        </p:nvSpPr>
        <p:spPr>
          <a:xfrm>
            <a:off x="60350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4" name="Shape 1842"/>
          <p:cNvSpPr/>
          <p:nvPr/>
        </p:nvSpPr>
        <p:spPr>
          <a:xfrm>
            <a:off x="71323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5" name="Shape 1843"/>
          <p:cNvSpPr/>
          <p:nvPr/>
        </p:nvSpPr>
        <p:spPr>
          <a:xfrm>
            <a:off x="82296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6" name="Shape 1844"/>
          <p:cNvSpPr/>
          <p:nvPr/>
        </p:nvSpPr>
        <p:spPr>
          <a:xfrm>
            <a:off x="93268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7" name="Shape 1845"/>
          <p:cNvSpPr/>
          <p:nvPr/>
        </p:nvSpPr>
        <p:spPr>
          <a:xfrm>
            <a:off x="104241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8" name="Shape 1846"/>
          <p:cNvSpPr/>
          <p:nvPr/>
        </p:nvSpPr>
        <p:spPr>
          <a:xfrm>
            <a:off x="115214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9" name="Shape 1847"/>
          <p:cNvSpPr/>
          <p:nvPr/>
        </p:nvSpPr>
        <p:spPr>
          <a:xfrm>
            <a:off x="126187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0" name="Shape 1848"/>
          <p:cNvSpPr/>
          <p:nvPr/>
        </p:nvSpPr>
        <p:spPr>
          <a:xfrm>
            <a:off x="137160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1" name="Shape 1849"/>
          <p:cNvSpPr/>
          <p:nvPr/>
        </p:nvSpPr>
        <p:spPr>
          <a:xfrm>
            <a:off x="148132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2" name="Shape 1850"/>
          <p:cNvSpPr/>
          <p:nvPr/>
        </p:nvSpPr>
        <p:spPr>
          <a:xfrm>
            <a:off x="159105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3" name="Shape 1851"/>
          <p:cNvSpPr/>
          <p:nvPr/>
        </p:nvSpPr>
        <p:spPr>
          <a:xfrm>
            <a:off x="170078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4" name="Shape 1852"/>
          <p:cNvSpPr/>
          <p:nvPr/>
        </p:nvSpPr>
        <p:spPr>
          <a:xfrm>
            <a:off x="181051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5" name="Shape 1853"/>
          <p:cNvSpPr/>
          <p:nvPr/>
        </p:nvSpPr>
        <p:spPr>
          <a:xfrm>
            <a:off x="192024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6" name="Shape 1854"/>
          <p:cNvSpPr/>
          <p:nvPr/>
        </p:nvSpPr>
        <p:spPr>
          <a:xfrm>
            <a:off x="202996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7" name="Shape 1855"/>
          <p:cNvSpPr/>
          <p:nvPr/>
        </p:nvSpPr>
        <p:spPr>
          <a:xfrm>
            <a:off x="213969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8" name="Shape 1856"/>
          <p:cNvSpPr/>
          <p:nvPr/>
        </p:nvSpPr>
        <p:spPr>
          <a:xfrm>
            <a:off x="224942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9" name="Shape 1857"/>
          <p:cNvSpPr/>
          <p:nvPr/>
        </p:nvSpPr>
        <p:spPr>
          <a:xfrm>
            <a:off x="235915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0" name="Shape 1858"/>
          <p:cNvSpPr/>
          <p:nvPr/>
        </p:nvSpPr>
        <p:spPr>
          <a:xfrm>
            <a:off x="246888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1" name="Shape 1859"/>
          <p:cNvSpPr/>
          <p:nvPr/>
        </p:nvSpPr>
        <p:spPr>
          <a:xfrm>
            <a:off x="257860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2" name="Shape 1860"/>
          <p:cNvSpPr/>
          <p:nvPr/>
        </p:nvSpPr>
        <p:spPr>
          <a:xfrm>
            <a:off x="268833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3" name="Shape 1861"/>
          <p:cNvSpPr/>
          <p:nvPr/>
        </p:nvSpPr>
        <p:spPr>
          <a:xfrm>
            <a:off x="279806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4" name="Shape 1862"/>
          <p:cNvSpPr/>
          <p:nvPr/>
        </p:nvSpPr>
        <p:spPr>
          <a:xfrm>
            <a:off x="290779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5" name="Shape 1863"/>
          <p:cNvSpPr/>
          <p:nvPr/>
        </p:nvSpPr>
        <p:spPr>
          <a:xfrm>
            <a:off x="301752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6" name="Shape 1864"/>
          <p:cNvSpPr/>
          <p:nvPr/>
        </p:nvSpPr>
        <p:spPr>
          <a:xfrm>
            <a:off x="312724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7" name="Shape 1865"/>
          <p:cNvSpPr/>
          <p:nvPr/>
        </p:nvSpPr>
        <p:spPr>
          <a:xfrm>
            <a:off x="323697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8" name="Shape 1866"/>
          <p:cNvSpPr/>
          <p:nvPr/>
        </p:nvSpPr>
        <p:spPr>
          <a:xfrm>
            <a:off x="334670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9" name="Shape 1867"/>
          <p:cNvSpPr/>
          <p:nvPr/>
        </p:nvSpPr>
        <p:spPr>
          <a:xfrm>
            <a:off x="345643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0" name="Shape 1868"/>
          <p:cNvSpPr/>
          <p:nvPr/>
        </p:nvSpPr>
        <p:spPr>
          <a:xfrm>
            <a:off x="356616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1" name="Shape 1869"/>
          <p:cNvSpPr/>
          <p:nvPr/>
        </p:nvSpPr>
        <p:spPr>
          <a:xfrm>
            <a:off x="367588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2" name="Shape 1870"/>
          <p:cNvSpPr/>
          <p:nvPr/>
        </p:nvSpPr>
        <p:spPr>
          <a:xfrm>
            <a:off x="378561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3" name="Shape 1871"/>
          <p:cNvSpPr/>
          <p:nvPr/>
        </p:nvSpPr>
        <p:spPr>
          <a:xfrm>
            <a:off x="389534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4" name="Shape 1872"/>
          <p:cNvSpPr/>
          <p:nvPr/>
        </p:nvSpPr>
        <p:spPr>
          <a:xfrm>
            <a:off x="400507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5" name="Shape 1873"/>
          <p:cNvSpPr/>
          <p:nvPr/>
        </p:nvSpPr>
        <p:spPr>
          <a:xfrm>
            <a:off x="411480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6" name="Shape 1874"/>
          <p:cNvSpPr/>
          <p:nvPr/>
        </p:nvSpPr>
        <p:spPr>
          <a:xfrm>
            <a:off x="422452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7" name="Shape 1875"/>
          <p:cNvSpPr/>
          <p:nvPr/>
        </p:nvSpPr>
        <p:spPr>
          <a:xfrm>
            <a:off x="433425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8" name="Shape 1876"/>
          <p:cNvSpPr/>
          <p:nvPr/>
        </p:nvSpPr>
        <p:spPr>
          <a:xfrm>
            <a:off x="444398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9" name="Shape 1877"/>
          <p:cNvSpPr/>
          <p:nvPr/>
        </p:nvSpPr>
        <p:spPr>
          <a:xfrm>
            <a:off x="455371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0" name="Shape 1878"/>
          <p:cNvSpPr/>
          <p:nvPr/>
        </p:nvSpPr>
        <p:spPr>
          <a:xfrm>
            <a:off x="466344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1" name="Shape 1879"/>
          <p:cNvSpPr/>
          <p:nvPr/>
        </p:nvSpPr>
        <p:spPr>
          <a:xfrm>
            <a:off x="477316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2" name="Shape 1880"/>
          <p:cNvSpPr/>
          <p:nvPr/>
        </p:nvSpPr>
        <p:spPr>
          <a:xfrm>
            <a:off x="488289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3" name="Shape 1881"/>
          <p:cNvSpPr/>
          <p:nvPr/>
        </p:nvSpPr>
        <p:spPr>
          <a:xfrm>
            <a:off x="499262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4" name="Shape 1882"/>
          <p:cNvSpPr/>
          <p:nvPr/>
        </p:nvSpPr>
        <p:spPr>
          <a:xfrm>
            <a:off x="510235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5" name="Shape 1883"/>
          <p:cNvSpPr/>
          <p:nvPr/>
        </p:nvSpPr>
        <p:spPr>
          <a:xfrm>
            <a:off x="521208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6" name="Shape 1884"/>
          <p:cNvSpPr/>
          <p:nvPr/>
        </p:nvSpPr>
        <p:spPr>
          <a:xfrm>
            <a:off x="532180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7" name="Shape 1885"/>
          <p:cNvSpPr/>
          <p:nvPr/>
        </p:nvSpPr>
        <p:spPr>
          <a:xfrm>
            <a:off x="543153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8" name="Shape 1886"/>
          <p:cNvSpPr/>
          <p:nvPr/>
        </p:nvSpPr>
        <p:spPr>
          <a:xfrm>
            <a:off x="554126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9" name="Shape 1887"/>
          <p:cNvSpPr/>
          <p:nvPr/>
        </p:nvSpPr>
        <p:spPr>
          <a:xfrm>
            <a:off x="565099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0" name="Shape 1888"/>
          <p:cNvSpPr/>
          <p:nvPr/>
        </p:nvSpPr>
        <p:spPr>
          <a:xfrm>
            <a:off x="576072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1" name="Shape 1889"/>
          <p:cNvSpPr/>
          <p:nvPr/>
        </p:nvSpPr>
        <p:spPr>
          <a:xfrm>
            <a:off x="587044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2" name="Shape 1890"/>
          <p:cNvSpPr/>
          <p:nvPr/>
        </p:nvSpPr>
        <p:spPr>
          <a:xfrm>
            <a:off x="598017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3" name="Shape 1891"/>
          <p:cNvSpPr/>
          <p:nvPr/>
        </p:nvSpPr>
        <p:spPr>
          <a:xfrm>
            <a:off x="608990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4" name="Shape 1892"/>
          <p:cNvSpPr/>
          <p:nvPr/>
        </p:nvSpPr>
        <p:spPr>
          <a:xfrm>
            <a:off x="619963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5" name="Shape 1893"/>
          <p:cNvSpPr/>
          <p:nvPr/>
        </p:nvSpPr>
        <p:spPr>
          <a:xfrm>
            <a:off x="630936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6" name="Shape 1894"/>
          <p:cNvSpPr/>
          <p:nvPr/>
        </p:nvSpPr>
        <p:spPr>
          <a:xfrm>
            <a:off x="641908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7" name="Shape 1895"/>
          <p:cNvSpPr/>
          <p:nvPr/>
        </p:nvSpPr>
        <p:spPr>
          <a:xfrm>
            <a:off x="652881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8" name="Shape 1896"/>
          <p:cNvSpPr/>
          <p:nvPr/>
        </p:nvSpPr>
        <p:spPr>
          <a:xfrm>
            <a:off x="663854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9" name="Shape 1897"/>
          <p:cNvSpPr/>
          <p:nvPr/>
        </p:nvSpPr>
        <p:spPr>
          <a:xfrm>
            <a:off x="674827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0" name="Shape 1898"/>
          <p:cNvSpPr/>
          <p:nvPr/>
        </p:nvSpPr>
        <p:spPr>
          <a:xfrm>
            <a:off x="685800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1" name="Shape 1899"/>
          <p:cNvSpPr/>
          <p:nvPr/>
        </p:nvSpPr>
        <p:spPr>
          <a:xfrm>
            <a:off x="696772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2" name="Shape 1900"/>
          <p:cNvSpPr/>
          <p:nvPr/>
        </p:nvSpPr>
        <p:spPr>
          <a:xfrm>
            <a:off x="707745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3" name="Shape 1901"/>
          <p:cNvSpPr/>
          <p:nvPr/>
        </p:nvSpPr>
        <p:spPr>
          <a:xfrm>
            <a:off x="718718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4" name="Shape 1902"/>
          <p:cNvSpPr/>
          <p:nvPr/>
        </p:nvSpPr>
        <p:spPr>
          <a:xfrm>
            <a:off x="729691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5" name="Shape 1903"/>
          <p:cNvSpPr/>
          <p:nvPr/>
        </p:nvSpPr>
        <p:spPr>
          <a:xfrm>
            <a:off x="740664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6" name="Shape 1904"/>
          <p:cNvSpPr/>
          <p:nvPr/>
        </p:nvSpPr>
        <p:spPr>
          <a:xfrm>
            <a:off x="751636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7" name="Shape 1905"/>
          <p:cNvSpPr/>
          <p:nvPr/>
        </p:nvSpPr>
        <p:spPr>
          <a:xfrm>
            <a:off x="762609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8" name="Shape 1906"/>
          <p:cNvSpPr/>
          <p:nvPr/>
        </p:nvSpPr>
        <p:spPr>
          <a:xfrm>
            <a:off x="773582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9" name="Shape 1907"/>
          <p:cNvSpPr/>
          <p:nvPr/>
        </p:nvSpPr>
        <p:spPr>
          <a:xfrm>
            <a:off x="784555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0" name="Shape 1908"/>
          <p:cNvSpPr/>
          <p:nvPr/>
        </p:nvSpPr>
        <p:spPr>
          <a:xfrm>
            <a:off x="795528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1" name="Shape 1909"/>
          <p:cNvSpPr/>
          <p:nvPr/>
        </p:nvSpPr>
        <p:spPr>
          <a:xfrm>
            <a:off x="806500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2" name="Shape 1910"/>
          <p:cNvSpPr/>
          <p:nvPr/>
        </p:nvSpPr>
        <p:spPr>
          <a:xfrm>
            <a:off x="817473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3" name="Shape 1911"/>
          <p:cNvSpPr/>
          <p:nvPr/>
        </p:nvSpPr>
        <p:spPr>
          <a:xfrm>
            <a:off x="828446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4" name="Shape 1912"/>
          <p:cNvSpPr/>
          <p:nvPr/>
        </p:nvSpPr>
        <p:spPr>
          <a:xfrm>
            <a:off x="839419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5" name="Shape 1913"/>
          <p:cNvSpPr/>
          <p:nvPr/>
        </p:nvSpPr>
        <p:spPr>
          <a:xfrm>
            <a:off x="850392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6" name="Shape 1914"/>
          <p:cNvSpPr/>
          <p:nvPr/>
        </p:nvSpPr>
        <p:spPr>
          <a:xfrm>
            <a:off x="861364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7" name="Shape 1915"/>
          <p:cNvSpPr/>
          <p:nvPr/>
        </p:nvSpPr>
        <p:spPr>
          <a:xfrm>
            <a:off x="872337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8" name="Shape 1916"/>
          <p:cNvSpPr/>
          <p:nvPr/>
        </p:nvSpPr>
        <p:spPr>
          <a:xfrm>
            <a:off x="883310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9" name="Shape 1917"/>
          <p:cNvSpPr/>
          <p:nvPr/>
        </p:nvSpPr>
        <p:spPr>
          <a:xfrm>
            <a:off x="894283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0" name="Shape 1918"/>
          <p:cNvSpPr/>
          <p:nvPr/>
        </p:nvSpPr>
        <p:spPr>
          <a:xfrm>
            <a:off x="905256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1" name="Shape 1919"/>
          <p:cNvSpPr/>
          <p:nvPr/>
        </p:nvSpPr>
        <p:spPr>
          <a:xfrm>
            <a:off x="916228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6" name="Shape 1944"/>
          <p:cNvSpPr/>
          <p:nvPr/>
        </p:nvSpPr>
        <p:spPr>
          <a:xfrm>
            <a:off x="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7" name="Shape 1945"/>
          <p:cNvSpPr/>
          <p:nvPr/>
        </p:nvSpPr>
        <p:spPr>
          <a:xfrm>
            <a:off x="10972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8" name="Shape 1946"/>
          <p:cNvSpPr/>
          <p:nvPr/>
        </p:nvSpPr>
        <p:spPr>
          <a:xfrm>
            <a:off x="21945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9" name="Shape 1947"/>
          <p:cNvSpPr/>
          <p:nvPr/>
        </p:nvSpPr>
        <p:spPr>
          <a:xfrm>
            <a:off x="32918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0" name="Shape 1948"/>
          <p:cNvSpPr/>
          <p:nvPr/>
        </p:nvSpPr>
        <p:spPr>
          <a:xfrm>
            <a:off x="43891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1" name="Shape 1949"/>
          <p:cNvSpPr/>
          <p:nvPr/>
        </p:nvSpPr>
        <p:spPr>
          <a:xfrm>
            <a:off x="54864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2" name="Shape 1950"/>
          <p:cNvSpPr/>
          <p:nvPr/>
        </p:nvSpPr>
        <p:spPr>
          <a:xfrm>
            <a:off x="65836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3" name="Shape 1951"/>
          <p:cNvSpPr/>
          <p:nvPr/>
        </p:nvSpPr>
        <p:spPr>
          <a:xfrm>
            <a:off x="76809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4" name="Shape 1952"/>
          <p:cNvSpPr/>
          <p:nvPr/>
        </p:nvSpPr>
        <p:spPr>
          <a:xfrm>
            <a:off x="87782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5" name="Shape 1953"/>
          <p:cNvSpPr/>
          <p:nvPr/>
        </p:nvSpPr>
        <p:spPr>
          <a:xfrm>
            <a:off x="98755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6" name="Shape 1954"/>
          <p:cNvSpPr/>
          <p:nvPr/>
        </p:nvSpPr>
        <p:spPr>
          <a:xfrm>
            <a:off x="109728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7" name="Shape 1955"/>
          <p:cNvSpPr/>
          <p:nvPr/>
        </p:nvSpPr>
        <p:spPr>
          <a:xfrm>
            <a:off x="120700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8" name="Shape 1956"/>
          <p:cNvSpPr/>
          <p:nvPr/>
        </p:nvSpPr>
        <p:spPr>
          <a:xfrm>
            <a:off x="131673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9" name="Shape 1957"/>
          <p:cNvSpPr/>
          <p:nvPr/>
        </p:nvSpPr>
        <p:spPr>
          <a:xfrm>
            <a:off x="142646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0" name="Shape 1958"/>
          <p:cNvSpPr/>
          <p:nvPr/>
        </p:nvSpPr>
        <p:spPr>
          <a:xfrm>
            <a:off x="153619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1" name="Shape 1959"/>
          <p:cNvSpPr/>
          <p:nvPr/>
        </p:nvSpPr>
        <p:spPr>
          <a:xfrm>
            <a:off x="164592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2" name="Shape 1960"/>
          <p:cNvSpPr/>
          <p:nvPr/>
        </p:nvSpPr>
        <p:spPr>
          <a:xfrm>
            <a:off x="175564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3" name="Shape 1961"/>
          <p:cNvSpPr/>
          <p:nvPr/>
        </p:nvSpPr>
        <p:spPr>
          <a:xfrm>
            <a:off x="186537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4" name="Shape 1962"/>
          <p:cNvSpPr/>
          <p:nvPr/>
        </p:nvSpPr>
        <p:spPr>
          <a:xfrm>
            <a:off x="197510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5" name="Shape 1963"/>
          <p:cNvSpPr/>
          <p:nvPr/>
        </p:nvSpPr>
        <p:spPr>
          <a:xfrm>
            <a:off x="208483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6" name="Shape 1964"/>
          <p:cNvSpPr/>
          <p:nvPr/>
        </p:nvSpPr>
        <p:spPr>
          <a:xfrm>
            <a:off x="219456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7" name="Shape 1965"/>
          <p:cNvSpPr/>
          <p:nvPr/>
        </p:nvSpPr>
        <p:spPr>
          <a:xfrm>
            <a:off x="230428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8" name="Shape 1966"/>
          <p:cNvSpPr/>
          <p:nvPr/>
        </p:nvSpPr>
        <p:spPr>
          <a:xfrm>
            <a:off x="241401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9" name="Shape 1967"/>
          <p:cNvSpPr/>
          <p:nvPr/>
        </p:nvSpPr>
        <p:spPr>
          <a:xfrm>
            <a:off x="252374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0" name="Shape 1968"/>
          <p:cNvSpPr/>
          <p:nvPr/>
        </p:nvSpPr>
        <p:spPr>
          <a:xfrm>
            <a:off x="263347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1" name="Shape 1969"/>
          <p:cNvSpPr/>
          <p:nvPr/>
        </p:nvSpPr>
        <p:spPr>
          <a:xfrm>
            <a:off x="274320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2" name="Shape 1970"/>
          <p:cNvSpPr/>
          <p:nvPr/>
        </p:nvSpPr>
        <p:spPr>
          <a:xfrm>
            <a:off x="285292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3" name="Shape 1971"/>
          <p:cNvSpPr/>
          <p:nvPr/>
        </p:nvSpPr>
        <p:spPr>
          <a:xfrm>
            <a:off x="296265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4" name="Shape 1972"/>
          <p:cNvSpPr/>
          <p:nvPr/>
        </p:nvSpPr>
        <p:spPr>
          <a:xfrm>
            <a:off x="307238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5" name="Shape 1973"/>
          <p:cNvSpPr/>
          <p:nvPr/>
        </p:nvSpPr>
        <p:spPr>
          <a:xfrm>
            <a:off x="318211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6" name="Shape 1974"/>
          <p:cNvSpPr/>
          <p:nvPr/>
        </p:nvSpPr>
        <p:spPr>
          <a:xfrm>
            <a:off x="329184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7" name="Shape 1975"/>
          <p:cNvSpPr/>
          <p:nvPr/>
        </p:nvSpPr>
        <p:spPr>
          <a:xfrm>
            <a:off x="340156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8" name="Shape 1976"/>
          <p:cNvSpPr/>
          <p:nvPr/>
        </p:nvSpPr>
        <p:spPr>
          <a:xfrm>
            <a:off x="351129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9" name="Shape 1977"/>
          <p:cNvSpPr/>
          <p:nvPr/>
        </p:nvSpPr>
        <p:spPr>
          <a:xfrm>
            <a:off x="362102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0" name="Shape 1978"/>
          <p:cNvSpPr/>
          <p:nvPr/>
        </p:nvSpPr>
        <p:spPr>
          <a:xfrm>
            <a:off x="373075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1" name="Shape 1979"/>
          <p:cNvSpPr/>
          <p:nvPr/>
        </p:nvSpPr>
        <p:spPr>
          <a:xfrm>
            <a:off x="384048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2" name="Shape 1980"/>
          <p:cNvSpPr/>
          <p:nvPr/>
        </p:nvSpPr>
        <p:spPr>
          <a:xfrm>
            <a:off x="395020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3" name="Shape 1981"/>
          <p:cNvSpPr/>
          <p:nvPr/>
        </p:nvSpPr>
        <p:spPr>
          <a:xfrm>
            <a:off x="405993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4" name="Shape 1982"/>
          <p:cNvSpPr/>
          <p:nvPr/>
        </p:nvSpPr>
        <p:spPr>
          <a:xfrm>
            <a:off x="416966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5" name="Shape 1983"/>
          <p:cNvSpPr/>
          <p:nvPr/>
        </p:nvSpPr>
        <p:spPr>
          <a:xfrm>
            <a:off x="427939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6" name="Shape 1984"/>
          <p:cNvSpPr/>
          <p:nvPr/>
        </p:nvSpPr>
        <p:spPr>
          <a:xfrm>
            <a:off x="438912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7" name="Shape 1985"/>
          <p:cNvSpPr/>
          <p:nvPr/>
        </p:nvSpPr>
        <p:spPr>
          <a:xfrm>
            <a:off x="449884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8" name="Shape 1986"/>
          <p:cNvSpPr/>
          <p:nvPr/>
        </p:nvSpPr>
        <p:spPr>
          <a:xfrm>
            <a:off x="460857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9" name="Shape 1987"/>
          <p:cNvSpPr/>
          <p:nvPr/>
        </p:nvSpPr>
        <p:spPr>
          <a:xfrm>
            <a:off x="471830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0" name="Shape 1988"/>
          <p:cNvSpPr/>
          <p:nvPr/>
        </p:nvSpPr>
        <p:spPr>
          <a:xfrm>
            <a:off x="482803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1" name="Shape 1989"/>
          <p:cNvSpPr/>
          <p:nvPr/>
        </p:nvSpPr>
        <p:spPr>
          <a:xfrm>
            <a:off x="493776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2" name="Shape 1990"/>
          <p:cNvSpPr/>
          <p:nvPr/>
        </p:nvSpPr>
        <p:spPr>
          <a:xfrm>
            <a:off x="504748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3" name="Shape 1991"/>
          <p:cNvSpPr/>
          <p:nvPr/>
        </p:nvSpPr>
        <p:spPr>
          <a:xfrm>
            <a:off x="515721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4" name="Shape 1992"/>
          <p:cNvSpPr/>
          <p:nvPr/>
        </p:nvSpPr>
        <p:spPr>
          <a:xfrm>
            <a:off x="526694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5" name="Shape 1993"/>
          <p:cNvSpPr/>
          <p:nvPr/>
        </p:nvSpPr>
        <p:spPr>
          <a:xfrm>
            <a:off x="537667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6" name="Shape 1994"/>
          <p:cNvSpPr/>
          <p:nvPr/>
        </p:nvSpPr>
        <p:spPr>
          <a:xfrm>
            <a:off x="548640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7" name="Shape 1995"/>
          <p:cNvSpPr/>
          <p:nvPr/>
        </p:nvSpPr>
        <p:spPr>
          <a:xfrm>
            <a:off x="559612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8" name="Shape 1996"/>
          <p:cNvSpPr/>
          <p:nvPr/>
        </p:nvSpPr>
        <p:spPr>
          <a:xfrm>
            <a:off x="570585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9" name="Shape 1997"/>
          <p:cNvSpPr/>
          <p:nvPr/>
        </p:nvSpPr>
        <p:spPr>
          <a:xfrm>
            <a:off x="581558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0" name="Shape 1998"/>
          <p:cNvSpPr/>
          <p:nvPr/>
        </p:nvSpPr>
        <p:spPr>
          <a:xfrm>
            <a:off x="592531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1" name="Shape 1999"/>
          <p:cNvSpPr/>
          <p:nvPr/>
        </p:nvSpPr>
        <p:spPr>
          <a:xfrm>
            <a:off x="603504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2" name="Shape 2000"/>
          <p:cNvSpPr/>
          <p:nvPr/>
        </p:nvSpPr>
        <p:spPr>
          <a:xfrm>
            <a:off x="614476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3" name="Shape 2001"/>
          <p:cNvSpPr/>
          <p:nvPr/>
        </p:nvSpPr>
        <p:spPr>
          <a:xfrm>
            <a:off x="625449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4" name="Shape 2002"/>
          <p:cNvSpPr/>
          <p:nvPr/>
        </p:nvSpPr>
        <p:spPr>
          <a:xfrm>
            <a:off x="636422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5" name="Shape 2003"/>
          <p:cNvSpPr/>
          <p:nvPr/>
        </p:nvSpPr>
        <p:spPr>
          <a:xfrm>
            <a:off x="647395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6" name="Shape 2004"/>
          <p:cNvSpPr/>
          <p:nvPr/>
        </p:nvSpPr>
        <p:spPr>
          <a:xfrm>
            <a:off x="658368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7" name="Shape 2005"/>
          <p:cNvSpPr/>
          <p:nvPr/>
        </p:nvSpPr>
        <p:spPr>
          <a:xfrm>
            <a:off x="669340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8" name="Shape 2006"/>
          <p:cNvSpPr/>
          <p:nvPr/>
        </p:nvSpPr>
        <p:spPr>
          <a:xfrm>
            <a:off x="680313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9" name="Shape 2007"/>
          <p:cNvSpPr/>
          <p:nvPr/>
        </p:nvSpPr>
        <p:spPr>
          <a:xfrm>
            <a:off x="691286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0" name="Shape 2008"/>
          <p:cNvSpPr/>
          <p:nvPr/>
        </p:nvSpPr>
        <p:spPr>
          <a:xfrm>
            <a:off x="702259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1" name="Shape 2009"/>
          <p:cNvSpPr/>
          <p:nvPr/>
        </p:nvSpPr>
        <p:spPr>
          <a:xfrm>
            <a:off x="713232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2" name="Shape 2010"/>
          <p:cNvSpPr/>
          <p:nvPr/>
        </p:nvSpPr>
        <p:spPr>
          <a:xfrm>
            <a:off x="724204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3" name="Shape 2011"/>
          <p:cNvSpPr/>
          <p:nvPr/>
        </p:nvSpPr>
        <p:spPr>
          <a:xfrm>
            <a:off x="735177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4" name="Shape 2012"/>
          <p:cNvSpPr/>
          <p:nvPr/>
        </p:nvSpPr>
        <p:spPr>
          <a:xfrm>
            <a:off x="746150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5" name="Shape 2013"/>
          <p:cNvSpPr/>
          <p:nvPr/>
        </p:nvSpPr>
        <p:spPr>
          <a:xfrm>
            <a:off x="757123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6" name="Shape 2014"/>
          <p:cNvSpPr/>
          <p:nvPr/>
        </p:nvSpPr>
        <p:spPr>
          <a:xfrm>
            <a:off x="768096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7" name="Shape 2015"/>
          <p:cNvSpPr/>
          <p:nvPr/>
        </p:nvSpPr>
        <p:spPr>
          <a:xfrm>
            <a:off x="779068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8" name="Shape 2016"/>
          <p:cNvSpPr/>
          <p:nvPr/>
        </p:nvSpPr>
        <p:spPr>
          <a:xfrm>
            <a:off x="790041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9" name="Shape 2017"/>
          <p:cNvSpPr/>
          <p:nvPr/>
        </p:nvSpPr>
        <p:spPr>
          <a:xfrm>
            <a:off x="801014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0" name="Shape 2018"/>
          <p:cNvSpPr/>
          <p:nvPr/>
        </p:nvSpPr>
        <p:spPr>
          <a:xfrm>
            <a:off x="811987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1" name="Shape 2019"/>
          <p:cNvSpPr/>
          <p:nvPr/>
        </p:nvSpPr>
        <p:spPr>
          <a:xfrm>
            <a:off x="822960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2" name="Shape 2020"/>
          <p:cNvSpPr/>
          <p:nvPr/>
        </p:nvSpPr>
        <p:spPr>
          <a:xfrm>
            <a:off x="833932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3" name="Shape 2021"/>
          <p:cNvSpPr/>
          <p:nvPr/>
        </p:nvSpPr>
        <p:spPr>
          <a:xfrm>
            <a:off x="844905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4" name="Shape 2022"/>
          <p:cNvSpPr/>
          <p:nvPr/>
        </p:nvSpPr>
        <p:spPr>
          <a:xfrm>
            <a:off x="855878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5" name="Shape 2023"/>
          <p:cNvSpPr/>
          <p:nvPr/>
        </p:nvSpPr>
        <p:spPr>
          <a:xfrm>
            <a:off x="866851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6" name="Shape 2024"/>
          <p:cNvSpPr/>
          <p:nvPr/>
        </p:nvSpPr>
        <p:spPr>
          <a:xfrm>
            <a:off x="877824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7" name="Shape 2025"/>
          <p:cNvSpPr/>
          <p:nvPr/>
        </p:nvSpPr>
        <p:spPr>
          <a:xfrm>
            <a:off x="888796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8" name="Shape 2026"/>
          <p:cNvSpPr/>
          <p:nvPr/>
        </p:nvSpPr>
        <p:spPr>
          <a:xfrm>
            <a:off x="899769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9" name="Shape 2027"/>
          <p:cNvSpPr/>
          <p:nvPr/>
        </p:nvSpPr>
        <p:spPr>
          <a:xfrm>
            <a:off x="910742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4" name="Shape 2052"/>
          <p:cNvSpPr/>
          <p:nvPr/>
        </p:nvSpPr>
        <p:spPr>
          <a:xfrm>
            <a:off x="5486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5" name="Shape 2053"/>
          <p:cNvSpPr/>
          <p:nvPr/>
        </p:nvSpPr>
        <p:spPr>
          <a:xfrm>
            <a:off x="16459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6" name="Shape 2054"/>
          <p:cNvSpPr/>
          <p:nvPr/>
        </p:nvSpPr>
        <p:spPr>
          <a:xfrm>
            <a:off x="27432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7" name="Shape 2055"/>
          <p:cNvSpPr/>
          <p:nvPr/>
        </p:nvSpPr>
        <p:spPr>
          <a:xfrm>
            <a:off x="38404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8" name="Shape 2056"/>
          <p:cNvSpPr/>
          <p:nvPr/>
        </p:nvSpPr>
        <p:spPr>
          <a:xfrm>
            <a:off x="49377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9" name="Shape 2057"/>
          <p:cNvSpPr/>
          <p:nvPr/>
        </p:nvSpPr>
        <p:spPr>
          <a:xfrm>
            <a:off x="60350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0" name="Shape 2058"/>
          <p:cNvSpPr/>
          <p:nvPr/>
        </p:nvSpPr>
        <p:spPr>
          <a:xfrm>
            <a:off x="71323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1" name="Shape 2059"/>
          <p:cNvSpPr/>
          <p:nvPr/>
        </p:nvSpPr>
        <p:spPr>
          <a:xfrm>
            <a:off x="82296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2" name="Shape 2060"/>
          <p:cNvSpPr/>
          <p:nvPr/>
        </p:nvSpPr>
        <p:spPr>
          <a:xfrm>
            <a:off x="93268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3" name="Shape 2061"/>
          <p:cNvSpPr/>
          <p:nvPr/>
        </p:nvSpPr>
        <p:spPr>
          <a:xfrm>
            <a:off x="104241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4" name="Shape 2062"/>
          <p:cNvSpPr/>
          <p:nvPr/>
        </p:nvSpPr>
        <p:spPr>
          <a:xfrm>
            <a:off x="115214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5" name="Shape 2063"/>
          <p:cNvSpPr/>
          <p:nvPr/>
        </p:nvSpPr>
        <p:spPr>
          <a:xfrm>
            <a:off x="126187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6" name="Shape 2064"/>
          <p:cNvSpPr/>
          <p:nvPr/>
        </p:nvSpPr>
        <p:spPr>
          <a:xfrm>
            <a:off x="137160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7" name="Shape 2065"/>
          <p:cNvSpPr/>
          <p:nvPr/>
        </p:nvSpPr>
        <p:spPr>
          <a:xfrm>
            <a:off x="148132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8" name="Shape 2066"/>
          <p:cNvSpPr/>
          <p:nvPr/>
        </p:nvSpPr>
        <p:spPr>
          <a:xfrm>
            <a:off x="159105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9" name="Shape 2067"/>
          <p:cNvSpPr/>
          <p:nvPr/>
        </p:nvSpPr>
        <p:spPr>
          <a:xfrm>
            <a:off x="170078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0" name="Shape 2068"/>
          <p:cNvSpPr/>
          <p:nvPr/>
        </p:nvSpPr>
        <p:spPr>
          <a:xfrm>
            <a:off x="181051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1" name="Shape 2069"/>
          <p:cNvSpPr/>
          <p:nvPr/>
        </p:nvSpPr>
        <p:spPr>
          <a:xfrm>
            <a:off x="192024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2" name="Shape 2070"/>
          <p:cNvSpPr/>
          <p:nvPr/>
        </p:nvSpPr>
        <p:spPr>
          <a:xfrm>
            <a:off x="202996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3" name="Shape 2071"/>
          <p:cNvSpPr/>
          <p:nvPr/>
        </p:nvSpPr>
        <p:spPr>
          <a:xfrm>
            <a:off x="213969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4" name="Shape 2072"/>
          <p:cNvSpPr/>
          <p:nvPr/>
        </p:nvSpPr>
        <p:spPr>
          <a:xfrm>
            <a:off x="224942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5" name="Shape 2073"/>
          <p:cNvSpPr/>
          <p:nvPr/>
        </p:nvSpPr>
        <p:spPr>
          <a:xfrm>
            <a:off x="235915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6" name="Shape 2074"/>
          <p:cNvSpPr/>
          <p:nvPr/>
        </p:nvSpPr>
        <p:spPr>
          <a:xfrm>
            <a:off x="246888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7" name="Shape 2075"/>
          <p:cNvSpPr/>
          <p:nvPr/>
        </p:nvSpPr>
        <p:spPr>
          <a:xfrm>
            <a:off x="257860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8" name="Shape 2076"/>
          <p:cNvSpPr/>
          <p:nvPr/>
        </p:nvSpPr>
        <p:spPr>
          <a:xfrm>
            <a:off x="268833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9" name="Shape 2077"/>
          <p:cNvSpPr/>
          <p:nvPr/>
        </p:nvSpPr>
        <p:spPr>
          <a:xfrm>
            <a:off x="279806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0" name="Shape 2078"/>
          <p:cNvSpPr/>
          <p:nvPr/>
        </p:nvSpPr>
        <p:spPr>
          <a:xfrm>
            <a:off x="290779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1" name="Shape 2079"/>
          <p:cNvSpPr/>
          <p:nvPr/>
        </p:nvSpPr>
        <p:spPr>
          <a:xfrm>
            <a:off x="301752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2" name="Shape 2080"/>
          <p:cNvSpPr/>
          <p:nvPr/>
        </p:nvSpPr>
        <p:spPr>
          <a:xfrm>
            <a:off x="312724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3" name="Shape 2081"/>
          <p:cNvSpPr/>
          <p:nvPr/>
        </p:nvSpPr>
        <p:spPr>
          <a:xfrm>
            <a:off x="323697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4" name="Shape 2082"/>
          <p:cNvSpPr/>
          <p:nvPr/>
        </p:nvSpPr>
        <p:spPr>
          <a:xfrm>
            <a:off x="334670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5" name="Shape 2083"/>
          <p:cNvSpPr/>
          <p:nvPr/>
        </p:nvSpPr>
        <p:spPr>
          <a:xfrm>
            <a:off x="345643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6" name="Shape 2084"/>
          <p:cNvSpPr/>
          <p:nvPr/>
        </p:nvSpPr>
        <p:spPr>
          <a:xfrm>
            <a:off x="356616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7" name="Shape 2085"/>
          <p:cNvSpPr/>
          <p:nvPr/>
        </p:nvSpPr>
        <p:spPr>
          <a:xfrm>
            <a:off x="367588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8" name="Shape 2086"/>
          <p:cNvSpPr/>
          <p:nvPr/>
        </p:nvSpPr>
        <p:spPr>
          <a:xfrm>
            <a:off x="378561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9" name="Shape 2087"/>
          <p:cNvSpPr/>
          <p:nvPr/>
        </p:nvSpPr>
        <p:spPr>
          <a:xfrm>
            <a:off x="389534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0" name="Shape 2088"/>
          <p:cNvSpPr/>
          <p:nvPr/>
        </p:nvSpPr>
        <p:spPr>
          <a:xfrm>
            <a:off x="400507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1" name="Shape 2089"/>
          <p:cNvSpPr/>
          <p:nvPr/>
        </p:nvSpPr>
        <p:spPr>
          <a:xfrm>
            <a:off x="411480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2" name="Shape 2090"/>
          <p:cNvSpPr/>
          <p:nvPr/>
        </p:nvSpPr>
        <p:spPr>
          <a:xfrm>
            <a:off x="422452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3" name="Shape 2091"/>
          <p:cNvSpPr/>
          <p:nvPr/>
        </p:nvSpPr>
        <p:spPr>
          <a:xfrm>
            <a:off x="433425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4" name="Shape 2092"/>
          <p:cNvSpPr/>
          <p:nvPr/>
        </p:nvSpPr>
        <p:spPr>
          <a:xfrm>
            <a:off x="444398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5" name="Shape 2093"/>
          <p:cNvSpPr/>
          <p:nvPr/>
        </p:nvSpPr>
        <p:spPr>
          <a:xfrm>
            <a:off x="455371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6" name="Shape 2094"/>
          <p:cNvSpPr/>
          <p:nvPr/>
        </p:nvSpPr>
        <p:spPr>
          <a:xfrm>
            <a:off x="466344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7" name="Shape 2095"/>
          <p:cNvSpPr/>
          <p:nvPr/>
        </p:nvSpPr>
        <p:spPr>
          <a:xfrm>
            <a:off x="477316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8" name="Shape 2096"/>
          <p:cNvSpPr/>
          <p:nvPr/>
        </p:nvSpPr>
        <p:spPr>
          <a:xfrm>
            <a:off x="488289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9" name="Shape 2097"/>
          <p:cNvSpPr/>
          <p:nvPr/>
        </p:nvSpPr>
        <p:spPr>
          <a:xfrm>
            <a:off x="499262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0" name="Shape 2098"/>
          <p:cNvSpPr/>
          <p:nvPr/>
        </p:nvSpPr>
        <p:spPr>
          <a:xfrm>
            <a:off x="510235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1" name="Shape 2099"/>
          <p:cNvSpPr/>
          <p:nvPr/>
        </p:nvSpPr>
        <p:spPr>
          <a:xfrm>
            <a:off x="521208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2" name="Shape 2100"/>
          <p:cNvSpPr/>
          <p:nvPr/>
        </p:nvSpPr>
        <p:spPr>
          <a:xfrm>
            <a:off x="532180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3" name="Shape 2101"/>
          <p:cNvSpPr/>
          <p:nvPr/>
        </p:nvSpPr>
        <p:spPr>
          <a:xfrm>
            <a:off x="543153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4" name="Shape 2102"/>
          <p:cNvSpPr/>
          <p:nvPr/>
        </p:nvSpPr>
        <p:spPr>
          <a:xfrm>
            <a:off x="554126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5" name="Shape 2103"/>
          <p:cNvSpPr/>
          <p:nvPr/>
        </p:nvSpPr>
        <p:spPr>
          <a:xfrm>
            <a:off x="565099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6" name="Shape 2104"/>
          <p:cNvSpPr/>
          <p:nvPr/>
        </p:nvSpPr>
        <p:spPr>
          <a:xfrm>
            <a:off x="576072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7" name="Shape 2105"/>
          <p:cNvSpPr/>
          <p:nvPr/>
        </p:nvSpPr>
        <p:spPr>
          <a:xfrm>
            <a:off x="587044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8" name="Shape 2106"/>
          <p:cNvSpPr/>
          <p:nvPr/>
        </p:nvSpPr>
        <p:spPr>
          <a:xfrm>
            <a:off x="598017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9" name="Shape 2107"/>
          <p:cNvSpPr/>
          <p:nvPr/>
        </p:nvSpPr>
        <p:spPr>
          <a:xfrm>
            <a:off x="608990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0" name="Shape 2108"/>
          <p:cNvSpPr/>
          <p:nvPr/>
        </p:nvSpPr>
        <p:spPr>
          <a:xfrm>
            <a:off x="619963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1" name="Shape 2109"/>
          <p:cNvSpPr/>
          <p:nvPr/>
        </p:nvSpPr>
        <p:spPr>
          <a:xfrm>
            <a:off x="630936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2" name="Shape 2110"/>
          <p:cNvSpPr/>
          <p:nvPr/>
        </p:nvSpPr>
        <p:spPr>
          <a:xfrm>
            <a:off x="641908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3" name="Shape 2111"/>
          <p:cNvSpPr/>
          <p:nvPr/>
        </p:nvSpPr>
        <p:spPr>
          <a:xfrm>
            <a:off x="652881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4" name="Shape 2112"/>
          <p:cNvSpPr/>
          <p:nvPr/>
        </p:nvSpPr>
        <p:spPr>
          <a:xfrm>
            <a:off x="663854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5" name="Shape 2113"/>
          <p:cNvSpPr/>
          <p:nvPr/>
        </p:nvSpPr>
        <p:spPr>
          <a:xfrm>
            <a:off x="674827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6" name="Shape 2114"/>
          <p:cNvSpPr/>
          <p:nvPr/>
        </p:nvSpPr>
        <p:spPr>
          <a:xfrm>
            <a:off x="685800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7" name="Shape 2115"/>
          <p:cNvSpPr/>
          <p:nvPr/>
        </p:nvSpPr>
        <p:spPr>
          <a:xfrm>
            <a:off x="696772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8" name="Shape 2116"/>
          <p:cNvSpPr/>
          <p:nvPr/>
        </p:nvSpPr>
        <p:spPr>
          <a:xfrm>
            <a:off x="707745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9" name="Shape 2117"/>
          <p:cNvSpPr/>
          <p:nvPr/>
        </p:nvSpPr>
        <p:spPr>
          <a:xfrm>
            <a:off x="718718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0" name="Shape 2118"/>
          <p:cNvSpPr/>
          <p:nvPr/>
        </p:nvSpPr>
        <p:spPr>
          <a:xfrm>
            <a:off x="729691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1" name="Shape 2119"/>
          <p:cNvSpPr/>
          <p:nvPr/>
        </p:nvSpPr>
        <p:spPr>
          <a:xfrm>
            <a:off x="740664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2" name="Shape 2120"/>
          <p:cNvSpPr/>
          <p:nvPr/>
        </p:nvSpPr>
        <p:spPr>
          <a:xfrm>
            <a:off x="751636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3" name="Shape 2121"/>
          <p:cNvSpPr/>
          <p:nvPr/>
        </p:nvSpPr>
        <p:spPr>
          <a:xfrm>
            <a:off x="762609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4" name="Shape 2122"/>
          <p:cNvSpPr/>
          <p:nvPr/>
        </p:nvSpPr>
        <p:spPr>
          <a:xfrm>
            <a:off x="773582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5" name="Shape 2123"/>
          <p:cNvSpPr/>
          <p:nvPr/>
        </p:nvSpPr>
        <p:spPr>
          <a:xfrm>
            <a:off x="784555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6" name="Shape 2124"/>
          <p:cNvSpPr/>
          <p:nvPr/>
        </p:nvSpPr>
        <p:spPr>
          <a:xfrm>
            <a:off x="795528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7" name="Shape 2125"/>
          <p:cNvSpPr/>
          <p:nvPr/>
        </p:nvSpPr>
        <p:spPr>
          <a:xfrm>
            <a:off x="806500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8" name="Shape 2126"/>
          <p:cNvSpPr/>
          <p:nvPr/>
        </p:nvSpPr>
        <p:spPr>
          <a:xfrm>
            <a:off x="817473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9" name="Shape 2127"/>
          <p:cNvSpPr/>
          <p:nvPr/>
        </p:nvSpPr>
        <p:spPr>
          <a:xfrm>
            <a:off x="828446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0" name="Shape 2128"/>
          <p:cNvSpPr/>
          <p:nvPr/>
        </p:nvSpPr>
        <p:spPr>
          <a:xfrm>
            <a:off x="839419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1" name="Shape 2129"/>
          <p:cNvSpPr/>
          <p:nvPr/>
        </p:nvSpPr>
        <p:spPr>
          <a:xfrm>
            <a:off x="850392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2" name="Shape 2130"/>
          <p:cNvSpPr/>
          <p:nvPr/>
        </p:nvSpPr>
        <p:spPr>
          <a:xfrm>
            <a:off x="861364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3" name="Shape 2131"/>
          <p:cNvSpPr/>
          <p:nvPr/>
        </p:nvSpPr>
        <p:spPr>
          <a:xfrm>
            <a:off x="872337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4" name="Shape 2132"/>
          <p:cNvSpPr/>
          <p:nvPr/>
        </p:nvSpPr>
        <p:spPr>
          <a:xfrm>
            <a:off x="883310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5" name="Shape 2133"/>
          <p:cNvSpPr/>
          <p:nvPr/>
        </p:nvSpPr>
        <p:spPr>
          <a:xfrm>
            <a:off x="894283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6" name="Shape 2134"/>
          <p:cNvSpPr/>
          <p:nvPr/>
        </p:nvSpPr>
        <p:spPr>
          <a:xfrm>
            <a:off x="905256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7" name="Shape 2135"/>
          <p:cNvSpPr/>
          <p:nvPr/>
        </p:nvSpPr>
        <p:spPr>
          <a:xfrm>
            <a:off x="916228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2" name="Shape 2160"/>
          <p:cNvSpPr/>
          <p:nvPr/>
        </p:nvSpPr>
        <p:spPr>
          <a:xfrm>
            <a:off x="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3" name="Shape 2161"/>
          <p:cNvSpPr/>
          <p:nvPr/>
        </p:nvSpPr>
        <p:spPr>
          <a:xfrm>
            <a:off x="10972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4" name="Shape 2162"/>
          <p:cNvSpPr/>
          <p:nvPr/>
        </p:nvSpPr>
        <p:spPr>
          <a:xfrm>
            <a:off x="21945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5" name="Shape 2163"/>
          <p:cNvSpPr/>
          <p:nvPr/>
        </p:nvSpPr>
        <p:spPr>
          <a:xfrm>
            <a:off x="32918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6" name="Shape 2164"/>
          <p:cNvSpPr/>
          <p:nvPr/>
        </p:nvSpPr>
        <p:spPr>
          <a:xfrm>
            <a:off x="43891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7" name="Shape 2165"/>
          <p:cNvSpPr/>
          <p:nvPr/>
        </p:nvSpPr>
        <p:spPr>
          <a:xfrm>
            <a:off x="54864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8" name="Shape 2166"/>
          <p:cNvSpPr/>
          <p:nvPr/>
        </p:nvSpPr>
        <p:spPr>
          <a:xfrm>
            <a:off x="65836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9" name="Shape 2167"/>
          <p:cNvSpPr/>
          <p:nvPr/>
        </p:nvSpPr>
        <p:spPr>
          <a:xfrm>
            <a:off x="76809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0" name="Shape 2168"/>
          <p:cNvSpPr/>
          <p:nvPr/>
        </p:nvSpPr>
        <p:spPr>
          <a:xfrm>
            <a:off x="87782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1" name="Shape 2169"/>
          <p:cNvSpPr/>
          <p:nvPr/>
        </p:nvSpPr>
        <p:spPr>
          <a:xfrm>
            <a:off x="98755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2" name="Shape 2170"/>
          <p:cNvSpPr/>
          <p:nvPr/>
        </p:nvSpPr>
        <p:spPr>
          <a:xfrm>
            <a:off x="109728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3" name="Shape 2171"/>
          <p:cNvSpPr/>
          <p:nvPr/>
        </p:nvSpPr>
        <p:spPr>
          <a:xfrm>
            <a:off x="120700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4" name="Shape 2172"/>
          <p:cNvSpPr/>
          <p:nvPr/>
        </p:nvSpPr>
        <p:spPr>
          <a:xfrm>
            <a:off x="131673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5" name="Shape 2173"/>
          <p:cNvSpPr/>
          <p:nvPr/>
        </p:nvSpPr>
        <p:spPr>
          <a:xfrm>
            <a:off x="142646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6" name="Shape 2174"/>
          <p:cNvSpPr/>
          <p:nvPr/>
        </p:nvSpPr>
        <p:spPr>
          <a:xfrm>
            <a:off x="153619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7" name="Shape 2175"/>
          <p:cNvSpPr/>
          <p:nvPr/>
        </p:nvSpPr>
        <p:spPr>
          <a:xfrm>
            <a:off x="164592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8" name="Shape 2176"/>
          <p:cNvSpPr/>
          <p:nvPr/>
        </p:nvSpPr>
        <p:spPr>
          <a:xfrm>
            <a:off x="175564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9" name="Shape 2177"/>
          <p:cNvSpPr/>
          <p:nvPr/>
        </p:nvSpPr>
        <p:spPr>
          <a:xfrm>
            <a:off x="186537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0" name="Shape 2178"/>
          <p:cNvSpPr/>
          <p:nvPr/>
        </p:nvSpPr>
        <p:spPr>
          <a:xfrm>
            <a:off x="197510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1" name="Shape 2179"/>
          <p:cNvSpPr/>
          <p:nvPr/>
        </p:nvSpPr>
        <p:spPr>
          <a:xfrm>
            <a:off x="208483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2" name="Shape 2180"/>
          <p:cNvSpPr/>
          <p:nvPr/>
        </p:nvSpPr>
        <p:spPr>
          <a:xfrm>
            <a:off x="219456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3" name="Shape 2181"/>
          <p:cNvSpPr/>
          <p:nvPr/>
        </p:nvSpPr>
        <p:spPr>
          <a:xfrm>
            <a:off x="230428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4" name="Shape 2182"/>
          <p:cNvSpPr/>
          <p:nvPr/>
        </p:nvSpPr>
        <p:spPr>
          <a:xfrm>
            <a:off x="241401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5" name="Shape 2183"/>
          <p:cNvSpPr/>
          <p:nvPr/>
        </p:nvSpPr>
        <p:spPr>
          <a:xfrm>
            <a:off x="252374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6" name="Shape 2184"/>
          <p:cNvSpPr/>
          <p:nvPr/>
        </p:nvSpPr>
        <p:spPr>
          <a:xfrm>
            <a:off x="263347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7" name="Shape 2185"/>
          <p:cNvSpPr/>
          <p:nvPr/>
        </p:nvSpPr>
        <p:spPr>
          <a:xfrm>
            <a:off x="274320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8" name="Shape 2186"/>
          <p:cNvSpPr/>
          <p:nvPr/>
        </p:nvSpPr>
        <p:spPr>
          <a:xfrm>
            <a:off x="285292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9" name="Shape 2187"/>
          <p:cNvSpPr/>
          <p:nvPr/>
        </p:nvSpPr>
        <p:spPr>
          <a:xfrm>
            <a:off x="296265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0" name="Shape 2188"/>
          <p:cNvSpPr/>
          <p:nvPr/>
        </p:nvSpPr>
        <p:spPr>
          <a:xfrm>
            <a:off x="307238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1" name="Shape 2189"/>
          <p:cNvSpPr/>
          <p:nvPr/>
        </p:nvSpPr>
        <p:spPr>
          <a:xfrm>
            <a:off x="318211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2" name="Shape 2190"/>
          <p:cNvSpPr/>
          <p:nvPr/>
        </p:nvSpPr>
        <p:spPr>
          <a:xfrm>
            <a:off x="329184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3" name="Shape 2191"/>
          <p:cNvSpPr/>
          <p:nvPr/>
        </p:nvSpPr>
        <p:spPr>
          <a:xfrm>
            <a:off x="340156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4" name="Shape 2192"/>
          <p:cNvSpPr/>
          <p:nvPr/>
        </p:nvSpPr>
        <p:spPr>
          <a:xfrm>
            <a:off x="351129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5" name="Shape 2193"/>
          <p:cNvSpPr/>
          <p:nvPr/>
        </p:nvSpPr>
        <p:spPr>
          <a:xfrm>
            <a:off x="362102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6" name="Shape 2194"/>
          <p:cNvSpPr/>
          <p:nvPr/>
        </p:nvSpPr>
        <p:spPr>
          <a:xfrm>
            <a:off x="373075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7" name="Shape 2195"/>
          <p:cNvSpPr/>
          <p:nvPr/>
        </p:nvSpPr>
        <p:spPr>
          <a:xfrm>
            <a:off x="384048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8" name="Shape 2196"/>
          <p:cNvSpPr/>
          <p:nvPr/>
        </p:nvSpPr>
        <p:spPr>
          <a:xfrm>
            <a:off x="395020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9" name="Shape 2197"/>
          <p:cNvSpPr/>
          <p:nvPr/>
        </p:nvSpPr>
        <p:spPr>
          <a:xfrm>
            <a:off x="405993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0" name="Shape 2198"/>
          <p:cNvSpPr/>
          <p:nvPr/>
        </p:nvSpPr>
        <p:spPr>
          <a:xfrm>
            <a:off x="416966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1" name="Shape 2199"/>
          <p:cNvSpPr/>
          <p:nvPr/>
        </p:nvSpPr>
        <p:spPr>
          <a:xfrm>
            <a:off x="427939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2" name="Shape 2200"/>
          <p:cNvSpPr/>
          <p:nvPr/>
        </p:nvSpPr>
        <p:spPr>
          <a:xfrm>
            <a:off x="438912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3" name="Shape 2201"/>
          <p:cNvSpPr/>
          <p:nvPr/>
        </p:nvSpPr>
        <p:spPr>
          <a:xfrm>
            <a:off x="449884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4" name="Shape 2202"/>
          <p:cNvSpPr/>
          <p:nvPr/>
        </p:nvSpPr>
        <p:spPr>
          <a:xfrm>
            <a:off x="460857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5" name="Shape 2203"/>
          <p:cNvSpPr/>
          <p:nvPr/>
        </p:nvSpPr>
        <p:spPr>
          <a:xfrm>
            <a:off x="471830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6" name="Shape 2204"/>
          <p:cNvSpPr/>
          <p:nvPr/>
        </p:nvSpPr>
        <p:spPr>
          <a:xfrm>
            <a:off x="482803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7" name="Shape 2205"/>
          <p:cNvSpPr/>
          <p:nvPr/>
        </p:nvSpPr>
        <p:spPr>
          <a:xfrm>
            <a:off x="493776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8" name="Shape 2206"/>
          <p:cNvSpPr/>
          <p:nvPr/>
        </p:nvSpPr>
        <p:spPr>
          <a:xfrm>
            <a:off x="504748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9" name="Shape 2207"/>
          <p:cNvSpPr/>
          <p:nvPr/>
        </p:nvSpPr>
        <p:spPr>
          <a:xfrm>
            <a:off x="515721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0" name="Shape 2208"/>
          <p:cNvSpPr/>
          <p:nvPr/>
        </p:nvSpPr>
        <p:spPr>
          <a:xfrm>
            <a:off x="526694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1" name="Shape 2209"/>
          <p:cNvSpPr/>
          <p:nvPr/>
        </p:nvSpPr>
        <p:spPr>
          <a:xfrm>
            <a:off x="537667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2" name="Shape 2210"/>
          <p:cNvSpPr/>
          <p:nvPr/>
        </p:nvSpPr>
        <p:spPr>
          <a:xfrm>
            <a:off x="548640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3" name="Shape 2211"/>
          <p:cNvSpPr/>
          <p:nvPr/>
        </p:nvSpPr>
        <p:spPr>
          <a:xfrm>
            <a:off x="559612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4" name="Shape 2212"/>
          <p:cNvSpPr/>
          <p:nvPr/>
        </p:nvSpPr>
        <p:spPr>
          <a:xfrm>
            <a:off x="570585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5" name="Shape 2213"/>
          <p:cNvSpPr/>
          <p:nvPr/>
        </p:nvSpPr>
        <p:spPr>
          <a:xfrm>
            <a:off x="581558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6" name="Shape 2214"/>
          <p:cNvSpPr/>
          <p:nvPr/>
        </p:nvSpPr>
        <p:spPr>
          <a:xfrm>
            <a:off x="592531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7" name="Shape 2215"/>
          <p:cNvSpPr/>
          <p:nvPr/>
        </p:nvSpPr>
        <p:spPr>
          <a:xfrm>
            <a:off x="603504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8" name="Shape 2216"/>
          <p:cNvSpPr/>
          <p:nvPr/>
        </p:nvSpPr>
        <p:spPr>
          <a:xfrm>
            <a:off x="614476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9" name="Shape 2217"/>
          <p:cNvSpPr/>
          <p:nvPr/>
        </p:nvSpPr>
        <p:spPr>
          <a:xfrm>
            <a:off x="625449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0" name="Shape 2218"/>
          <p:cNvSpPr/>
          <p:nvPr/>
        </p:nvSpPr>
        <p:spPr>
          <a:xfrm>
            <a:off x="636422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1" name="Shape 2219"/>
          <p:cNvSpPr/>
          <p:nvPr/>
        </p:nvSpPr>
        <p:spPr>
          <a:xfrm>
            <a:off x="647395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2" name="Shape 2220"/>
          <p:cNvSpPr/>
          <p:nvPr/>
        </p:nvSpPr>
        <p:spPr>
          <a:xfrm>
            <a:off x="658368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3" name="Shape 2221"/>
          <p:cNvSpPr/>
          <p:nvPr/>
        </p:nvSpPr>
        <p:spPr>
          <a:xfrm>
            <a:off x="669340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4" name="Shape 2222"/>
          <p:cNvSpPr/>
          <p:nvPr/>
        </p:nvSpPr>
        <p:spPr>
          <a:xfrm>
            <a:off x="680313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5" name="Shape 2223"/>
          <p:cNvSpPr/>
          <p:nvPr/>
        </p:nvSpPr>
        <p:spPr>
          <a:xfrm>
            <a:off x="691286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6" name="Shape 2224"/>
          <p:cNvSpPr/>
          <p:nvPr/>
        </p:nvSpPr>
        <p:spPr>
          <a:xfrm>
            <a:off x="702259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7" name="Shape 2225"/>
          <p:cNvSpPr/>
          <p:nvPr/>
        </p:nvSpPr>
        <p:spPr>
          <a:xfrm>
            <a:off x="713232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8" name="Shape 2226"/>
          <p:cNvSpPr/>
          <p:nvPr/>
        </p:nvSpPr>
        <p:spPr>
          <a:xfrm>
            <a:off x="724204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9" name="Shape 2227"/>
          <p:cNvSpPr/>
          <p:nvPr/>
        </p:nvSpPr>
        <p:spPr>
          <a:xfrm>
            <a:off x="735177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0" name="Shape 2228"/>
          <p:cNvSpPr/>
          <p:nvPr/>
        </p:nvSpPr>
        <p:spPr>
          <a:xfrm>
            <a:off x="746150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1" name="Shape 2229"/>
          <p:cNvSpPr/>
          <p:nvPr/>
        </p:nvSpPr>
        <p:spPr>
          <a:xfrm>
            <a:off x="757123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2" name="Shape 2230"/>
          <p:cNvSpPr/>
          <p:nvPr/>
        </p:nvSpPr>
        <p:spPr>
          <a:xfrm>
            <a:off x="768096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3" name="Shape 2231"/>
          <p:cNvSpPr/>
          <p:nvPr/>
        </p:nvSpPr>
        <p:spPr>
          <a:xfrm>
            <a:off x="779068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4" name="Shape 2232"/>
          <p:cNvSpPr/>
          <p:nvPr/>
        </p:nvSpPr>
        <p:spPr>
          <a:xfrm>
            <a:off x="790041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5" name="Shape 2233"/>
          <p:cNvSpPr/>
          <p:nvPr/>
        </p:nvSpPr>
        <p:spPr>
          <a:xfrm>
            <a:off x="801014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6" name="Shape 2234"/>
          <p:cNvSpPr/>
          <p:nvPr/>
        </p:nvSpPr>
        <p:spPr>
          <a:xfrm>
            <a:off x="811987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7" name="Shape 2235"/>
          <p:cNvSpPr/>
          <p:nvPr/>
        </p:nvSpPr>
        <p:spPr>
          <a:xfrm>
            <a:off x="822960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8" name="Shape 2236"/>
          <p:cNvSpPr/>
          <p:nvPr/>
        </p:nvSpPr>
        <p:spPr>
          <a:xfrm>
            <a:off x="833932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9" name="Shape 2237"/>
          <p:cNvSpPr/>
          <p:nvPr/>
        </p:nvSpPr>
        <p:spPr>
          <a:xfrm>
            <a:off x="844905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0" name="Shape 2238"/>
          <p:cNvSpPr/>
          <p:nvPr/>
        </p:nvSpPr>
        <p:spPr>
          <a:xfrm>
            <a:off x="855878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1" name="Shape 2239"/>
          <p:cNvSpPr/>
          <p:nvPr/>
        </p:nvSpPr>
        <p:spPr>
          <a:xfrm>
            <a:off x="866851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2" name="Shape 2240"/>
          <p:cNvSpPr/>
          <p:nvPr/>
        </p:nvSpPr>
        <p:spPr>
          <a:xfrm>
            <a:off x="877824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3" name="Shape 2241"/>
          <p:cNvSpPr/>
          <p:nvPr/>
        </p:nvSpPr>
        <p:spPr>
          <a:xfrm>
            <a:off x="888796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4" name="Shape 2242"/>
          <p:cNvSpPr/>
          <p:nvPr/>
        </p:nvSpPr>
        <p:spPr>
          <a:xfrm>
            <a:off x="899769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5" name="Shape 2243"/>
          <p:cNvSpPr/>
          <p:nvPr/>
        </p:nvSpPr>
        <p:spPr>
          <a:xfrm>
            <a:off x="910742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0" name="Shape 2268"/>
          <p:cNvSpPr/>
          <p:nvPr/>
        </p:nvSpPr>
        <p:spPr>
          <a:xfrm>
            <a:off x="5486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1" name="Shape 2269"/>
          <p:cNvSpPr/>
          <p:nvPr/>
        </p:nvSpPr>
        <p:spPr>
          <a:xfrm>
            <a:off x="16459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2" name="Shape 2270"/>
          <p:cNvSpPr/>
          <p:nvPr/>
        </p:nvSpPr>
        <p:spPr>
          <a:xfrm>
            <a:off x="27432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3" name="Shape 2271"/>
          <p:cNvSpPr/>
          <p:nvPr/>
        </p:nvSpPr>
        <p:spPr>
          <a:xfrm>
            <a:off x="38404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4" name="Shape 2272"/>
          <p:cNvSpPr/>
          <p:nvPr/>
        </p:nvSpPr>
        <p:spPr>
          <a:xfrm>
            <a:off x="49377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5" name="Shape 2273"/>
          <p:cNvSpPr/>
          <p:nvPr/>
        </p:nvSpPr>
        <p:spPr>
          <a:xfrm>
            <a:off x="60350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6" name="Shape 2274"/>
          <p:cNvSpPr/>
          <p:nvPr/>
        </p:nvSpPr>
        <p:spPr>
          <a:xfrm>
            <a:off x="71323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7" name="Shape 2275"/>
          <p:cNvSpPr/>
          <p:nvPr/>
        </p:nvSpPr>
        <p:spPr>
          <a:xfrm>
            <a:off x="82296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8" name="Shape 2276"/>
          <p:cNvSpPr/>
          <p:nvPr/>
        </p:nvSpPr>
        <p:spPr>
          <a:xfrm>
            <a:off x="93268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9" name="Shape 2277"/>
          <p:cNvSpPr/>
          <p:nvPr/>
        </p:nvSpPr>
        <p:spPr>
          <a:xfrm>
            <a:off x="104241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0" name="Shape 2278"/>
          <p:cNvSpPr/>
          <p:nvPr/>
        </p:nvSpPr>
        <p:spPr>
          <a:xfrm>
            <a:off x="115214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1" name="Shape 2279"/>
          <p:cNvSpPr/>
          <p:nvPr/>
        </p:nvSpPr>
        <p:spPr>
          <a:xfrm>
            <a:off x="126187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2" name="Shape 2280"/>
          <p:cNvSpPr/>
          <p:nvPr/>
        </p:nvSpPr>
        <p:spPr>
          <a:xfrm>
            <a:off x="137160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3" name="Shape 2281"/>
          <p:cNvSpPr/>
          <p:nvPr/>
        </p:nvSpPr>
        <p:spPr>
          <a:xfrm>
            <a:off x="148132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4" name="Shape 2282"/>
          <p:cNvSpPr/>
          <p:nvPr/>
        </p:nvSpPr>
        <p:spPr>
          <a:xfrm>
            <a:off x="159105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5" name="Shape 2283"/>
          <p:cNvSpPr/>
          <p:nvPr/>
        </p:nvSpPr>
        <p:spPr>
          <a:xfrm>
            <a:off x="170078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6" name="Shape 2284"/>
          <p:cNvSpPr/>
          <p:nvPr/>
        </p:nvSpPr>
        <p:spPr>
          <a:xfrm>
            <a:off x="181051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7" name="Shape 2285"/>
          <p:cNvSpPr/>
          <p:nvPr/>
        </p:nvSpPr>
        <p:spPr>
          <a:xfrm>
            <a:off x="192024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8" name="Shape 2286"/>
          <p:cNvSpPr/>
          <p:nvPr/>
        </p:nvSpPr>
        <p:spPr>
          <a:xfrm>
            <a:off x="202996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9" name="Shape 2287"/>
          <p:cNvSpPr/>
          <p:nvPr/>
        </p:nvSpPr>
        <p:spPr>
          <a:xfrm>
            <a:off x="213969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0" name="Shape 2288"/>
          <p:cNvSpPr/>
          <p:nvPr/>
        </p:nvSpPr>
        <p:spPr>
          <a:xfrm>
            <a:off x="224942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1" name="Shape 2289"/>
          <p:cNvSpPr/>
          <p:nvPr/>
        </p:nvSpPr>
        <p:spPr>
          <a:xfrm>
            <a:off x="235915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2" name="Shape 2290"/>
          <p:cNvSpPr/>
          <p:nvPr/>
        </p:nvSpPr>
        <p:spPr>
          <a:xfrm>
            <a:off x="246888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3" name="Shape 2291"/>
          <p:cNvSpPr/>
          <p:nvPr/>
        </p:nvSpPr>
        <p:spPr>
          <a:xfrm>
            <a:off x="257860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4" name="Shape 2292"/>
          <p:cNvSpPr/>
          <p:nvPr/>
        </p:nvSpPr>
        <p:spPr>
          <a:xfrm>
            <a:off x="268833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5" name="Shape 2293"/>
          <p:cNvSpPr/>
          <p:nvPr/>
        </p:nvSpPr>
        <p:spPr>
          <a:xfrm>
            <a:off x="279806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6" name="Shape 2294"/>
          <p:cNvSpPr/>
          <p:nvPr/>
        </p:nvSpPr>
        <p:spPr>
          <a:xfrm>
            <a:off x="290779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7" name="Shape 2295"/>
          <p:cNvSpPr/>
          <p:nvPr/>
        </p:nvSpPr>
        <p:spPr>
          <a:xfrm>
            <a:off x="301752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8" name="Shape 2296"/>
          <p:cNvSpPr/>
          <p:nvPr/>
        </p:nvSpPr>
        <p:spPr>
          <a:xfrm>
            <a:off x="312724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9" name="Shape 2297"/>
          <p:cNvSpPr/>
          <p:nvPr/>
        </p:nvSpPr>
        <p:spPr>
          <a:xfrm>
            <a:off x="323697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0" name="Shape 2298"/>
          <p:cNvSpPr/>
          <p:nvPr/>
        </p:nvSpPr>
        <p:spPr>
          <a:xfrm>
            <a:off x="334670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1" name="Shape 2299"/>
          <p:cNvSpPr/>
          <p:nvPr/>
        </p:nvSpPr>
        <p:spPr>
          <a:xfrm>
            <a:off x="345643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2" name="Shape 2300"/>
          <p:cNvSpPr/>
          <p:nvPr/>
        </p:nvSpPr>
        <p:spPr>
          <a:xfrm>
            <a:off x="356616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3" name="Shape 2301"/>
          <p:cNvSpPr/>
          <p:nvPr/>
        </p:nvSpPr>
        <p:spPr>
          <a:xfrm>
            <a:off x="367588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4" name="Shape 2302"/>
          <p:cNvSpPr/>
          <p:nvPr/>
        </p:nvSpPr>
        <p:spPr>
          <a:xfrm>
            <a:off x="378561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5" name="Shape 2303"/>
          <p:cNvSpPr/>
          <p:nvPr/>
        </p:nvSpPr>
        <p:spPr>
          <a:xfrm>
            <a:off x="389534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6" name="Shape 2304"/>
          <p:cNvSpPr/>
          <p:nvPr/>
        </p:nvSpPr>
        <p:spPr>
          <a:xfrm>
            <a:off x="400507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7" name="Shape 2305"/>
          <p:cNvSpPr/>
          <p:nvPr/>
        </p:nvSpPr>
        <p:spPr>
          <a:xfrm>
            <a:off x="411480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8" name="Shape 2306"/>
          <p:cNvSpPr/>
          <p:nvPr/>
        </p:nvSpPr>
        <p:spPr>
          <a:xfrm>
            <a:off x="422452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9" name="Shape 2307"/>
          <p:cNvSpPr/>
          <p:nvPr/>
        </p:nvSpPr>
        <p:spPr>
          <a:xfrm>
            <a:off x="433425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0" name="Shape 2308"/>
          <p:cNvSpPr/>
          <p:nvPr/>
        </p:nvSpPr>
        <p:spPr>
          <a:xfrm>
            <a:off x="444398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1" name="Shape 2309"/>
          <p:cNvSpPr/>
          <p:nvPr/>
        </p:nvSpPr>
        <p:spPr>
          <a:xfrm>
            <a:off x="455371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2" name="Shape 2310"/>
          <p:cNvSpPr/>
          <p:nvPr/>
        </p:nvSpPr>
        <p:spPr>
          <a:xfrm>
            <a:off x="466344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3" name="Shape 2311"/>
          <p:cNvSpPr/>
          <p:nvPr/>
        </p:nvSpPr>
        <p:spPr>
          <a:xfrm>
            <a:off x="477316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4" name="Shape 2312"/>
          <p:cNvSpPr/>
          <p:nvPr/>
        </p:nvSpPr>
        <p:spPr>
          <a:xfrm>
            <a:off x="488289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5" name="Shape 2313"/>
          <p:cNvSpPr/>
          <p:nvPr/>
        </p:nvSpPr>
        <p:spPr>
          <a:xfrm>
            <a:off x="499262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6" name="Shape 2314"/>
          <p:cNvSpPr/>
          <p:nvPr/>
        </p:nvSpPr>
        <p:spPr>
          <a:xfrm>
            <a:off x="510235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7" name="Shape 2315"/>
          <p:cNvSpPr/>
          <p:nvPr/>
        </p:nvSpPr>
        <p:spPr>
          <a:xfrm>
            <a:off x="521208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8" name="Shape 2316"/>
          <p:cNvSpPr/>
          <p:nvPr/>
        </p:nvSpPr>
        <p:spPr>
          <a:xfrm>
            <a:off x="532180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9" name="Shape 2317"/>
          <p:cNvSpPr/>
          <p:nvPr/>
        </p:nvSpPr>
        <p:spPr>
          <a:xfrm>
            <a:off x="543153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0" name="Shape 2318"/>
          <p:cNvSpPr/>
          <p:nvPr/>
        </p:nvSpPr>
        <p:spPr>
          <a:xfrm>
            <a:off x="554126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1" name="Shape 2319"/>
          <p:cNvSpPr/>
          <p:nvPr/>
        </p:nvSpPr>
        <p:spPr>
          <a:xfrm>
            <a:off x="565099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2" name="Shape 2320"/>
          <p:cNvSpPr/>
          <p:nvPr/>
        </p:nvSpPr>
        <p:spPr>
          <a:xfrm>
            <a:off x="576072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3" name="Shape 2321"/>
          <p:cNvSpPr/>
          <p:nvPr/>
        </p:nvSpPr>
        <p:spPr>
          <a:xfrm>
            <a:off x="587044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4" name="Shape 2322"/>
          <p:cNvSpPr/>
          <p:nvPr/>
        </p:nvSpPr>
        <p:spPr>
          <a:xfrm>
            <a:off x="598017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5" name="Shape 2323"/>
          <p:cNvSpPr/>
          <p:nvPr/>
        </p:nvSpPr>
        <p:spPr>
          <a:xfrm>
            <a:off x="608990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6" name="Shape 2324"/>
          <p:cNvSpPr/>
          <p:nvPr/>
        </p:nvSpPr>
        <p:spPr>
          <a:xfrm>
            <a:off x="619963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7" name="Shape 2325"/>
          <p:cNvSpPr/>
          <p:nvPr/>
        </p:nvSpPr>
        <p:spPr>
          <a:xfrm>
            <a:off x="630936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8" name="Shape 2326"/>
          <p:cNvSpPr/>
          <p:nvPr/>
        </p:nvSpPr>
        <p:spPr>
          <a:xfrm>
            <a:off x="641908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9" name="Shape 2327"/>
          <p:cNvSpPr/>
          <p:nvPr/>
        </p:nvSpPr>
        <p:spPr>
          <a:xfrm>
            <a:off x="652881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0" name="Shape 2328"/>
          <p:cNvSpPr/>
          <p:nvPr/>
        </p:nvSpPr>
        <p:spPr>
          <a:xfrm>
            <a:off x="663854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1" name="Shape 2329"/>
          <p:cNvSpPr/>
          <p:nvPr/>
        </p:nvSpPr>
        <p:spPr>
          <a:xfrm>
            <a:off x="674827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2" name="Shape 2330"/>
          <p:cNvSpPr/>
          <p:nvPr/>
        </p:nvSpPr>
        <p:spPr>
          <a:xfrm>
            <a:off x="685800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3" name="Shape 2331"/>
          <p:cNvSpPr/>
          <p:nvPr/>
        </p:nvSpPr>
        <p:spPr>
          <a:xfrm>
            <a:off x="696772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4" name="Shape 2332"/>
          <p:cNvSpPr/>
          <p:nvPr/>
        </p:nvSpPr>
        <p:spPr>
          <a:xfrm>
            <a:off x="707745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5" name="Shape 2333"/>
          <p:cNvSpPr/>
          <p:nvPr/>
        </p:nvSpPr>
        <p:spPr>
          <a:xfrm>
            <a:off x="718718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6" name="Shape 2334"/>
          <p:cNvSpPr/>
          <p:nvPr/>
        </p:nvSpPr>
        <p:spPr>
          <a:xfrm>
            <a:off x="729691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7" name="Shape 2335"/>
          <p:cNvSpPr/>
          <p:nvPr/>
        </p:nvSpPr>
        <p:spPr>
          <a:xfrm>
            <a:off x="740664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8" name="Shape 2336"/>
          <p:cNvSpPr/>
          <p:nvPr/>
        </p:nvSpPr>
        <p:spPr>
          <a:xfrm>
            <a:off x="751636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9" name="Shape 2337"/>
          <p:cNvSpPr/>
          <p:nvPr/>
        </p:nvSpPr>
        <p:spPr>
          <a:xfrm>
            <a:off x="762609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0" name="Shape 2338"/>
          <p:cNvSpPr/>
          <p:nvPr/>
        </p:nvSpPr>
        <p:spPr>
          <a:xfrm>
            <a:off x="773582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1" name="Shape 2339"/>
          <p:cNvSpPr/>
          <p:nvPr/>
        </p:nvSpPr>
        <p:spPr>
          <a:xfrm>
            <a:off x="784555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2" name="Shape 2340"/>
          <p:cNvSpPr/>
          <p:nvPr/>
        </p:nvSpPr>
        <p:spPr>
          <a:xfrm>
            <a:off x="795528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3" name="Shape 2341"/>
          <p:cNvSpPr/>
          <p:nvPr/>
        </p:nvSpPr>
        <p:spPr>
          <a:xfrm>
            <a:off x="806500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4" name="Shape 2342"/>
          <p:cNvSpPr/>
          <p:nvPr/>
        </p:nvSpPr>
        <p:spPr>
          <a:xfrm>
            <a:off x="817473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5" name="Shape 2343"/>
          <p:cNvSpPr/>
          <p:nvPr/>
        </p:nvSpPr>
        <p:spPr>
          <a:xfrm>
            <a:off x="828446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6" name="Shape 2344"/>
          <p:cNvSpPr/>
          <p:nvPr/>
        </p:nvSpPr>
        <p:spPr>
          <a:xfrm>
            <a:off x="839419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7" name="Shape 2345"/>
          <p:cNvSpPr/>
          <p:nvPr/>
        </p:nvSpPr>
        <p:spPr>
          <a:xfrm>
            <a:off x="850392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8" name="Shape 2346"/>
          <p:cNvSpPr/>
          <p:nvPr/>
        </p:nvSpPr>
        <p:spPr>
          <a:xfrm>
            <a:off x="861364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9" name="Shape 2347"/>
          <p:cNvSpPr/>
          <p:nvPr/>
        </p:nvSpPr>
        <p:spPr>
          <a:xfrm>
            <a:off x="872337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0" name="Shape 2348"/>
          <p:cNvSpPr/>
          <p:nvPr/>
        </p:nvSpPr>
        <p:spPr>
          <a:xfrm>
            <a:off x="883310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1" name="Shape 2349"/>
          <p:cNvSpPr/>
          <p:nvPr/>
        </p:nvSpPr>
        <p:spPr>
          <a:xfrm>
            <a:off x="894283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2" name="Shape 2350"/>
          <p:cNvSpPr/>
          <p:nvPr/>
        </p:nvSpPr>
        <p:spPr>
          <a:xfrm>
            <a:off x="905256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3" name="Shape 2351"/>
          <p:cNvSpPr/>
          <p:nvPr/>
        </p:nvSpPr>
        <p:spPr>
          <a:xfrm>
            <a:off x="916228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8" name="Shape 2376"/>
          <p:cNvSpPr/>
          <p:nvPr/>
        </p:nvSpPr>
        <p:spPr>
          <a:xfrm>
            <a:off x="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9" name="Shape 2377"/>
          <p:cNvSpPr/>
          <p:nvPr/>
        </p:nvSpPr>
        <p:spPr>
          <a:xfrm>
            <a:off x="10972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0" name="Shape 2378"/>
          <p:cNvSpPr/>
          <p:nvPr/>
        </p:nvSpPr>
        <p:spPr>
          <a:xfrm>
            <a:off x="21945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1" name="Shape 2379"/>
          <p:cNvSpPr/>
          <p:nvPr/>
        </p:nvSpPr>
        <p:spPr>
          <a:xfrm>
            <a:off x="32918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2" name="Shape 2380"/>
          <p:cNvSpPr/>
          <p:nvPr/>
        </p:nvSpPr>
        <p:spPr>
          <a:xfrm>
            <a:off x="43891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3" name="Shape 2381"/>
          <p:cNvSpPr/>
          <p:nvPr/>
        </p:nvSpPr>
        <p:spPr>
          <a:xfrm>
            <a:off x="54864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4" name="Shape 2382"/>
          <p:cNvSpPr/>
          <p:nvPr/>
        </p:nvSpPr>
        <p:spPr>
          <a:xfrm>
            <a:off x="65836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5" name="Shape 2383"/>
          <p:cNvSpPr/>
          <p:nvPr/>
        </p:nvSpPr>
        <p:spPr>
          <a:xfrm>
            <a:off x="76809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6" name="Shape 2384"/>
          <p:cNvSpPr/>
          <p:nvPr/>
        </p:nvSpPr>
        <p:spPr>
          <a:xfrm>
            <a:off x="87782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7" name="Shape 2385"/>
          <p:cNvSpPr/>
          <p:nvPr/>
        </p:nvSpPr>
        <p:spPr>
          <a:xfrm>
            <a:off x="98755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8" name="Shape 2386"/>
          <p:cNvSpPr/>
          <p:nvPr/>
        </p:nvSpPr>
        <p:spPr>
          <a:xfrm>
            <a:off x="109728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9" name="Shape 2387"/>
          <p:cNvSpPr/>
          <p:nvPr/>
        </p:nvSpPr>
        <p:spPr>
          <a:xfrm>
            <a:off x="120700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0" name="Shape 2388"/>
          <p:cNvSpPr/>
          <p:nvPr/>
        </p:nvSpPr>
        <p:spPr>
          <a:xfrm>
            <a:off x="131673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1" name="Shape 2389"/>
          <p:cNvSpPr/>
          <p:nvPr/>
        </p:nvSpPr>
        <p:spPr>
          <a:xfrm>
            <a:off x="142646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2" name="Shape 2390"/>
          <p:cNvSpPr/>
          <p:nvPr/>
        </p:nvSpPr>
        <p:spPr>
          <a:xfrm>
            <a:off x="153619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3" name="Shape 2391"/>
          <p:cNvSpPr/>
          <p:nvPr/>
        </p:nvSpPr>
        <p:spPr>
          <a:xfrm>
            <a:off x="164592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4" name="Shape 2392"/>
          <p:cNvSpPr/>
          <p:nvPr/>
        </p:nvSpPr>
        <p:spPr>
          <a:xfrm>
            <a:off x="175564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5" name="Shape 2393"/>
          <p:cNvSpPr/>
          <p:nvPr/>
        </p:nvSpPr>
        <p:spPr>
          <a:xfrm>
            <a:off x="186537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6" name="Shape 2394"/>
          <p:cNvSpPr/>
          <p:nvPr/>
        </p:nvSpPr>
        <p:spPr>
          <a:xfrm>
            <a:off x="197510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7" name="Shape 2395"/>
          <p:cNvSpPr/>
          <p:nvPr/>
        </p:nvSpPr>
        <p:spPr>
          <a:xfrm>
            <a:off x="208483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8" name="Shape 2396"/>
          <p:cNvSpPr/>
          <p:nvPr/>
        </p:nvSpPr>
        <p:spPr>
          <a:xfrm>
            <a:off x="219456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9" name="Shape 2397"/>
          <p:cNvSpPr/>
          <p:nvPr/>
        </p:nvSpPr>
        <p:spPr>
          <a:xfrm>
            <a:off x="230428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0" name="Shape 2398"/>
          <p:cNvSpPr/>
          <p:nvPr/>
        </p:nvSpPr>
        <p:spPr>
          <a:xfrm>
            <a:off x="241401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1" name="Shape 2399"/>
          <p:cNvSpPr/>
          <p:nvPr/>
        </p:nvSpPr>
        <p:spPr>
          <a:xfrm>
            <a:off x="252374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2" name="Shape 2400"/>
          <p:cNvSpPr/>
          <p:nvPr/>
        </p:nvSpPr>
        <p:spPr>
          <a:xfrm>
            <a:off x="263347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3" name="Shape 2401"/>
          <p:cNvSpPr/>
          <p:nvPr/>
        </p:nvSpPr>
        <p:spPr>
          <a:xfrm>
            <a:off x="274320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4" name="Shape 2402"/>
          <p:cNvSpPr/>
          <p:nvPr/>
        </p:nvSpPr>
        <p:spPr>
          <a:xfrm>
            <a:off x="285292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5" name="Shape 2403"/>
          <p:cNvSpPr/>
          <p:nvPr/>
        </p:nvSpPr>
        <p:spPr>
          <a:xfrm>
            <a:off x="296265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6" name="Shape 2404"/>
          <p:cNvSpPr/>
          <p:nvPr/>
        </p:nvSpPr>
        <p:spPr>
          <a:xfrm>
            <a:off x="307238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7" name="Shape 2405"/>
          <p:cNvSpPr/>
          <p:nvPr/>
        </p:nvSpPr>
        <p:spPr>
          <a:xfrm>
            <a:off x="318211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8" name="Shape 2406"/>
          <p:cNvSpPr/>
          <p:nvPr/>
        </p:nvSpPr>
        <p:spPr>
          <a:xfrm>
            <a:off x="329184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9" name="Shape 2407"/>
          <p:cNvSpPr/>
          <p:nvPr/>
        </p:nvSpPr>
        <p:spPr>
          <a:xfrm>
            <a:off x="340156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0" name="Shape 2408"/>
          <p:cNvSpPr/>
          <p:nvPr/>
        </p:nvSpPr>
        <p:spPr>
          <a:xfrm>
            <a:off x="351129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1" name="Shape 2409"/>
          <p:cNvSpPr/>
          <p:nvPr/>
        </p:nvSpPr>
        <p:spPr>
          <a:xfrm>
            <a:off x="362102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2" name="Shape 2410"/>
          <p:cNvSpPr/>
          <p:nvPr/>
        </p:nvSpPr>
        <p:spPr>
          <a:xfrm>
            <a:off x="373075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3" name="Shape 2411"/>
          <p:cNvSpPr/>
          <p:nvPr/>
        </p:nvSpPr>
        <p:spPr>
          <a:xfrm>
            <a:off x="384048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4" name="Shape 2412"/>
          <p:cNvSpPr/>
          <p:nvPr/>
        </p:nvSpPr>
        <p:spPr>
          <a:xfrm>
            <a:off x="395020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5" name="Shape 2413"/>
          <p:cNvSpPr/>
          <p:nvPr/>
        </p:nvSpPr>
        <p:spPr>
          <a:xfrm>
            <a:off x="405993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6" name="Shape 2414"/>
          <p:cNvSpPr/>
          <p:nvPr/>
        </p:nvSpPr>
        <p:spPr>
          <a:xfrm>
            <a:off x="416966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7" name="Shape 2415"/>
          <p:cNvSpPr/>
          <p:nvPr/>
        </p:nvSpPr>
        <p:spPr>
          <a:xfrm>
            <a:off x="427939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8" name="Shape 2416"/>
          <p:cNvSpPr/>
          <p:nvPr/>
        </p:nvSpPr>
        <p:spPr>
          <a:xfrm>
            <a:off x="438912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9" name="Shape 2417"/>
          <p:cNvSpPr/>
          <p:nvPr/>
        </p:nvSpPr>
        <p:spPr>
          <a:xfrm>
            <a:off x="449884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0" name="Shape 2418"/>
          <p:cNvSpPr/>
          <p:nvPr/>
        </p:nvSpPr>
        <p:spPr>
          <a:xfrm>
            <a:off x="460857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1" name="Shape 2419"/>
          <p:cNvSpPr/>
          <p:nvPr/>
        </p:nvSpPr>
        <p:spPr>
          <a:xfrm>
            <a:off x="471830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2" name="Shape 2420"/>
          <p:cNvSpPr/>
          <p:nvPr/>
        </p:nvSpPr>
        <p:spPr>
          <a:xfrm>
            <a:off x="482803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3" name="Shape 2421"/>
          <p:cNvSpPr/>
          <p:nvPr/>
        </p:nvSpPr>
        <p:spPr>
          <a:xfrm>
            <a:off x="493776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4" name="Shape 2422"/>
          <p:cNvSpPr/>
          <p:nvPr/>
        </p:nvSpPr>
        <p:spPr>
          <a:xfrm>
            <a:off x="504748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5" name="Shape 2423"/>
          <p:cNvSpPr/>
          <p:nvPr/>
        </p:nvSpPr>
        <p:spPr>
          <a:xfrm>
            <a:off x="515721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6" name="Shape 2424"/>
          <p:cNvSpPr/>
          <p:nvPr/>
        </p:nvSpPr>
        <p:spPr>
          <a:xfrm>
            <a:off x="526694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7" name="Shape 2425"/>
          <p:cNvSpPr/>
          <p:nvPr/>
        </p:nvSpPr>
        <p:spPr>
          <a:xfrm>
            <a:off x="537667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8" name="Shape 2426"/>
          <p:cNvSpPr/>
          <p:nvPr/>
        </p:nvSpPr>
        <p:spPr>
          <a:xfrm>
            <a:off x="548640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9" name="Shape 2427"/>
          <p:cNvSpPr/>
          <p:nvPr/>
        </p:nvSpPr>
        <p:spPr>
          <a:xfrm>
            <a:off x="559612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0" name="Shape 2428"/>
          <p:cNvSpPr/>
          <p:nvPr/>
        </p:nvSpPr>
        <p:spPr>
          <a:xfrm>
            <a:off x="570585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1" name="Shape 2429"/>
          <p:cNvSpPr/>
          <p:nvPr/>
        </p:nvSpPr>
        <p:spPr>
          <a:xfrm>
            <a:off x="581558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2" name="Shape 2430"/>
          <p:cNvSpPr/>
          <p:nvPr/>
        </p:nvSpPr>
        <p:spPr>
          <a:xfrm>
            <a:off x="592531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3" name="Shape 2431"/>
          <p:cNvSpPr/>
          <p:nvPr/>
        </p:nvSpPr>
        <p:spPr>
          <a:xfrm>
            <a:off x="603504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4" name="Shape 2432"/>
          <p:cNvSpPr/>
          <p:nvPr/>
        </p:nvSpPr>
        <p:spPr>
          <a:xfrm>
            <a:off x="614476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5" name="Shape 2433"/>
          <p:cNvSpPr/>
          <p:nvPr/>
        </p:nvSpPr>
        <p:spPr>
          <a:xfrm>
            <a:off x="625449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6" name="Shape 2434"/>
          <p:cNvSpPr/>
          <p:nvPr/>
        </p:nvSpPr>
        <p:spPr>
          <a:xfrm>
            <a:off x="636422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7" name="Shape 2435"/>
          <p:cNvSpPr/>
          <p:nvPr/>
        </p:nvSpPr>
        <p:spPr>
          <a:xfrm>
            <a:off x="647395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8" name="Shape 2436"/>
          <p:cNvSpPr/>
          <p:nvPr/>
        </p:nvSpPr>
        <p:spPr>
          <a:xfrm>
            <a:off x="658368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9" name="Shape 2437"/>
          <p:cNvSpPr/>
          <p:nvPr/>
        </p:nvSpPr>
        <p:spPr>
          <a:xfrm>
            <a:off x="669340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0" name="Shape 2438"/>
          <p:cNvSpPr/>
          <p:nvPr/>
        </p:nvSpPr>
        <p:spPr>
          <a:xfrm>
            <a:off x="680313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1" name="Shape 2439"/>
          <p:cNvSpPr/>
          <p:nvPr/>
        </p:nvSpPr>
        <p:spPr>
          <a:xfrm>
            <a:off x="691286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2" name="Shape 2440"/>
          <p:cNvSpPr/>
          <p:nvPr/>
        </p:nvSpPr>
        <p:spPr>
          <a:xfrm>
            <a:off x="702259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3" name="Shape 2441"/>
          <p:cNvSpPr/>
          <p:nvPr/>
        </p:nvSpPr>
        <p:spPr>
          <a:xfrm>
            <a:off x="713232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4" name="Shape 2442"/>
          <p:cNvSpPr/>
          <p:nvPr/>
        </p:nvSpPr>
        <p:spPr>
          <a:xfrm>
            <a:off x="724204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5" name="Shape 2443"/>
          <p:cNvSpPr/>
          <p:nvPr/>
        </p:nvSpPr>
        <p:spPr>
          <a:xfrm>
            <a:off x="735177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6" name="Shape 2444"/>
          <p:cNvSpPr/>
          <p:nvPr/>
        </p:nvSpPr>
        <p:spPr>
          <a:xfrm>
            <a:off x="746150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7" name="Shape 2445"/>
          <p:cNvSpPr/>
          <p:nvPr/>
        </p:nvSpPr>
        <p:spPr>
          <a:xfrm>
            <a:off x="757123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8" name="Shape 2446"/>
          <p:cNvSpPr/>
          <p:nvPr/>
        </p:nvSpPr>
        <p:spPr>
          <a:xfrm>
            <a:off x="768096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9" name="Shape 2447"/>
          <p:cNvSpPr/>
          <p:nvPr/>
        </p:nvSpPr>
        <p:spPr>
          <a:xfrm>
            <a:off x="779068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0" name="Shape 2448"/>
          <p:cNvSpPr/>
          <p:nvPr/>
        </p:nvSpPr>
        <p:spPr>
          <a:xfrm>
            <a:off x="790041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1" name="Shape 2449"/>
          <p:cNvSpPr/>
          <p:nvPr/>
        </p:nvSpPr>
        <p:spPr>
          <a:xfrm>
            <a:off x="801014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2" name="Shape 2450"/>
          <p:cNvSpPr/>
          <p:nvPr/>
        </p:nvSpPr>
        <p:spPr>
          <a:xfrm>
            <a:off x="811987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3" name="Shape 2451"/>
          <p:cNvSpPr/>
          <p:nvPr/>
        </p:nvSpPr>
        <p:spPr>
          <a:xfrm>
            <a:off x="822960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4" name="Shape 2452"/>
          <p:cNvSpPr/>
          <p:nvPr/>
        </p:nvSpPr>
        <p:spPr>
          <a:xfrm>
            <a:off x="833932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5" name="Shape 2453"/>
          <p:cNvSpPr/>
          <p:nvPr/>
        </p:nvSpPr>
        <p:spPr>
          <a:xfrm>
            <a:off x="844905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6" name="Shape 2454"/>
          <p:cNvSpPr/>
          <p:nvPr/>
        </p:nvSpPr>
        <p:spPr>
          <a:xfrm>
            <a:off x="855878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7" name="Shape 2455"/>
          <p:cNvSpPr/>
          <p:nvPr/>
        </p:nvSpPr>
        <p:spPr>
          <a:xfrm>
            <a:off x="866851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8" name="Shape 2456"/>
          <p:cNvSpPr/>
          <p:nvPr/>
        </p:nvSpPr>
        <p:spPr>
          <a:xfrm>
            <a:off x="877824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9" name="Shape 2457"/>
          <p:cNvSpPr/>
          <p:nvPr/>
        </p:nvSpPr>
        <p:spPr>
          <a:xfrm>
            <a:off x="888796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0" name="Shape 2458"/>
          <p:cNvSpPr/>
          <p:nvPr/>
        </p:nvSpPr>
        <p:spPr>
          <a:xfrm>
            <a:off x="899769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1" name="Shape 2459"/>
          <p:cNvSpPr/>
          <p:nvPr/>
        </p:nvSpPr>
        <p:spPr>
          <a:xfrm>
            <a:off x="910742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6" name="Shape 2484"/>
          <p:cNvSpPr/>
          <p:nvPr/>
        </p:nvSpPr>
        <p:spPr>
          <a:xfrm>
            <a:off x="5486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7" name="Shape 2485"/>
          <p:cNvSpPr/>
          <p:nvPr/>
        </p:nvSpPr>
        <p:spPr>
          <a:xfrm>
            <a:off x="16459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8" name="Shape 2486"/>
          <p:cNvSpPr/>
          <p:nvPr/>
        </p:nvSpPr>
        <p:spPr>
          <a:xfrm>
            <a:off x="27432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9" name="Shape 2487"/>
          <p:cNvSpPr/>
          <p:nvPr/>
        </p:nvSpPr>
        <p:spPr>
          <a:xfrm>
            <a:off x="38404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0" name="Shape 2488"/>
          <p:cNvSpPr/>
          <p:nvPr/>
        </p:nvSpPr>
        <p:spPr>
          <a:xfrm>
            <a:off x="49377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1" name="Shape 2489"/>
          <p:cNvSpPr/>
          <p:nvPr/>
        </p:nvSpPr>
        <p:spPr>
          <a:xfrm>
            <a:off x="60350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2" name="Shape 2490"/>
          <p:cNvSpPr/>
          <p:nvPr/>
        </p:nvSpPr>
        <p:spPr>
          <a:xfrm>
            <a:off x="71323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3" name="Shape 2491"/>
          <p:cNvSpPr/>
          <p:nvPr/>
        </p:nvSpPr>
        <p:spPr>
          <a:xfrm>
            <a:off x="82296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4" name="Shape 2492"/>
          <p:cNvSpPr/>
          <p:nvPr/>
        </p:nvSpPr>
        <p:spPr>
          <a:xfrm>
            <a:off x="93268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5" name="Shape 2493"/>
          <p:cNvSpPr/>
          <p:nvPr/>
        </p:nvSpPr>
        <p:spPr>
          <a:xfrm>
            <a:off x="104241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6" name="Shape 2494"/>
          <p:cNvSpPr/>
          <p:nvPr/>
        </p:nvSpPr>
        <p:spPr>
          <a:xfrm>
            <a:off x="115214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7" name="Shape 2495"/>
          <p:cNvSpPr/>
          <p:nvPr/>
        </p:nvSpPr>
        <p:spPr>
          <a:xfrm>
            <a:off x="126187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8" name="Shape 2496"/>
          <p:cNvSpPr/>
          <p:nvPr/>
        </p:nvSpPr>
        <p:spPr>
          <a:xfrm>
            <a:off x="137160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9" name="Shape 2497"/>
          <p:cNvSpPr/>
          <p:nvPr/>
        </p:nvSpPr>
        <p:spPr>
          <a:xfrm>
            <a:off x="148132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0" name="Shape 2498"/>
          <p:cNvSpPr/>
          <p:nvPr/>
        </p:nvSpPr>
        <p:spPr>
          <a:xfrm>
            <a:off x="159105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1" name="Shape 2499"/>
          <p:cNvSpPr/>
          <p:nvPr/>
        </p:nvSpPr>
        <p:spPr>
          <a:xfrm>
            <a:off x="170078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2" name="Shape 2500"/>
          <p:cNvSpPr/>
          <p:nvPr/>
        </p:nvSpPr>
        <p:spPr>
          <a:xfrm>
            <a:off x="181051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3" name="Shape 2501"/>
          <p:cNvSpPr/>
          <p:nvPr/>
        </p:nvSpPr>
        <p:spPr>
          <a:xfrm>
            <a:off x="192024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4" name="Shape 2502"/>
          <p:cNvSpPr/>
          <p:nvPr/>
        </p:nvSpPr>
        <p:spPr>
          <a:xfrm>
            <a:off x="202996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5" name="Shape 2503"/>
          <p:cNvSpPr/>
          <p:nvPr/>
        </p:nvSpPr>
        <p:spPr>
          <a:xfrm>
            <a:off x="213969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6" name="Shape 2504"/>
          <p:cNvSpPr/>
          <p:nvPr/>
        </p:nvSpPr>
        <p:spPr>
          <a:xfrm>
            <a:off x="224942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7" name="Shape 2505"/>
          <p:cNvSpPr/>
          <p:nvPr/>
        </p:nvSpPr>
        <p:spPr>
          <a:xfrm>
            <a:off x="235915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8" name="Shape 2506"/>
          <p:cNvSpPr/>
          <p:nvPr/>
        </p:nvSpPr>
        <p:spPr>
          <a:xfrm>
            <a:off x="246888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9" name="Shape 2507"/>
          <p:cNvSpPr/>
          <p:nvPr/>
        </p:nvSpPr>
        <p:spPr>
          <a:xfrm>
            <a:off x="257860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0" name="Shape 2508"/>
          <p:cNvSpPr/>
          <p:nvPr/>
        </p:nvSpPr>
        <p:spPr>
          <a:xfrm>
            <a:off x="268833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1" name="Shape 2509"/>
          <p:cNvSpPr/>
          <p:nvPr/>
        </p:nvSpPr>
        <p:spPr>
          <a:xfrm>
            <a:off x="279806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2" name="Shape 2510"/>
          <p:cNvSpPr/>
          <p:nvPr/>
        </p:nvSpPr>
        <p:spPr>
          <a:xfrm>
            <a:off x="290779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3" name="Shape 2511"/>
          <p:cNvSpPr/>
          <p:nvPr/>
        </p:nvSpPr>
        <p:spPr>
          <a:xfrm>
            <a:off x="301752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4" name="Shape 2512"/>
          <p:cNvSpPr/>
          <p:nvPr/>
        </p:nvSpPr>
        <p:spPr>
          <a:xfrm>
            <a:off x="312724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5" name="Shape 2513"/>
          <p:cNvSpPr/>
          <p:nvPr/>
        </p:nvSpPr>
        <p:spPr>
          <a:xfrm>
            <a:off x="323697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6" name="Shape 2514"/>
          <p:cNvSpPr/>
          <p:nvPr/>
        </p:nvSpPr>
        <p:spPr>
          <a:xfrm>
            <a:off x="334670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7" name="Shape 2515"/>
          <p:cNvSpPr/>
          <p:nvPr/>
        </p:nvSpPr>
        <p:spPr>
          <a:xfrm>
            <a:off x="345643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8" name="Shape 2516"/>
          <p:cNvSpPr/>
          <p:nvPr/>
        </p:nvSpPr>
        <p:spPr>
          <a:xfrm>
            <a:off x="356616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9" name="Shape 2517"/>
          <p:cNvSpPr/>
          <p:nvPr/>
        </p:nvSpPr>
        <p:spPr>
          <a:xfrm>
            <a:off x="367588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0" name="Shape 2518"/>
          <p:cNvSpPr/>
          <p:nvPr/>
        </p:nvSpPr>
        <p:spPr>
          <a:xfrm>
            <a:off x="378561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1" name="Shape 2519"/>
          <p:cNvSpPr/>
          <p:nvPr/>
        </p:nvSpPr>
        <p:spPr>
          <a:xfrm>
            <a:off x="389534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2" name="Shape 2520"/>
          <p:cNvSpPr/>
          <p:nvPr/>
        </p:nvSpPr>
        <p:spPr>
          <a:xfrm>
            <a:off x="400507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3" name="Shape 2521"/>
          <p:cNvSpPr/>
          <p:nvPr/>
        </p:nvSpPr>
        <p:spPr>
          <a:xfrm>
            <a:off x="411480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4" name="Shape 2522"/>
          <p:cNvSpPr/>
          <p:nvPr/>
        </p:nvSpPr>
        <p:spPr>
          <a:xfrm>
            <a:off x="422452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5" name="Shape 2523"/>
          <p:cNvSpPr/>
          <p:nvPr/>
        </p:nvSpPr>
        <p:spPr>
          <a:xfrm>
            <a:off x="433425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6" name="Shape 2524"/>
          <p:cNvSpPr/>
          <p:nvPr/>
        </p:nvSpPr>
        <p:spPr>
          <a:xfrm>
            <a:off x="444398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7" name="Shape 2525"/>
          <p:cNvSpPr/>
          <p:nvPr/>
        </p:nvSpPr>
        <p:spPr>
          <a:xfrm>
            <a:off x="455371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8" name="Shape 2526"/>
          <p:cNvSpPr/>
          <p:nvPr/>
        </p:nvSpPr>
        <p:spPr>
          <a:xfrm>
            <a:off x="466344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9" name="Shape 2527"/>
          <p:cNvSpPr/>
          <p:nvPr/>
        </p:nvSpPr>
        <p:spPr>
          <a:xfrm>
            <a:off x="477316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0" name="Shape 2528"/>
          <p:cNvSpPr/>
          <p:nvPr/>
        </p:nvSpPr>
        <p:spPr>
          <a:xfrm>
            <a:off x="488289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1" name="Shape 2529"/>
          <p:cNvSpPr/>
          <p:nvPr/>
        </p:nvSpPr>
        <p:spPr>
          <a:xfrm>
            <a:off x="499262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2" name="Shape 2530"/>
          <p:cNvSpPr/>
          <p:nvPr/>
        </p:nvSpPr>
        <p:spPr>
          <a:xfrm>
            <a:off x="510235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3" name="Shape 2531"/>
          <p:cNvSpPr/>
          <p:nvPr/>
        </p:nvSpPr>
        <p:spPr>
          <a:xfrm>
            <a:off x="521208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4" name="Shape 2532"/>
          <p:cNvSpPr/>
          <p:nvPr/>
        </p:nvSpPr>
        <p:spPr>
          <a:xfrm>
            <a:off x="532180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5" name="Shape 2533"/>
          <p:cNvSpPr/>
          <p:nvPr/>
        </p:nvSpPr>
        <p:spPr>
          <a:xfrm>
            <a:off x="543153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6" name="Shape 2534"/>
          <p:cNvSpPr/>
          <p:nvPr/>
        </p:nvSpPr>
        <p:spPr>
          <a:xfrm>
            <a:off x="554126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7" name="Shape 2535"/>
          <p:cNvSpPr/>
          <p:nvPr/>
        </p:nvSpPr>
        <p:spPr>
          <a:xfrm>
            <a:off x="565099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8" name="Shape 2536"/>
          <p:cNvSpPr/>
          <p:nvPr/>
        </p:nvSpPr>
        <p:spPr>
          <a:xfrm>
            <a:off x="576072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9" name="Shape 2537"/>
          <p:cNvSpPr/>
          <p:nvPr/>
        </p:nvSpPr>
        <p:spPr>
          <a:xfrm>
            <a:off x="587044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0" name="Shape 2538"/>
          <p:cNvSpPr/>
          <p:nvPr/>
        </p:nvSpPr>
        <p:spPr>
          <a:xfrm>
            <a:off x="598017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1" name="Shape 2539"/>
          <p:cNvSpPr/>
          <p:nvPr/>
        </p:nvSpPr>
        <p:spPr>
          <a:xfrm>
            <a:off x="608990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2" name="Shape 2540"/>
          <p:cNvSpPr/>
          <p:nvPr/>
        </p:nvSpPr>
        <p:spPr>
          <a:xfrm>
            <a:off x="619963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3" name="Shape 2541"/>
          <p:cNvSpPr/>
          <p:nvPr/>
        </p:nvSpPr>
        <p:spPr>
          <a:xfrm>
            <a:off x="630936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4" name="Shape 2542"/>
          <p:cNvSpPr/>
          <p:nvPr/>
        </p:nvSpPr>
        <p:spPr>
          <a:xfrm>
            <a:off x="641908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5" name="Shape 2543"/>
          <p:cNvSpPr/>
          <p:nvPr/>
        </p:nvSpPr>
        <p:spPr>
          <a:xfrm>
            <a:off x="652881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6" name="Shape 2544"/>
          <p:cNvSpPr/>
          <p:nvPr/>
        </p:nvSpPr>
        <p:spPr>
          <a:xfrm>
            <a:off x="663854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7" name="Shape 2545"/>
          <p:cNvSpPr/>
          <p:nvPr/>
        </p:nvSpPr>
        <p:spPr>
          <a:xfrm>
            <a:off x="674827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8" name="Shape 2546"/>
          <p:cNvSpPr/>
          <p:nvPr/>
        </p:nvSpPr>
        <p:spPr>
          <a:xfrm>
            <a:off x="685800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9" name="Shape 2547"/>
          <p:cNvSpPr/>
          <p:nvPr/>
        </p:nvSpPr>
        <p:spPr>
          <a:xfrm>
            <a:off x="696772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0" name="Shape 2548"/>
          <p:cNvSpPr/>
          <p:nvPr/>
        </p:nvSpPr>
        <p:spPr>
          <a:xfrm>
            <a:off x="707745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1" name="Shape 2549"/>
          <p:cNvSpPr/>
          <p:nvPr/>
        </p:nvSpPr>
        <p:spPr>
          <a:xfrm>
            <a:off x="718718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2" name="Shape 2550"/>
          <p:cNvSpPr/>
          <p:nvPr/>
        </p:nvSpPr>
        <p:spPr>
          <a:xfrm>
            <a:off x="729691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3" name="Shape 2551"/>
          <p:cNvSpPr/>
          <p:nvPr/>
        </p:nvSpPr>
        <p:spPr>
          <a:xfrm>
            <a:off x="740664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4" name="Shape 2552"/>
          <p:cNvSpPr/>
          <p:nvPr/>
        </p:nvSpPr>
        <p:spPr>
          <a:xfrm>
            <a:off x="751636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5" name="Shape 2553"/>
          <p:cNvSpPr/>
          <p:nvPr/>
        </p:nvSpPr>
        <p:spPr>
          <a:xfrm>
            <a:off x="762609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6" name="Shape 2554"/>
          <p:cNvSpPr/>
          <p:nvPr/>
        </p:nvSpPr>
        <p:spPr>
          <a:xfrm>
            <a:off x="773582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7" name="Shape 2555"/>
          <p:cNvSpPr/>
          <p:nvPr/>
        </p:nvSpPr>
        <p:spPr>
          <a:xfrm>
            <a:off x="784555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8" name="Shape 2556"/>
          <p:cNvSpPr/>
          <p:nvPr/>
        </p:nvSpPr>
        <p:spPr>
          <a:xfrm>
            <a:off x="795528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9" name="Shape 2557"/>
          <p:cNvSpPr/>
          <p:nvPr/>
        </p:nvSpPr>
        <p:spPr>
          <a:xfrm>
            <a:off x="806500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0" name="Shape 2558"/>
          <p:cNvSpPr/>
          <p:nvPr/>
        </p:nvSpPr>
        <p:spPr>
          <a:xfrm>
            <a:off x="817473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1" name="Shape 2559"/>
          <p:cNvSpPr/>
          <p:nvPr/>
        </p:nvSpPr>
        <p:spPr>
          <a:xfrm>
            <a:off x="828446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2" name="Shape 2560"/>
          <p:cNvSpPr/>
          <p:nvPr/>
        </p:nvSpPr>
        <p:spPr>
          <a:xfrm>
            <a:off x="839419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3" name="Shape 2561"/>
          <p:cNvSpPr/>
          <p:nvPr/>
        </p:nvSpPr>
        <p:spPr>
          <a:xfrm>
            <a:off x="850392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4" name="Shape 2562"/>
          <p:cNvSpPr/>
          <p:nvPr/>
        </p:nvSpPr>
        <p:spPr>
          <a:xfrm>
            <a:off x="861364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5" name="Shape 2563"/>
          <p:cNvSpPr/>
          <p:nvPr/>
        </p:nvSpPr>
        <p:spPr>
          <a:xfrm>
            <a:off x="872337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6" name="Shape 2564"/>
          <p:cNvSpPr/>
          <p:nvPr/>
        </p:nvSpPr>
        <p:spPr>
          <a:xfrm>
            <a:off x="883310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7" name="Shape 2565"/>
          <p:cNvSpPr/>
          <p:nvPr/>
        </p:nvSpPr>
        <p:spPr>
          <a:xfrm>
            <a:off x="894283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8" name="Shape 2566"/>
          <p:cNvSpPr/>
          <p:nvPr/>
        </p:nvSpPr>
        <p:spPr>
          <a:xfrm>
            <a:off x="905256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9" name="Shape 2567"/>
          <p:cNvSpPr/>
          <p:nvPr/>
        </p:nvSpPr>
        <p:spPr>
          <a:xfrm>
            <a:off x="916228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4" name="Shape 2592"/>
          <p:cNvSpPr/>
          <p:nvPr/>
        </p:nvSpPr>
        <p:spPr>
          <a:xfrm>
            <a:off x="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5" name="Shape 2593"/>
          <p:cNvSpPr/>
          <p:nvPr/>
        </p:nvSpPr>
        <p:spPr>
          <a:xfrm>
            <a:off x="10972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6" name="Shape 2594"/>
          <p:cNvSpPr/>
          <p:nvPr/>
        </p:nvSpPr>
        <p:spPr>
          <a:xfrm>
            <a:off x="21945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7" name="Shape 2595"/>
          <p:cNvSpPr/>
          <p:nvPr/>
        </p:nvSpPr>
        <p:spPr>
          <a:xfrm>
            <a:off x="32918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8" name="Shape 2596"/>
          <p:cNvSpPr/>
          <p:nvPr/>
        </p:nvSpPr>
        <p:spPr>
          <a:xfrm>
            <a:off x="43891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9" name="Shape 2597"/>
          <p:cNvSpPr/>
          <p:nvPr/>
        </p:nvSpPr>
        <p:spPr>
          <a:xfrm>
            <a:off x="54864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0" name="Shape 2598"/>
          <p:cNvSpPr/>
          <p:nvPr/>
        </p:nvSpPr>
        <p:spPr>
          <a:xfrm>
            <a:off x="65836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1" name="Shape 2599"/>
          <p:cNvSpPr/>
          <p:nvPr/>
        </p:nvSpPr>
        <p:spPr>
          <a:xfrm>
            <a:off x="76809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2" name="Shape 2600"/>
          <p:cNvSpPr/>
          <p:nvPr/>
        </p:nvSpPr>
        <p:spPr>
          <a:xfrm>
            <a:off x="87782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3" name="Shape 2601"/>
          <p:cNvSpPr/>
          <p:nvPr/>
        </p:nvSpPr>
        <p:spPr>
          <a:xfrm>
            <a:off x="98755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4" name="Shape 2602"/>
          <p:cNvSpPr/>
          <p:nvPr/>
        </p:nvSpPr>
        <p:spPr>
          <a:xfrm>
            <a:off x="109728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5" name="Shape 2603"/>
          <p:cNvSpPr/>
          <p:nvPr/>
        </p:nvSpPr>
        <p:spPr>
          <a:xfrm>
            <a:off x="120700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6" name="Shape 2604"/>
          <p:cNvSpPr/>
          <p:nvPr/>
        </p:nvSpPr>
        <p:spPr>
          <a:xfrm>
            <a:off x="131673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7" name="Shape 2605"/>
          <p:cNvSpPr/>
          <p:nvPr/>
        </p:nvSpPr>
        <p:spPr>
          <a:xfrm>
            <a:off x="142646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8" name="Shape 2606"/>
          <p:cNvSpPr/>
          <p:nvPr/>
        </p:nvSpPr>
        <p:spPr>
          <a:xfrm>
            <a:off x="153619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9" name="Shape 2607"/>
          <p:cNvSpPr/>
          <p:nvPr/>
        </p:nvSpPr>
        <p:spPr>
          <a:xfrm>
            <a:off x="164592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0" name="Shape 2608"/>
          <p:cNvSpPr/>
          <p:nvPr/>
        </p:nvSpPr>
        <p:spPr>
          <a:xfrm>
            <a:off x="175564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1" name="Shape 2609"/>
          <p:cNvSpPr/>
          <p:nvPr/>
        </p:nvSpPr>
        <p:spPr>
          <a:xfrm>
            <a:off x="186537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2" name="Shape 2610"/>
          <p:cNvSpPr/>
          <p:nvPr/>
        </p:nvSpPr>
        <p:spPr>
          <a:xfrm>
            <a:off x="197510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3" name="Shape 2611"/>
          <p:cNvSpPr/>
          <p:nvPr/>
        </p:nvSpPr>
        <p:spPr>
          <a:xfrm>
            <a:off x="208483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4" name="Shape 2612"/>
          <p:cNvSpPr/>
          <p:nvPr/>
        </p:nvSpPr>
        <p:spPr>
          <a:xfrm>
            <a:off x="219456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5" name="Shape 2613"/>
          <p:cNvSpPr/>
          <p:nvPr/>
        </p:nvSpPr>
        <p:spPr>
          <a:xfrm>
            <a:off x="230428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6" name="Shape 2614"/>
          <p:cNvSpPr/>
          <p:nvPr/>
        </p:nvSpPr>
        <p:spPr>
          <a:xfrm>
            <a:off x="241401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7" name="Shape 2615"/>
          <p:cNvSpPr/>
          <p:nvPr/>
        </p:nvSpPr>
        <p:spPr>
          <a:xfrm>
            <a:off x="252374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8" name="Shape 2616"/>
          <p:cNvSpPr/>
          <p:nvPr/>
        </p:nvSpPr>
        <p:spPr>
          <a:xfrm>
            <a:off x="263347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9" name="Shape 2617"/>
          <p:cNvSpPr/>
          <p:nvPr/>
        </p:nvSpPr>
        <p:spPr>
          <a:xfrm>
            <a:off x="274320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0" name="Shape 2618"/>
          <p:cNvSpPr/>
          <p:nvPr/>
        </p:nvSpPr>
        <p:spPr>
          <a:xfrm>
            <a:off x="285292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1" name="Shape 2619"/>
          <p:cNvSpPr/>
          <p:nvPr/>
        </p:nvSpPr>
        <p:spPr>
          <a:xfrm>
            <a:off x="296265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2" name="Shape 2620"/>
          <p:cNvSpPr/>
          <p:nvPr/>
        </p:nvSpPr>
        <p:spPr>
          <a:xfrm>
            <a:off x="307238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3" name="Shape 2621"/>
          <p:cNvSpPr/>
          <p:nvPr/>
        </p:nvSpPr>
        <p:spPr>
          <a:xfrm>
            <a:off x="318211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4" name="Shape 2622"/>
          <p:cNvSpPr/>
          <p:nvPr/>
        </p:nvSpPr>
        <p:spPr>
          <a:xfrm>
            <a:off x="329184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5" name="Shape 2623"/>
          <p:cNvSpPr/>
          <p:nvPr/>
        </p:nvSpPr>
        <p:spPr>
          <a:xfrm>
            <a:off x="340156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6" name="Shape 2624"/>
          <p:cNvSpPr/>
          <p:nvPr/>
        </p:nvSpPr>
        <p:spPr>
          <a:xfrm>
            <a:off x="351129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7" name="Shape 2625"/>
          <p:cNvSpPr/>
          <p:nvPr/>
        </p:nvSpPr>
        <p:spPr>
          <a:xfrm>
            <a:off x="362102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8" name="Shape 2626"/>
          <p:cNvSpPr/>
          <p:nvPr/>
        </p:nvSpPr>
        <p:spPr>
          <a:xfrm>
            <a:off x="373075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9" name="Shape 2627"/>
          <p:cNvSpPr/>
          <p:nvPr/>
        </p:nvSpPr>
        <p:spPr>
          <a:xfrm>
            <a:off x="384048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0" name="Shape 2628"/>
          <p:cNvSpPr/>
          <p:nvPr/>
        </p:nvSpPr>
        <p:spPr>
          <a:xfrm>
            <a:off x="395020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1" name="Shape 2629"/>
          <p:cNvSpPr/>
          <p:nvPr/>
        </p:nvSpPr>
        <p:spPr>
          <a:xfrm>
            <a:off x="405993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2" name="Shape 2630"/>
          <p:cNvSpPr/>
          <p:nvPr/>
        </p:nvSpPr>
        <p:spPr>
          <a:xfrm>
            <a:off x="416966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3" name="Shape 2631"/>
          <p:cNvSpPr/>
          <p:nvPr/>
        </p:nvSpPr>
        <p:spPr>
          <a:xfrm>
            <a:off x="427939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4" name="Shape 2632"/>
          <p:cNvSpPr/>
          <p:nvPr/>
        </p:nvSpPr>
        <p:spPr>
          <a:xfrm>
            <a:off x="438912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5" name="Shape 2633"/>
          <p:cNvSpPr/>
          <p:nvPr/>
        </p:nvSpPr>
        <p:spPr>
          <a:xfrm>
            <a:off x="449884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6" name="Shape 2634"/>
          <p:cNvSpPr/>
          <p:nvPr/>
        </p:nvSpPr>
        <p:spPr>
          <a:xfrm>
            <a:off x="460857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7" name="Shape 2635"/>
          <p:cNvSpPr/>
          <p:nvPr/>
        </p:nvSpPr>
        <p:spPr>
          <a:xfrm>
            <a:off x="471830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8" name="Shape 2636"/>
          <p:cNvSpPr/>
          <p:nvPr/>
        </p:nvSpPr>
        <p:spPr>
          <a:xfrm>
            <a:off x="482803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9" name="Shape 2637"/>
          <p:cNvSpPr/>
          <p:nvPr/>
        </p:nvSpPr>
        <p:spPr>
          <a:xfrm>
            <a:off x="493776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0" name="Shape 2638"/>
          <p:cNvSpPr/>
          <p:nvPr/>
        </p:nvSpPr>
        <p:spPr>
          <a:xfrm>
            <a:off x="504748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1" name="Shape 2639"/>
          <p:cNvSpPr/>
          <p:nvPr/>
        </p:nvSpPr>
        <p:spPr>
          <a:xfrm>
            <a:off x="515721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2" name="Shape 2640"/>
          <p:cNvSpPr/>
          <p:nvPr/>
        </p:nvSpPr>
        <p:spPr>
          <a:xfrm>
            <a:off x="526694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3" name="Shape 2641"/>
          <p:cNvSpPr/>
          <p:nvPr/>
        </p:nvSpPr>
        <p:spPr>
          <a:xfrm>
            <a:off x="537667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4" name="Shape 2642"/>
          <p:cNvSpPr/>
          <p:nvPr/>
        </p:nvSpPr>
        <p:spPr>
          <a:xfrm>
            <a:off x="548640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5" name="Shape 2643"/>
          <p:cNvSpPr/>
          <p:nvPr/>
        </p:nvSpPr>
        <p:spPr>
          <a:xfrm>
            <a:off x="559612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6" name="Shape 2644"/>
          <p:cNvSpPr/>
          <p:nvPr/>
        </p:nvSpPr>
        <p:spPr>
          <a:xfrm>
            <a:off x="570585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7" name="Shape 2645"/>
          <p:cNvSpPr/>
          <p:nvPr/>
        </p:nvSpPr>
        <p:spPr>
          <a:xfrm>
            <a:off x="581558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8" name="Shape 2646"/>
          <p:cNvSpPr/>
          <p:nvPr/>
        </p:nvSpPr>
        <p:spPr>
          <a:xfrm>
            <a:off x="592531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9" name="Shape 2647"/>
          <p:cNvSpPr/>
          <p:nvPr/>
        </p:nvSpPr>
        <p:spPr>
          <a:xfrm>
            <a:off x="603504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0" name="Shape 2648"/>
          <p:cNvSpPr/>
          <p:nvPr/>
        </p:nvSpPr>
        <p:spPr>
          <a:xfrm>
            <a:off x="614476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1" name="Shape 2649"/>
          <p:cNvSpPr/>
          <p:nvPr/>
        </p:nvSpPr>
        <p:spPr>
          <a:xfrm>
            <a:off x="625449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2" name="Shape 2650"/>
          <p:cNvSpPr/>
          <p:nvPr/>
        </p:nvSpPr>
        <p:spPr>
          <a:xfrm>
            <a:off x="636422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3" name="Shape 2651"/>
          <p:cNvSpPr/>
          <p:nvPr/>
        </p:nvSpPr>
        <p:spPr>
          <a:xfrm>
            <a:off x="647395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4" name="Shape 2652"/>
          <p:cNvSpPr/>
          <p:nvPr/>
        </p:nvSpPr>
        <p:spPr>
          <a:xfrm>
            <a:off x="658368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5" name="Shape 2653"/>
          <p:cNvSpPr/>
          <p:nvPr/>
        </p:nvSpPr>
        <p:spPr>
          <a:xfrm>
            <a:off x="669340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6" name="Shape 2654"/>
          <p:cNvSpPr/>
          <p:nvPr/>
        </p:nvSpPr>
        <p:spPr>
          <a:xfrm>
            <a:off x="680313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7" name="Shape 2655"/>
          <p:cNvSpPr/>
          <p:nvPr/>
        </p:nvSpPr>
        <p:spPr>
          <a:xfrm>
            <a:off x="691286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8" name="Shape 2656"/>
          <p:cNvSpPr/>
          <p:nvPr/>
        </p:nvSpPr>
        <p:spPr>
          <a:xfrm>
            <a:off x="702259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9" name="Shape 2657"/>
          <p:cNvSpPr/>
          <p:nvPr/>
        </p:nvSpPr>
        <p:spPr>
          <a:xfrm>
            <a:off x="713232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0" name="Shape 2658"/>
          <p:cNvSpPr/>
          <p:nvPr/>
        </p:nvSpPr>
        <p:spPr>
          <a:xfrm>
            <a:off x="724204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1" name="Shape 2659"/>
          <p:cNvSpPr/>
          <p:nvPr/>
        </p:nvSpPr>
        <p:spPr>
          <a:xfrm>
            <a:off x="735177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2" name="Shape 2660"/>
          <p:cNvSpPr/>
          <p:nvPr/>
        </p:nvSpPr>
        <p:spPr>
          <a:xfrm>
            <a:off x="746150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3" name="Shape 2661"/>
          <p:cNvSpPr/>
          <p:nvPr/>
        </p:nvSpPr>
        <p:spPr>
          <a:xfrm>
            <a:off x="757123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4" name="Shape 2662"/>
          <p:cNvSpPr/>
          <p:nvPr/>
        </p:nvSpPr>
        <p:spPr>
          <a:xfrm>
            <a:off x="768096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5" name="Shape 2663"/>
          <p:cNvSpPr/>
          <p:nvPr/>
        </p:nvSpPr>
        <p:spPr>
          <a:xfrm>
            <a:off x="779068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6" name="Shape 2664"/>
          <p:cNvSpPr/>
          <p:nvPr/>
        </p:nvSpPr>
        <p:spPr>
          <a:xfrm>
            <a:off x="790041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7" name="Shape 2665"/>
          <p:cNvSpPr/>
          <p:nvPr/>
        </p:nvSpPr>
        <p:spPr>
          <a:xfrm>
            <a:off x="801014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8" name="Shape 2666"/>
          <p:cNvSpPr/>
          <p:nvPr/>
        </p:nvSpPr>
        <p:spPr>
          <a:xfrm>
            <a:off x="811987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9" name="Shape 2667"/>
          <p:cNvSpPr/>
          <p:nvPr/>
        </p:nvSpPr>
        <p:spPr>
          <a:xfrm>
            <a:off x="822960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0" name="Shape 2668"/>
          <p:cNvSpPr/>
          <p:nvPr/>
        </p:nvSpPr>
        <p:spPr>
          <a:xfrm>
            <a:off x="833932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1" name="Shape 2669"/>
          <p:cNvSpPr/>
          <p:nvPr/>
        </p:nvSpPr>
        <p:spPr>
          <a:xfrm>
            <a:off x="844905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2" name="Shape 2670"/>
          <p:cNvSpPr/>
          <p:nvPr/>
        </p:nvSpPr>
        <p:spPr>
          <a:xfrm>
            <a:off x="855878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3" name="Shape 2671"/>
          <p:cNvSpPr/>
          <p:nvPr/>
        </p:nvSpPr>
        <p:spPr>
          <a:xfrm>
            <a:off x="866851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4" name="Shape 2672"/>
          <p:cNvSpPr/>
          <p:nvPr/>
        </p:nvSpPr>
        <p:spPr>
          <a:xfrm>
            <a:off x="877824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5" name="Shape 2673"/>
          <p:cNvSpPr/>
          <p:nvPr/>
        </p:nvSpPr>
        <p:spPr>
          <a:xfrm>
            <a:off x="888796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6" name="Shape 2674"/>
          <p:cNvSpPr/>
          <p:nvPr/>
        </p:nvSpPr>
        <p:spPr>
          <a:xfrm>
            <a:off x="899769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7" name="Shape 2675"/>
          <p:cNvSpPr/>
          <p:nvPr/>
        </p:nvSpPr>
        <p:spPr>
          <a:xfrm>
            <a:off x="910742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2" name="Shape 2700"/>
          <p:cNvSpPr/>
          <p:nvPr/>
        </p:nvSpPr>
        <p:spPr>
          <a:xfrm>
            <a:off x="5486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3" name="Shape 2701"/>
          <p:cNvSpPr/>
          <p:nvPr/>
        </p:nvSpPr>
        <p:spPr>
          <a:xfrm>
            <a:off x="16459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4" name="Shape 2702"/>
          <p:cNvSpPr/>
          <p:nvPr/>
        </p:nvSpPr>
        <p:spPr>
          <a:xfrm>
            <a:off x="27432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5" name="Shape 2703"/>
          <p:cNvSpPr/>
          <p:nvPr/>
        </p:nvSpPr>
        <p:spPr>
          <a:xfrm>
            <a:off x="38404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6" name="Shape 2704"/>
          <p:cNvSpPr/>
          <p:nvPr/>
        </p:nvSpPr>
        <p:spPr>
          <a:xfrm>
            <a:off x="49377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7" name="Shape 2705"/>
          <p:cNvSpPr/>
          <p:nvPr/>
        </p:nvSpPr>
        <p:spPr>
          <a:xfrm>
            <a:off x="60350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8" name="Shape 2706"/>
          <p:cNvSpPr/>
          <p:nvPr/>
        </p:nvSpPr>
        <p:spPr>
          <a:xfrm>
            <a:off x="71323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9" name="Shape 2707"/>
          <p:cNvSpPr/>
          <p:nvPr/>
        </p:nvSpPr>
        <p:spPr>
          <a:xfrm>
            <a:off x="82296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0" name="Shape 2708"/>
          <p:cNvSpPr/>
          <p:nvPr/>
        </p:nvSpPr>
        <p:spPr>
          <a:xfrm>
            <a:off x="93268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1" name="Shape 2709"/>
          <p:cNvSpPr/>
          <p:nvPr/>
        </p:nvSpPr>
        <p:spPr>
          <a:xfrm>
            <a:off x="104241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2" name="Shape 2710"/>
          <p:cNvSpPr/>
          <p:nvPr/>
        </p:nvSpPr>
        <p:spPr>
          <a:xfrm>
            <a:off x="115214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3" name="Shape 2711"/>
          <p:cNvSpPr/>
          <p:nvPr/>
        </p:nvSpPr>
        <p:spPr>
          <a:xfrm>
            <a:off x="126187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4" name="Shape 2712"/>
          <p:cNvSpPr/>
          <p:nvPr/>
        </p:nvSpPr>
        <p:spPr>
          <a:xfrm>
            <a:off x="137160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5" name="Shape 2713"/>
          <p:cNvSpPr/>
          <p:nvPr/>
        </p:nvSpPr>
        <p:spPr>
          <a:xfrm>
            <a:off x="148132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6" name="Shape 2714"/>
          <p:cNvSpPr/>
          <p:nvPr/>
        </p:nvSpPr>
        <p:spPr>
          <a:xfrm>
            <a:off x="159105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7" name="Shape 2715"/>
          <p:cNvSpPr/>
          <p:nvPr/>
        </p:nvSpPr>
        <p:spPr>
          <a:xfrm>
            <a:off x="170078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8" name="Shape 2716"/>
          <p:cNvSpPr/>
          <p:nvPr/>
        </p:nvSpPr>
        <p:spPr>
          <a:xfrm>
            <a:off x="181051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9" name="Shape 2717"/>
          <p:cNvSpPr/>
          <p:nvPr/>
        </p:nvSpPr>
        <p:spPr>
          <a:xfrm>
            <a:off x="192024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0" name="Shape 2718"/>
          <p:cNvSpPr/>
          <p:nvPr/>
        </p:nvSpPr>
        <p:spPr>
          <a:xfrm>
            <a:off x="202996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1" name="Shape 2719"/>
          <p:cNvSpPr/>
          <p:nvPr/>
        </p:nvSpPr>
        <p:spPr>
          <a:xfrm>
            <a:off x="213969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2" name="Shape 2720"/>
          <p:cNvSpPr/>
          <p:nvPr/>
        </p:nvSpPr>
        <p:spPr>
          <a:xfrm>
            <a:off x="224942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3" name="Shape 2721"/>
          <p:cNvSpPr/>
          <p:nvPr/>
        </p:nvSpPr>
        <p:spPr>
          <a:xfrm>
            <a:off x="235915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4" name="Shape 2722"/>
          <p:cNvSpPr/>
          <p:nvPr/>
        </p:nvSpPr>
        <p:spPr>
          <a:xfrm>
            <a:off x="246888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5" name="Shape 2723"/>
          <p:cNvSpPr/>
          <p:nvPr/>
        </p:nvSpPr>
        <p:spPr>
          <a:xfrm>
            <a:off x="257860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6" name="Shape 2724"/>
          <p:cNvSpPr/>
          <p:nvPr/>
        </p:nvSpPr>
        <p:spPr>
          <a:xfrm>
            <a:off x="268833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7" name="Shape 2725"/>
          <p:cNvSpPr/>
          <p:nvPr/>
        </p:nvSpPr>
        <p:spPr>
          <a:xfrm>
            <a:off x="279806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8" name="Shape 2726"/>
          <p:cNvSpPr/>
          <p:nvPr/>
        </p:nvSpPr>
        <p:spPr>
          <a:xfrm>
            <a:off x="290779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9" name="Shape 2727"/>
          <p:cNvSpPr/>
          <p:nvPr/>
        </p:nvSpPr>
        <p:spPr>
          <a:xfrm>
            <a:off x="301752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0" name="Shape 2728"/>
          <p:cNvSpPr/>
          <p:nvPr/>
        </p:nvSpPr>
        <p:spPr>
          <a:xfrm>
            <a:off x="312724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1" name="Shape 2729"/>
          <p:cNvSpPr/>
          <p:nvPr/>
        </p:nvSpPr>
        <p:spPr>
          <a:xfrm>
            <a:off x="323697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2" name="Shape 2730"/>
          <p:cNvSpPr/>
          <p:nvPr/>
        </p:nvSpPr>
        <p:spPr>
          <a:xfrm>
            <a:off x="334670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3" name="Shape 2731"/>
          <p:cNvSpPr/>
          <p:nvPr/>
        </p:nvSpPr>
        <p:spPr>
          <a:xfrm>
            <a:off x="345643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4" name="Shape 2732"/>
          <p:cNvSpPr/>
          <p:nvPr/>
        </p:nvSpPr>
        <p:spPr>
          <a:xfrm>
            <a:off x="356616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5" name="Shape 2733"/>
          <p:cNvSpPr/>
          <p:nvPr/>
        </p:nvSpPr>
        <p:spPr>
          <a:xfrm>
            <a:off x="367588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6" name="Shape 2734"/>
          <p:cNvSpPr/>
          <p:nvPr/>
        </p:nvSpPr>
        <p:spPr>
          <a:xfrm>
            <a:off x="378561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7" name="Shape 2735"/>
          <p:cNvSpPr/>
          <p:nvPr/>
        </p:nvSpPr>
        <p:spPr>
          <a:xfrm>
            <a:off x="389534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8" name="Shape 2736"/>
          <p:cNvSpPr/>
          <p:nvPr/>
        </p:nvSpPr>
        <p:spPr>
          <a:xfrm>
            <a:off x="400507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9" name="Shape 2737"/>
          <p:cNvSpPr/>
          <p:nvPr/>
        </p:nvSpPr>
        <p:spPr>
          <a:xfrm>
            <a:off x="411480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0" name="Shape 2738"/>
          <p:cNvSpPr/>
          <p:nvPr/>
        </p:nvSpPr>
        <p:spPr>
          <a:xfrm>
            <a:off x="422452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1" name="Shape 2739"/>
          <p:cNvSpPr/>
          <p:nvPr/>
        </p:nvSpPr>
        <p:spPr>
          <a:xfrm>
            <a:off x="433425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2" name="Shape 2740"/>
          <p:cNvSpPr/>
          <p:nvPr/>
        </p:nvSpPr>
        <p:spPr>
          <a:xfrm>
            <a:off x="444398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3" name="Shape 2741"/>
          <p:cNvSpPr/>
          <p:nvPr/>
        </p:nvSpPr>
        <p:spPr>
          <a:xfrm>
            <a:off x="455371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4" name="Shape 2742"/>
          <p:cNvSpPr/>
          <p:nvPr/>
        </p:nvSpPr>
        <p:spPr>
          <a:xfrm>
            <a:off x="466344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5" name="Shape 2743"/>
          <p:cNvSpPr/>
          <p:nvPr/>
        </p:nvSpPr>
        <p:spPr>
          <a:xfrm>
            <a:off x="477316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6" name="Shape 2744"/>
          <p:cNvSpPr/>
          <p:nvPr/>
        </p:nvSpPr>
        <p:spPr>
          <a:xfrm>
            <a:off x="488289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7" name="Shape 2745"/>
          <p:cNvSpPr/>
          <p:nvPr/>
        </p:nvSpPr>
        <p:spPr>
          <a:xfrm>
            <a:off x="499262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8" name="Shape 2746"/>
          <p:cNvSpPr/>
          <p:nvPr/>
        </p:nvSpPr>
        <p:spPr>
          <a:xfrm>
            <a:off x="510235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9" name="Shape 2747"/>
          <p:cNvSpPr/>
          <p:nvPr/>
        </p:nvSpPr>
        <p:spPr>
          <a:xfrm>
            <a:off x="521208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0" name="Shape 2748"/>
          <p:cNvSpPr/>
          <p:nvPr/>
        </p:nvSpPr>
        <p:spPr>
          <a:xfrm>
            <a:off x="532180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1" name="Shape 2749"/>
          <p:cNvSpPr/>
          <p:nvPr/>
        </p:nvSpPr>
        <p:spPr>
          <a:xfrm>
            <a:off x="543153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2" name="Shape 2750"/>
          <p:cNvSpPr/>
          <p:nvPr/>
        </p:nvSpPr>
        <p:spPr>
          <a:xfrm>
            <a:off x="554126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3" name="Shape 2751"/>
          <p:cNvSpPr/>
          <p:nvPr/>
        </p:nvSpPr>
        <p:spPr>
          <a:xfrm>
            <a:off x="565099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4" name="Shape 2752"/>
          <p:cNvSpPr/>
          <p:nvPr/>
        </p:nvSpPr>
        <p:spPr>
          <a:xfrm>
            <a:off x="576072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5" name="Shape 2753"/>
          <p:cNvSpPr/>
          <p:nvPr/>
        </p:nvSpPr>
        <p:spPr>
          <a:xfrm>
            <a:off x="587044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6" name="Shape 2754"/>
          <p:cNvSpPr/>
          <p:nvPr/>
        </p:nvSpPr>
        <p:spPr>
          <a:xfrm>
            <a:off x="598017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7" name="Shape 2755"/>
          <p:cNvSpPr/>
          <p:nvPr/>
        </p:nvSpPr>
        <p:spPr>
          <a:xfrm>
            <a:off x="608990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8" name="Shape 2756"/>
          <p:cNvSpPr/>
          <p:nvPr/>
        </p:nvSpPr>
        <p:spPr>
          <a:xfrm>
            <a:off x="619963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9" name="Shape 2757"/>
          <p:cNvSpPr/>
          <p:nvPr/>
        </p:nvSpPr>
        <p:spPr>
          <a:xfrm>
            <a:off x="630936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0" name="Shape 2758"/>
          <p:cNvSpPr/>
          <p:nvPr/>
        </p:nvSpPr>
        <p:spPr>
          <a:xfrm>
            <a:off x="641908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1" name="Shape 2759"/>
          <p:cNvSpPr/>
          <p:nvPr/>
        </p:nvSpPr>
        <p:spPr>
          <a:xfrm>
            <a:off x="652881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2" name="Shape 2760"/>
          <p:cNvSpPr/>
          <p:nvPr/>
        </p:nvSpPr>
        <p:spPr>
          <a:xfrm>
            <a:off x="663854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3" name="Shape 2761"/>
          <p:cNvSpPr/>
          <p:nvPr/>
        </p:nvSpPr>
        <p:spPr>
          <a:xfrm>
            <a:off x="674827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4" name="Shape 2762"/>
          <p:cNvSpPr/>
          <p:nvPr/>
        </p:nvSpPr>
        <p:spPr>
          <a:xfrm>
            <a:off x="685800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5" name="Shape 2763"/>
          <p:cNvSpPr/>
          <p:nvPr/>
        </p:nvSpPr>
        <p:spPr>
          <a:xfrm>
            <a:off x="696772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6" name="Shape 2764"/>
          <p:cNvSpPr/>
          <p:nvPr/>
        </p:nvSpPr>
        <p:spPr>
          <a:xfrm>
            <a:off x="707745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7" name="Shape 2765"/>
          <p:cNvSpPr/>
          <p:nvPr/>
        </p:nvSpPr>
        <p:spPr>
          <a:xfrm>
            <a:off x="718718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8" name="Shape 2766"/>
          <p:cNvSpPr/>
          <p:nvPr/>
        </p:nvSpPr>
        <p:spPr>
          <a:xfrm>
            <a:off x="729691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9" name="Shape 2767"/>
          <p:cNvSpPr/>
          <p:nvPr/>
        </p:nvSpPr>
        <p:spPr>
          <a:xfrm>
            <a:off x="740664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0" name="Shape 2768"/>
          <p:cNvSpPr/>
          <p:nvPr/>
        </p:nvSpPr>
        <p:spPr>
          <a:xfrm>
            <a:off x="751636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1" name="Shape 2769"/>
          <p:cNvSpPr/>
          <p:nvPr/>
        </p:nvSpPr>
        <p:spPr>
          <a:xfrm>
            <a:off x="762609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2" name="Shape 2770"/>
          <p:cNvSpPr/>
          <p:nvPr/>
        </p:nvSpPr>
        <p:spPr>
          <a:xfrm>
            <a:off x="773582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3" name="Shape 2771"/>
          <p:cNvSpPr/>
          <p:nvPr/>
        </p:nvSpPr>
        <p:spPr>
          <a:xfrm>
            <a:off x="784555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4" name="Shape 2772"/>
          <p:cNvSpPr/>
          <p:nvPr/>
        </p:nvSpPr>
        <p:spPr>
          <a:xfrm>
            <a:off x="795528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5" name="Shape 2773"/>
          <p:cNvSpPr/>
          <p:nvPr/>
        </p:nvSpPr>
        <p:spPr>
          <a:xfrm>
            <a:off x="806500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6" name="Shape 2774"/>
          <p:cNvSpPr/>
          <p:nvPr/>
        </p:nvSpPr>
        <p:spPr>
          <a:xfrm>
            <a:off x="817473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7" name="Shape 2775"/>
          <p:cNvSpPr/>
          <p:nvPr/>
        </p:nvSpPr>
        <p:spPr>
          <a:xfrm>
            <a:off x="828446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8" name="Shape 2776"/>
          <p:cNvSpPr/>
          <p:nvPr/>
        </p:nvSpPr>
        <p:spPr>
          <a:xfrm>
            <a:off x="839419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9" name="Shape 2777"/>
          <p:cNvSpPr/>
          <p:nvPr/>
        </p:nvSpPr>
        <p:spPr>
          <a:xfrm>
            <a:off x="850392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0" name="Shape 2778"/>
          <p:cNvSpPr/>
          <p:nvPr/>
        </p:nvSpPr>
        <p:spPr>
          <a:xfrm>
            <a:off x="861364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1" name="Shape 2779"/>
          <p:cNvSpPr/>
          <p:nvPr/>
        </p:nvSpPr>
        <p:spPr>
          <a:xfrm>
            <a:off x="872337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2" name="Shape 2780"/>
          <p:cNvSpPr/>
          <p:nvPr/>
        </p:nvSpPr>
        <p:spPr>
          <a:xfrm>
            <a:off x="883310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3" name="Shape 2781"/>
          <p:cNvSpPr/>
          <p:nvPr/>
        </p:nvSpPr>
        <p:spPr>
          <a:xfrm>
            <a:off x="894283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4" name="Shape 2782"/>
          <p:cNvSpPr/>
          <p:nvPr/>
        </p:nvSpPr>
        <p:spPr>
          <a:xfrm>
            <a:off x="905256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5" name="Shape 2783"/>
          <p:cNvSpPr/>
          <p:nvPr/>
        </p:nvSpPr>
        <p:spPr>
          <a:xfrm>
            <a:off x="916228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0" name="Shape 2808"/>
          <p:cNvSpPr/>
          <p:nvPr/>
        </p:nvSpPr>
        <p:spPr>
          <a:xfrm>
            <a:off x="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1" name="Shape 2809"/>
          <p:cNvSpPr/>
          <p:nvPr/>
        </p:nvSpPr>
        <p:spPr>
          <a:xfrm>
            <a:off x="10972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2" name="Shape 2810"/>
          <p:cNvSpPr/>
          <p:nvPr/>
        </p:nvSpPr>
        <p:spPr>
          <a:xfrm>
            <a:off x="21945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3" name="Shape 2811"/>
          <p:cNvSpPr/>
          <p:nvPr/>
        </p:nvSpPr>
        <p:spPr>
          <a:xfrm>
            <a:off x="32918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4" name="Shape 2812"/>
          <p:cNvSpPr/>
          <p:nvPr/>
        </p:nvSpPr>
        <p:spPr>
          <a:xfrm>
            <a:off x="43891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5" name="Shape 2813"/>
          <p:cNvSpPr/>
          <p:nvPr/>
        </p:nvSpPr>
        <p:spPr>
          <a:xfrm>
            <a:off x="54864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6" name="Shape 2814"/>
          <p:cNvSpPr/>
          <p:nvPr/>
        </p:nvSpPr>
        <p:spPr>
          <a:xfrm>
            <a:off x="65836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7" name="Shape 2815"/>
          <p:cNvSpPr/>
          <p:nvPr/>
        </p:nvSpPr>
        <p:spPr>
          <a:xfrm>
            <a:off x="76809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8" name="Shape 2816"/>
          <p:cNvSpPr/>
          <p:nvPr/>
        </p:nvSpPr>
        <p:spPr>
          <a:xfrm>
            <a:off x="87782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9" name="Shape 2817"/>
          <p:cNvSpPr/>
          <p:nvPr/>
        </p:nvSpPr>
        <p:spPr>
          <a:xfrm>
            <a:off x="98755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0" name="Shape 2818"/>
          <p:cNvSpPr/>
          <p:nvPr/>
        </p:nvSpPr>
        <p:spPr>
          <a:xfrm>
            <a:off x="109728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1" name="Shape 2819"/>
          <p:cNvSpPr/>
          <p:nvPr/>
        </p:nvSpPr>
        <p:spPr>
          <a:xfrm>
            <a:off x="120700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2" name="Shape 2820"/>
          <p:cNvSpPr/>
          <p:nvPr/>
        </p:nvSpPr>
        <p:spPr>
          <a:xfrm>
            <a:off x="131673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3" name="Shape 2821"/>
          <p:cNvSpPr/>
          <p:nvPr/>
        </p:nvSpPr>
        <p:spPr>
          <a:xfrm>
            <a:off x="142646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4" name="Shape 2822"/>
          <p:cNvSpPr/>
          <p:nvPr/>
        </p:nvSpPr>
        <p:spPr>
          <a:xfrm>
            <a:off x="153619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5" name="Shape 2823"/>
          <p:cNvSpPr/>
          <p:nvPr/>
        </p:nvSpPr>
        <p:spPr>
          <a:xfrm>
            <a:off x="164592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6" name="Shape 2824"/>
          <p:cNvSpPr/>
          <p:nvPr/>
        </p:nvSpPr>
        <p:spPr>
          <a:xfrm>
            <a:off x="175564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7" name="Shape 2825"/>
          <p:cNvSpPr/>
          <p:nvPr/>
        </p:nvSpPr>
        <p:spPr>
          <a:xfrm>
            <a:off x="186537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8" name="Shape 2826"/>
          <p:cNvSpPr/>
          <p:nvPr/>
        </p:nvSpPr>
        <p:spPr>
          <a:xfrm>
            <a:off x="197510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9" name="Shape 2827"/>
          <p:cNvSpPr/>
          <p:nvPr/>
        </p:nvSpPr>
        <p:spPr>
          <a:xfrm>
            <a:off x="208483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0" name="Shape 2828"/>
          <p:cNvSpPr/>
          <p:nvPr/>
        </p:nvSpPr>
        <p:spPr>
          <a:xfrm>
            <a:off x="219456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1" name="Shape 2829"/>
          <p:cNvSpPr/>
          <p:nvPr/>
        </p:nvSpPr>
        <p:spPr>
          <a:xfrm>
            <a:off x="230428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2" name="Shape 2830"/>
          <p:cNvSpPr/>
          <p:nvPr/>
        </p:nvSpPr>
        <p:spPr>
          <a:xfrm>
            <a:off x="241401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3" name="Shape 2831"/>
          <p:cNvSpPr/>
          <p:nvPr/>
        </p:nvSpPr>
        <p:spPr>
          <a:xfrm>
            <a:off x="252374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4" name="Shape 2832"/>
          <p:cNvSpPr/>
          <p:nvPr/>
        </p:nvSpPr>
        <p:spPr>
          <a:xfrm>
            <a:off x="263347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5" name="Shape 2833"/>
          <p:cNvSpPr/>
          <p:nvPr/>
        </p:nvSpPr>
        <p:spPr>
          <a:xfrm>
            <a:off x="274320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6" name="Shape 2834"/>
          <p:cNvSpPr/>
          <p:nvPr/>
        </p:nvSpPr>
        <p:spPr>
          <a:xfrm>
            <a:off x="285292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7" name="Shape 2835"/>
          <p:cNvSpPr/>
          <p:nvPr/>
        </p:nvSpPr>
        <p:spPr>
          <a:xfrm>
            <a:off x="296265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8" name="Shape 2836"/>
          <p:cNvSpPr/>
          <p:nvPr/>
        </p:nvSpPr>
        <p:spPr>
          <a:xfrm>
            <a:off x="307238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9" name="Shape 2837"/>
          <p:cNvSpPr/>
          <p:nvPr/>
        </p:nvSpPr>
        <p:spPr>
          <a:xfrm>
            <a:off x="318211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0" name="Shape 2838"/>
          <p:cNvSpPr/>
          <p:nvPr/>
        </p:nvSpPr>
        <p:spPr>
          <a:xfrm>
            <a:off x="329184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1" name="Shape 2839"/>
          <p:cNvSpPr/>
          <p:nvPr/>
        </p:nvSpPr>
        <p:spPr>
          <a:xfrm>
            <a:off x="340156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2" name="Shape 2840"/>
          <p:cNvSpPr/>
          <p:nvPr/>
        </p:nvSpPr>
        <p:spPr>
          <a:xfrm>
            <a:off x="351129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3" name="Shape 2841"/>
          <p:cNvSpPr/>
          <p:nvPr/>
        </p:nvSpPr>
        <p:spPr>
          <a:xfrm>
            <a:off x="362102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4" name="Shape 2842"/>
          <p:cNvSpPr/>
          <p:nvPr/>
        </p:nvSpPr>
        <p:spPr>
          <a:xfrm>
            <a:off x="373075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5" name="Shape 2843"/>
          <p:cNvSpPr/>
          <p:nvPr/>
        </p:nvSpPr>
        <p:spPr>
          <a:xfrm>
            <a:off x="384048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6" name="Shape 2844"/>
          <p:cNvSpPr/>
          <p:nvPr/>
        </p:nvSpPr>
        <p:spPr>
          <a:xfrm>
            <a:off x="395020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7" name="Shape 2845"/>
          <p:cNvSpPr/>
          <p:nvPr/>
        </p:nvSpPr>
        <p:spPr>
          <a:xfrm>
            <a:off x="405993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8" name="Shape 2846"/>
          <p:cNvSpPr/>
          <p:nvPr/>
        </p:nvSpPr>
        <p:spPr>
          <a:xfrm>
            <a:off x="416966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9" name="Shape 2847"/>
          <p:cNvSpPr/>
          <p:nvPr/>
        </p:nvSpPr>
        <p:spPr>
          <a:xfrm>
            <a:off x="427939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0" name="Shape 2848"/>
          <p:cNvSpPr/>
          <p:nvPr/>
        </p:nvSpPr>
        <p:spPr>
          <a:xfrm>
            <a:off x="438912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1" name="Shape 2849"/>
          <p:cNvSpPr/>
          <p:nvPr/>
        </p:nvSpPr>
        <p:spPr>
          <a:xfrm>
            <a:off x="449884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2" name="Shape 2850"/>
          <p:cNvSpPr/>
          <p:nvPr/>
        </p:nvSpPr>
        <p:spPr>
          <a:xfrm>
            <a:off x="460857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3" name="Shape 2851"/>
          <p:cNvSpPr/>
          <p:nvPr/>
        </p:nvSpPr>
        <p:spPr>
          <a:xfrm>
            <a:off x="471830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4" name="Shape 2852"/>
          <p:cNvSpPr/>
          <p:nvPr/>
        </p:nvSpPr>
        <p:spPr>
          <a:xfrm>
            <a:off x="482803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5" name="Shape 2853"/>
          <p:cNvSpPr/>
          <p:nvPr/>
        </p:nvSpPr>
        <p:spPr>
          <a:xfrm>
            <a:off x="493776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6" name="Shape 2854"/>
          <p:cNvSpPr/>
          <p:nvPr/>
        </p:nvSpPr>
        <p:spPr>
          <a:xfrm>
            <a:off x="504748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7" name="Shape 2855"/>
          <p:cNvSpPr/>
          <p:nvPr/>
        </p:nvSpPr>
        <p:spPr>
          <a:xfrm>
            <a:off x="515721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8" name="Shape 2856"/>
          <p:cNvSpPr/>
          <p:nvPr/>
        </p:nvSpPr>
        <p:spPr>
          <a:xfrm>
            <a:off x="526694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9" name="Shape 2857"/>
          <p:cNvSpPr/>
          <p:nvPr/>
        </p:nvSpPr>
        <p:spPr>
          <a:xfrm>
            <a:off x="537667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0" name="Shape 2858"/>
          <p:cNvSpPr/>
          <p:nvPr/>
        </p:nvSpPr>
        <p:spPr>
          <a:xfrm>
            <a:off x="548640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1" name="Shape 2859"/>
          <p:cNvSpPr/>
          <p:nvPr/>
        </p:nvSpPr>
        <p:spPr>
          <a:xfrm>
            <a:off x="559612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2" name="Shape 2860"/>
          <p:cNvSpPr/>
          <p:nvPr/>
        </p:nvSpPr>
        <p:spPr>
          <a:xfrm>
            <a:off x="570585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3" name="Shape 2861"/>
          <p:cNvSpPr/>
          <p:nvPr/>
        </p:nvSpPr>
        <p:spPr>
          <a:xfrm>
            <a:off x="581558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4" name="Shape 2862"/>
          <p:cNvSpPr/>
          <p:nvPr/>
        </p:nvSpPr>
        <p:spPr>
          <a:xfrm>
            <a:off x="592531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5" name="Shape 2863"/>
          <p:cNvSpPr/>
          <p:nvPr/>
        </p:nvSpPr>
        <p:spPr>
          <a:xfrm>
            <a:off x="603504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6" name="Shape 2864"/>
          <p:cNvSpPr/>
          <p:nvPr/>
        </p:nvSpPr>
        <p:spPr>
          <a:xfrm>
            <a:off x="614476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7" name="Shape 2865"/>
          <p:cNvSpPr/>
          <p:nvPr/>
        </p:nvSpPr>
        <p:spPr>
          <a:xfrm>
            <a:off x="625449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8" name="Shape 2866"/>
          <p:cNvSpPr/>
          <p:nvPr/>
        </p:nvSpPr>
        <p:spPr>
          <a:xfrm>
            <a:off x="636422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9" name="Shape 2867"/>
          <p:cNvSpPr/>
          <p:nvPr/>
        </p:nvSpPr>
        <p:spPr>
          <a:xfrm>
            <a:off x="647395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0" name="Shape 2868"/>
          <p:cNvSpPr/>
          <p:nvPr/>
        </p:nvSpPr>
        <p:spPr>
          <a:xfrm>
            <a:off x="658368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1" name="Shape 2869"/>
          <p:cNvSpPr/>
          <p:nvPr/>
        </p:nvSpPr>
        <p:spPr>
          <a:xfrm>
            <a:off x="669340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2" name="Shape 2870"/>
          <p:cNvSpPr/>
          <p:nvPr/>
        </p:nvSpPr>
        <p:spPr>
          <a:xfrm>
            <a:off x="680313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3" name="Shape 2871"/>
          <p:cNvSpPr/>
          <p:nvPr/>
        </p:nvSpPr>
        <p:spPr>
          <a:xfrm>
            <a:off x="691286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4" name="Shape 2872"/>
          <p:cNvSpPr/>
          <p:nvPr/>
        </p:nvSpPr>
        <p:spPr>
          <a:xfrm>
            <a:off x="702259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5" name="Shape 2873"/>
          <p:cNvSpPr/>
          <p:nvPr/>
        </p:nvSpPr>
        <p:spPr>
          <a:xfrm>
            <a:off x="713232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6" name="Shape 2874"/>
          <p:cNvSpPr/>
          <p:nvPr/>
        </p:nvSpPr>
        <p:spPr>
          <a:xfrm>
            <a:off x="724204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7" name="Shape 2875"/>
          <p:cNvSpPr/>
          <p:nvPr/>
        </p:nvSpPr>
        <p:spPr>
          <a:xfrm>
            <a:off x="735177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8" name="Shape 2876"/>
          <p:cNvSpPr/>
          <p:nvPr/>
        </p:nvSpPr>
        <p:spPr>
          <a:xfrm>
            <a:off x="746150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9" name="Shape 2877"/>
          <p:cNvSpPr/>
          <p:nvPr/>
        </p:nvSpPr>
        <p:spPr>
          <a:xfrm>
            <a:off x="757123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0" name="Shape 2878"/>
          <p:cNvSpPr/>
          <p:nvPr/>
        </p:nvSpPr>
        <p:spPr>
          <a:xfrm>
            <a:off x="768096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1" name="Shape 2879"/>
          <p:cNvSpPr/>
          <p:nvPr/>
        </p:nvSpPr>
        <p:spPr>
          <a:xfrm>
            <a:off x="779068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2" name="Shape 2880"/>
          <p:cNvSpPr/>
          <p:nvPr/>
        </p:nvSpPr>
        <p:spPr>
          <a:xfrm>
            <a:off x="790041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3" name="Shape 2881"/>
          <p:cNvSpPr/>
          <p:nvPr/>
        </p:nvSpPr>
        <p:spPr>
          <a:xfrm>
            <a:off x="801014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4" name="Shape 2882"/>
          <p:cNvSpPr/>
          <p:nvPr/>
        </p:nvSpPr>
        <p:spPr>
          <a:xfrm>
            <a:off x="811987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5" name="Shape 2883"/>
          <p:cNvSpPr/>
          <p:nvPr/>
        </p:nvSpPr>
        <p:spPr>
          <a:xfrm>
            <a:off x="822960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6" name="Shape 2884"/>
          <p:cNvSpPr/>
          <p:nvPr/>
        </p:nvSpPr>
        <p:spPr>
          <a:xfrm>
            <a:off x="833932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7" name="Shape 2885"/>
          <p:cNvSpPr/>
          <p:nvPr/>
        </p:nvSpPr>
        <p:spPr>
          <a:xfrm>
            <a:off x="844905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8" name="Shape 2886"/>
          <p:cNvSpPr/>
          <p:nvPr/>
        </p:nvSpPr>
        <p:spPr>
          <a:xfrm>
            <a:off x="855878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9" name="Shape 2887"/>
          <p:cNvSpPr/>
          <p:nvPr/>
        </p:nvSpPr>
        <p:spPr>
          <a:xfrm>
            <a:off x="866851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0" name="Shape 2888"/>
          <p:cNvSpPr/>
          <p:nvPr/>
        </p:nvSpPr>
        <p:spPr>
          <a:xfrm>
            <a:off x="877824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1" name="Shape 2889"/>
          <p:cNvSpPr/>
          <p:nvPr/>
        </p:nvSpPr>
        <p:spPr>
          <a:xfrm>
            <a:off x="888796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2" name="Shape 2890"/>
          <p:cNvSpPr/>
          <p:nvPr/>
        </p:nvSpPr>
        <p:spPr>
          <a:xfrm>
            <a:off x="899769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3" name="Shape 2891"/>
          <p:cNvSpPr/>
          <p:nvPr/>
        </p:nvSpPr>
        <p:spPr>
          <a:xfrm>
            <a:off x="910742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8" name="Shape 2916"/>
          <p:cNvSpPr/>
          <p:nvPr/>
        </p:nvSpPr>
        <p:spPr>
          <a:xfrm>
            <a:off x="5486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9" name="Shape 2917"/>
          <p:cNvSpPr/>
          <p:nvPr/>
        </p:nvSpPr>
        <p:spPr>
          <a:xfrm>
            <a:off x="16459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0" name="Shape 2918"/>
          <p:cNvSpPr/>
          <p:nvPr/>
        </p:nvSpPr>
        <p:spPr>
          <a:xfrm>
            <a:off x="27432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1" name="Shape 2919"/>
          <p:cNvSpPr/>
          <p:nvPr/>
        </p:nvSpPr>
        <p:spPr>
          <a:xfrm>
            <a:off x="38404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2" name="Shape 2920"/>
          <p:cNvSpPr/>
          <p:nvPr/>
        </p:nvSpPr>
        <p:spPr>
          <a:xfrm>
            <a:off x="49377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3" name="Shape 2921"/>
          <p:cNvSpPr/>
          <p:nvPr/>
        </p:nvSpPr>
        <p:spPr>
          <a:xfrm>
            <a:off x="60350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4" name="Shape 2922"/>
          <p:cNvSpPr/>
          <p:nvPr/>
        </p:nvSpPr>
        <p:spPr>
          <a:xfrm>
            <a:off x="71323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5" name="Shape 2923"/>
          <p:cNvSpPr/>
          <p:nvPr/>
        </p:nvSpPr>
        <p:spPr>
          <a:xfrm>
            <a:off x="82296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6" name="Shape 2924"/>
          <p:cNvSpPr/>
          <p:nvPr/>
        </p:nvSpPr>
        <p:spPr>
          <a:xfrm>
            <a:off x="93268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7" name="Shape 2925"/>
          <p:cNvSpPr/>
          <p:nvPr/>
        </p:nvSpPr>
        <p:spPr>
          <a:xfrm>
            <a:off x="104241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8" name="Shape 2926"/>
          <p:cNvSpPr/>
          <p:nvPr/>
        </p:nvSpPr>
        <p:spPr>
          <a:xfrm>
            <a:off x="115214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9" name="Shape 2927"/>
          <p:cNvSpPr/>
          <p:nvPr/>
        </p:nvSpPr>
        <p:spPr>
          <a:xfrm>
            <a:off x="126187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0" name="Shape 2928"/>
          <p:cNvSpPr/>
          <p:nvPr/>
        </p:nvSpPr>
        <p:spPr>
          <a:xfrm>
            <a:off x="137160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1" name="Shape 2929"/>
          <p:cNvSpPr/>
          <p:nvPr/>
        </p:nvSpPr>
        <p:spPr>
          <a:xfrm>
            <a:off x="148132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2" name="Shape 2930"/>
          <p:cNvSpPr/>
          <p:nvPr/>
        </p:nvSpPr>
        <p:spPr>
          <a:xfrm>
            <a:off x="159105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3" name="Shape 2931"/>
          <p:cNvSpPr/>
          <p:nvPr/>
        </p:nvSpPr>
        <p:spPr>
          <a:xfrm>
            <a:off x="170078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4" name="Shape 2932"/>
          <p:cNvSpPr/>
          <p:nvPr/>
        </p:nvSpPr>
        <p:spPr>
          <a:xfrm>
            <a:off x="181051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5" name="Shape 2933"/>
          <p:cNvSpPr/>
          <p:nvPr/>
        </p:nvSpPr>
        <p:spPr>
          <a:xfrm>
            <a:off x="192024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6" name="Shape 2934"/>
          <p:cNvSpPr/>
          <p:nvPr/>
        </p:nvSpPr>
        <p:spPr>
          <a:xfrm>
            <a:off x="202996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7" name="Shape 2935"/>
          <p:cNvSpPr/>
          <p:nvPr/>
        </p:nvSpPr>
        <p:spPr>
          <a:xfrm>
            <a:off x="213969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8" name="Shape 2936"/>
          <p:cNvSpPr/>
          <p:nvPr/>
        </p:nvSpPr>
        <p:spPr>
          <a:xfrm>
            <a:off x="224942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9" name="Shape 2937"/>
          <p:cNvSpPr/>
          <p:nvPr/>
        </p:nvSpPr>
        <p:spPr>
          <a:xfrm>
            <a:off x="235915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0" name="Shape 2938"/>
          <p:cNvSpPr/>
          <p:nvPr/>
        </p:nvSpPr>
        <p:spPr>
          <a:xfrm>
            <a:off x="246888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1" name="Shape 2939"/>
          <p:cNvSpPr/>
          <p:nvPr/>
        </p:nvSpPr>
        <p:spPr>
          <a:xfrm>
            <a:off x="257860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2" name="Shape 2940"/>
          <p:cNvSpPr/>
          <p:nvPr/>
        </p:nvSpPr>
        <p:spPr>
          <a:xfrm>
            <a:off x="268833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3" name="Shape 2941"/>
          <p:cNvSpPr/>
          <p:nvPr/>
        </p:nvSpPr>
        <p:spPr>
          <a:xfrm>
            <a:off x="279806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4" name="Shape 2942"/>
          <p:cNvSpPr/>
          <p:nvPr/>
        </p:nvSpPr>
        <p:spPr>
          <a:xfrm>
            <a:off x="290779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5" name="Shape 2943"/>
          <p:cNvSpPr/>
          <p:nvPr/>
        </p:nvSpPr>
        <p:spPr>
          <a:xfrm>
            <a:off x="301752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6" name="Shape 2944"/>
          <p:cNvSpPr/>
          <p:nvPr/>
        </p:nvSpPr>
        <p:spPr>
          <a:xfrm>
            <a:off x="312724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7" name="Shape 2945"/>
          <p:cNvSpPr/>
          <p:nvPr/>
        </p:nvSpPr>
        <p:spPr>
          <a:xfrm>
            <a:off x="323697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8" name="Shape 2946"/>
          <p:cNvSpPr/>
          <p:nvPr/>
        </p:nvSpPr>
        <p:spPr>
          <a:xfrm>
            <a:off x="334670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9" name="Shape 2947"/>
          <p:cNvSpPr/>
          <p:nvPr/>
        </p:nvSpPr>
        <p:spPr>
          <a:xfrm>
            <a:off x="345643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0" name="Shape 2948"/>
          <p:cNvSpPr/>
          <p:nvPr/>
        </p:nvSpPr>
        <p:spPr>
          <a:xfrm>
            <a:off x="356616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1" name="Shape 2949"/>
          <p:cNvSpPr/>
          <p:nvPr/>
        </p:nvSpPr>
        <p:spPr>
          <a:xfrm>
            <a:off x="367588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2" name="Shape 2950"/>
          <p:cNvSpPr/>
          <p:nvPr/>
        </p:nvSpPr>
        <p:spPr>
          <a:xfrm>
            <a:off x="378561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3" name="Shape 2951"/>
          <p:cNvSpPr/>
          <p:nvPr/>
        </p:nvSpPr>
        <p:spPr>
          <a:xfrm>
            <a:off x="389534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4" name="Shape 2952"/>
          <p:cNvSpPr/>
          <p:nvPr/>
        </p:nvSpPr>
        <p:spPr>
          <a:xfrm>
            <a:off x="400507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5" name="Shape 2953"/>
          <p:cNvSpPr/>
          <p:nvPr/>
        </p:nvSpPr>
        <p:spPr>
          <a:xfrm>
            <a:off x="411480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6" name="Shape 2954"/>
          <p:cNvSpPr/>
          <p:nvPr/>
        </p:nvSpPr>
        <p:spPr>
          <a:xfrm>
            <a:off x="422452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7" name="Shape 2955"/>
          <p:cNvSpPr/>
          <p:nvPr/>
        </p:nvSpPr>
        <p:spPr>
          <a:xfrm>
            <a:off x="433425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8" name="Shape 2956"/>
          <p:cNvSpPr/>
          <p:nvPr/>
        </p:nvSpPr>
        <p:spPr>
          <a:xfrm>
            <a:off x="444398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9" name="Shape 2957"/>
          <p:cNvSpPr/>
          <p:nvPr/>
        </p:nvSpPr>
        <p:spPr>
          <a:xfrm>
            <a:off x="455371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0" name="Shape 2958"/>
          <p:cNvSpPr/>
          <p:nvPr/>
        </p:nvSpPr>
        <p:spPr>
          <a:xfrm>
            <a:off x="466344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1" name="Shape 2959"/>
          <p:cNvSpPr/>
          <p:nvPr/>
        </p:nvSpPr>
        <p:spPr>
          <a:xfrm>
            <a:off x="477316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2" name="Shape 2960"/>
          <p:cNvSpPr/>
          <p:nvPr/>
        </p:nvSpPr>
        <p:spPr>
          <a:xfrm>
            <a:off x="488289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3" name="Shape 2961"/>
          <p:cNvSpPr/>
          <p:nvPr/>
        </p:nvSpPr>
        <p:spPr>
          <a:xfrm>
            <a:off x="499262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4" name="Shape 2962"/>
          <p:cNvSpPr/>
          <p:nvPr/>
        </p:nvSpPr>
        <p:spPr>
          <a:xfrm>
            <a:off x="510235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5" name="Shape 2963"/>
          <p:cNvSpPr/>
          <p:nvPr/>
        </p:nvSpPr>
        <p:spPr>
          <a:xfrm>
            <a:off x="521208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6" name="Shape 2964"/>
          <p:cNvSpPr/>
          <p:nvPr/>
        </p:nvSpPr>
        <p:spPr>
          <a:xfrm>
            <a:off x="532180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7" name="Shape 2965"/>
          <p:cNvSpPr/>
          <p:nvPr/>
        </p:nvSpPr>
        <p:spPr>
          <a:xfrm>
            <a:off x="543153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8" name="Shape 2966"/>
          <p:cNvSpPr/>
          <p:nvPr/>
        </p:nvSpPr>
        <p:spPr>
          <a:xfrm>
            <a:off x="554126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9" name="Shape 2967"/>
          <p:cNvSpPr/>
          <p:nvPr/>
        </p:nvSpPr>
        <p:spPr>
          <a:xfrm>
            <a:off x="565099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0" name="Shape 2968"/>
          <p:cNvSpPr/>
          <p:nvPr/>
        </p:nvSpPr>
        <p:spPr>
          <a:xfrm>
            <a:off x="576072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1" name="Shape 2969"/>
          <p:cNvSpPr/>
          <p:nvPr/>
        </p:nvSpPr>
        <p:spPr>
          <a:xfrm>
            <a:off x="587044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2" name="Shape 2970"/>
          <p:cNvSpPr/>
          <p:nvPr/>
        </p:nvSpPr>
        <p:spPr>
          <a:xfrm>
            <a:off x="598017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3" name="Shape 2971"/>
          <p:cNvSpPr/>
          <p:nvPr/>
        </p:nvSpPr>
        <p:spPr>
          <a:xfrm>
            <a:off x="608990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4" name="Shape 2972"/>
          <p:cNvSpPr/>
          <p:nvPr/>
        </p:nvSpPr>
        <p:spPr>
          <a:xfrm>
            <a:off x="619963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5" name="Shape 2973"/>
          <p:cNvSpPr/>
          <p:nvPr/>
        </p:nvSpPr>
        <p:spPr>
          <a:xfrm>
            <a:off x="630936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6" name="Shape 2974"/>
          <p:cNvSpPr/>
          <p:nvPr/>
        </p:nvSpPr>
        <p:spPr>
          <a:xfrm>
            <a:off x="641908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7" name="Shape 2975"/>
          <p:cNvSpPr/>
          <p:nvPr/>
        </p:nvSpPr>
        <p:spPr>
          <a:xfrm>
            <a:off x="652881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8" name="Shape 2976"/>
          <p:cNvSpPr/>
          <p:nvPr/>
        </p:nvSpPr>
        <p:spPr>
          <a:xfrm>
            <a:off x="663854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9" name="Shape 2977"/>
          <p:cNvSpPr/>
          <p:nvPr/>
        </p:nvSpPr>
        <p:spPr>
          <a:xfrm>
            <a:off x="674827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0" name="Shape 2978"/>
          <p:cNvSpPr/>
          <p:nvPr/>
        </p:nvSpPr>
        <p:spPr>
          <a:xfrm>
            <a:off x="685800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1" name="Shape 2979"/>
          <p:cNvSpPr/>
          <p:nvPr/>
        </p:nvSpPr>
        <p:spPr>
          <a:xfrm>
            <a:off x="696772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2" name="Shape 2980"/>
          <p:cNvSpPr/>
          <p:nvPr/>
        </p:nvSpPr>
        <p:spPr>
          <a:xfrm>
            <a:off x="707745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3" name="Shape 2981"/>
          <p:cNvSpPr/>
          <p:nvPr/>
        </p:nvSpPr>
        <p:spPr>
          <a:xfrm>
            <a:off x="718718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4" name="Shape 2982"/>
          <p:cNvSpPr/>
          <p:nvPr/>
        </p:nvSpPr>
        <p:spPr>
          <a:xfrm>
            <a:off x="729691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5" name="Shape 2983"/>
          <p:cNvSpPr/>
          <p:nvPr/>
        </p:nvSpPr>
        <p:spPr>
          <a:xfrm>
            <a:off x="740664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6" name="Shape 2984"/>
          <p:cNvSpPr/>
          <p:nvPr/>
        </p:nvSpPr>
        <p:spPr>
          <a:xfrm>
            <a:off x="751636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7" name="Shape 2985"/>
          <p:cNvSpPr/>
          <p:nvPr/>
        </p:nvSpPr>
        <p:spPr>
          <a:xfrm>
            <a:off x="762609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8" name="Shape 2986"/>
          <p:cNvSpPr/>
          <p:nvPr/>
        </p:nvSpPr>
        <p:spPr>
          <a:xfrm>
            <a:off x="773582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9" name="Shape 2987"/>
          <p:cNvSpPr/>
          <p:nvPr/>
        </p:nvSpPr>
        <p:spPr>
          <a:xfrm>
            <a:off x="784555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0" name="Shape 2988"/>
          <p:cNvSpPr/>
          <p:nvPr/>
        </p:nvSpPr>
        <p:spPr>
          <a:xfrm>
            <a:off x="795528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1" name="Shape 2989"/>
          <p:cNvSpPr/>
          <p:nvPr/>
        </p:nvSpPr>
        <p:spPr>
          <a:xfrm>
            <a:off x="806500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2" name="Shape 2990"/>
          <p:cNvSpPr/>
          <p:nvPr/>
        </p:nvSpPr>
        <p:spPr>
          <a:xfrm>
            <a:off x="817473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3" name="Shape 2991"/>
          <p:cNvSpPr/>
          <p:nvPr/>
        </p:nvSpPr>
        <p:spPr>
          <a:xfrm>
            <a:off x="828446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4" name="Shape 2992"/>
          <p:cNvSpPr/>
          <p:nvPr/>
        </p:nvSpPr>
        <p:spPr>
          <a:xfrm>
            <a:off x="839419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5" name="Shape 2993"/>
          <p:cNvSpPr/>
          <p:nvPr/>
        </p:nvSpPr>
        <p:spPr>
          <a:xfrm>
            <a:off x="850392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6" name="Shape 2994"/>
          <p:cNvSpPr/>
          <p:nvPr/>
        </p:nvSpPr>
        <p:spPr>
          <a:xfrm>
            <a:off x="861364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7" name="Shape 2995"/>
          <p:cNvSpPr/>
          <p:nvPr/>
        </p:nvSpPr>
        <p:spPr>
          <a:xfrm>
            <a:off x="872337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8" name="Shape 2996"/>
          <p:cNvSpPr/>
          <p:nvPr/>
        </p:nvSpPr>
        <p:spPr>
          <a:xfrm>
            <a:off x="883310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9" name="Shape 2997"/>
          <p:cNvSpPr/>
          <p:nvPr/>
        </p:nvSpPr>
        <p:spPr>
          <a:xfrm>
            <a:off x="894283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00" name="Shape 2998"/>
          <p:cNvSpPr/>
          <p:nvPr/>
        </p:nvSpPr>
        <p:spPr>
          <a:xfrm>
            <a:off x="905256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01" name="Shape 2999"/>
          <p:cNvSpPr/>
          <p:nvPr/>
        </p:nvSpPr>
        <p:spPr>
          <a:xfrm>
            <a:off x="916228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6" name="Shape 3024"/>
          <p:cNvSpPr/>
          <p:nvPr/>
        </p:nvSpPr>
        <p:spPr>
          <a:xfrm>
            <a:off x="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7" name="Shape 3025"/>
          <p:cNvSpPr/>
          <p:nvPr/>
        </p:nvSpPr>
        <p:spPr>
          <a:xfrm>
            <a:off x="10972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8" name="Shape 3026"/>
          <p:cNvSpPr/>
          <p:nvPr/>
        </p:nvSpPr>
        <p:spPr>
          <a:xfrm>
            <a:off x="21945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9" name="Shape 3027"/>
          <p:cNvSpPr/>
          <p:nvPr/>
        </p:nvSpPr>
        <p:spPr>
          <a:xfrm>
            <a:off x="32918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0" name="Shape 3028"/>
          <p:cNvSpPr/>
          <p:nvPr/>
        </p:nvSpPr>
        <p:spPr>
          <a:xfrm>
            <a:off x="43891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1" name="Shape 3029"/>
          <p:cNvSpPr/>
          <p:nvPr/>
        </p:nvSpPr>
        <p:spPr>
          <a:xfrm>
            <a:off x="54864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2" name="Shape 3030"/>
          <p:cNvSpPr/>
          <p:nvPr/>
        </p:nvSpPr>
        <p:spPr>
          <a:xfrm>
            <a:off x="65836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3" name="Shape 3031"/>
          <p:cNvSpPr/>
          <p:nvPr/>
        </p:nvSpPr>
        <p:spPr>
          <a:xfrm>
            <a:off x="76809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4" name="Shape 3032"/>
          <p:cNvSpPr/>
          <p:nvPr/>
        </p:nvSpPr>
        <p:spPr>
          <a:xfrm>
            <a:off x="87782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5" name="Shape 3033"/>
          <p:cNvSpPr/>
          <p:nvPr/>
        </p:nvSpPr>
        <p:spPr>
          <a:xfrm>
            <a:off x="98755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6" name="Shape 3034"/>
          <p:cNvSpPr/>
          <p:nvPr/>
        </p:nvSpPr>
        <p:spPr>
          <a:xfrm>
            <a:off x="109728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7" name="Shape 3035"/>
          <p:cNvSpPr/>
          <p:nvPr/>
        </p:nvSpPr>
        <p:spPr>
          <a:xfrm>
            <a:off x="120700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8" name="Shape 3036"/>
          <p:cNvSpPr/>
          <p:nvPr/>
        </p:nvSpPr>
        <p:spPr>
          <a:xfrm>
            <a:off x="131673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9" name="Shape 3037"/>
          <p:cNvSpPr/>
          <p:nvPr/>
        </p:nvSpPr>
        <p:spPr>
          <a:xfrm>
            <a:off x="142646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0" name="Shape 3038"/>
          <p:cNvSpPr/>
          <p:nvPr/>
        </p:nvSpPr>
        <p:spPr>
          <a:xfrm>
            <a:off x="153619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1" name="Shape 3039"/>
          <p:cNvSpPr/>
          <p:nvPr/>
        </p:nvSpPr>
        <p:spPr>
          <a:xfrm>
            <a:off x="164592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2" name="Shape 3040"/>
          <p:cNvSpPr/>
          <p:nvPr/>
        </p:nvSpPr>
        <p:spPr>
          <a:xfrm>
            <a:off x="175564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3" name="Shape 3041"/>
          <p:cNvSpPr/>
          <p:nvPr/>
        </p:nvSpPr>
        <p:spPr>
          <a:xfrm>
            <a:off x="186537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4" name="Shape 3042"/>
          <p:cNvSpPr/>
          <p:nvPr/>
        </p:nvSpPr>
        <p:spPr>
          <a:xfrm>
            <a:off x="197510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5" name="Shape 3043"/>
          <p:cNvSpPr/>
          <p:nvPr/>
        </p:nvSpPr>
        <p:spPr>
          <a:xfrm>
            <a:off x="208483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6" name="Shape 3044"/>
          <p:cNvSpPr/>
          <p:nvPr/>
        </p:nvSpPr>
        <p:spPr>
          <a:xfrm>
            <a:off x="219456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7" name="Shape 3045"/>
          <p:cNvSpPr/>
          <p:nvPr/>
        </p:nvSpPr>
        <p:spPr>
          <a:xfrm>
            <a:off x="230428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8" name="Shape 3046"/>
          <p:cNvSpPr/>
          <p:nvPr/>
        </p:nvSpPr>
        <p:spPr>
          <a:xfrm>
            <a:off x="241401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9" name="Shape 3047"/>
          <p:cNvSpPr/>
          <p:nvPr/>
        </p:nvSpPr>
        <p:spPr>
          <a:xfrm>
            <a:off x="252374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0" name="Shape 3048"/>
          <p:cNvSpPr/>
          <p:nvPr/>
        </p:nvSpPr>
        <p:spPr>
          <a:xfrm>
            <a:off x="263347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1" name="Shape 3049"/>
          <p:cNvSpPr/>
          <p:nvPr/>
        </p:nvSpPr>
        <p:spPr>
          <a:xfrm>
            <a:off x="274320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2" name="Shape 3050"/>
          <p:cNvSpPr/>
          <p:nvPr/>
        </p:nvSpPr>
        <p:spPr>
          <a:xfrm>
            <a:off x="285292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3" name="Shape 3051"/>
          <p:cNvSpPr/>
          <p:nvPr/>
        </p:nvSpPr>
        <p:spPr>
          <a:xfrm>
            <a:off x="296265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4" name="Shape 3052"/>
          <p:cNvSpPr/>
          <p:nvPr/>
        </p:nvSpPr>
        <p:spPr>
          <a:xfrm>
            <a:off x="307238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5" name="Shape 3053"/>
          <p:cNvSpPr/>
          <p:nvPr/>
        </p:nvSpPr>
        <p:spPr>
          <a:xfrm>
            <a:off x="318211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6" name="Shape 3054"/>
          <p:cNvSpPr/>
          <p:nvPr/>
        </p:nvSpPr>
        <p:spPr>
          <a:xfrm>
            <a:off x="329184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7" name="Shape 3055"/>
          <p:cNvSpPr/>
          <p:nvPr/>
        </p:nvSpPr>
        <p:spPr>
          <a:xfrm>
            <a:off x="340156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8" name="Shape 3056"/>
          <p:cNvSpPr/>
          <p:nvPr/>
        </p:nvSpPr>
        <p:spPr>
          <a:xfrm>
            <a:off x="351129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9" name="Shape 3057"/>
          <p:cNvSpPr/>
          <p:nvPr/>
        </p:nvSpPr>
        <p:spPr>
          <a:xfrm>
            <a:off x="362102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0" name="Shape 3058"/>
          <p:cNvSpPr/>
          <p:nvPr/>
        </p:nvSpPr>
        <p:spPr>
          <a:xfrm>
            <a:off x="373075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1" name="Shape 3059"/>
          <p:cNvSpPr/>
          <p:nvPr/>
        </p:nvSpPr>
        <p:spPr>
          <a:xfrm>
            <a:off x="384048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2" name="Shape 3060"/>
          <p:cNvSpPr/>
          <p:nvPr/>
        </p:nvSpPr>
        <p:spPr>
          <a:xfrm>
            <a:off x="395020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3" name="Shape 3061"/>
          <p:cNvSpPr/>
          <p:nvPr/>
        </p:nvSpPr>
        <p:spPr>
          <a:xfrm>
            <a:off x="405993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4" name="Shape 3062"/>
          <p:cNvSpPr/>
          <p:nvPr/>
        </p:nvSpPr>
        <p:spPr>
          <a:xfrm>
            <a:off x="416966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5" name="Shape 3063"/>
          <p:cNvSpPr/>
          <p:nvPr/>
        </p:nvSpPr>
        <p:spPr>
          <a:xfrm>
            <a:off x="427939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6" name="Shape 3064"/>
          <p:cNvSpPr/>
          <p:nvPr/>
        </p:nvSpPr>
        <p:spPr>
          <a:xfrm>
            <a:off x="438912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7" name="Shape 3065"/>
          <p:cNvSpPr/>
          <p:nvPr/>
        </p:nvSpPr>
        <p:spPr>
          <a:xfrm>
            <a:off x="449884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8" name="Shape 3066"/>
          <p:cNvSpPr/>
          <p:nvPr/>
        </p:nvSpPr>
        <p:spPr>
          <a:xfrm>
            <a:off x="460857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9" name="Shape 3067"/>
          <p:cNvSpPr/>
          <p:nvPr/>
        </p:nvSpPr>
        <p:spPr>
          <a:xfrm>
            <a:off x="471830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0" name="Shape 3068"/>
          <p:cNvSpPr/>
          <p:nvPr/>
        </p:nvSpPr>
        <p:spPr>
          <a:xfrm>
            <a:off x="482803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1" name="Shape 3069"/>
          <p:cNvSpPr/>
          <p:nvPr/>
        </p:nvSpPr>
        <p:spPr>
          <a:xfrm>
            <a:off x="493776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2" name="Shape 3070"/>
          <p:cNvSpPr/>
          <p:nvPr/>
        </p:nvSpPr>
        <p:spPr>
          <a:xfrm>
            <a:off x="504748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3" name="Shape 3071"/>
          <p:cNvSpPr/>
          <p:nvPr/>
        </p:nvSpPr>
        <p:spPr>
          <a:xfrm>
            <a:off x="515721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4" name="Shape 3072"/>
          <p:cNvSpPr/>
          <p:nvPr/>
        </p:nvSpPr>
        <p:spPr>
          <a:xfrm>
            <a:off x="526694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5" name="Shape 3073"/>
          <p:cNvSpPr/>
          <p:nvPr/>
        </p:nvSpPr>
        <p:spPr>
          <a:xfrm>
            <a:off x="537667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6" name="Shape 3074"/>
          <p:cNvSpPr/>
          <p:nvPr/>
        </p:nvSpPr>
        <p:spPr>
          <a:xfrm>
            <a:off x="548640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7" name="Shape 3075"/>
          <p:cNvSpPr/>
          <p:nvPr/>
        </p:nvSpPr>
        <p:spPr>
          <a:xfrm>
            <a:off x="559612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8" name="Shape 3076"/>
          <p:cNvSpPr/>
          <p:nvPr/>
        </p:nvSpPr>
        <p:spPr>
          <a:xfrm>
            <a:off x="570585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9" name="Shape 3077"/>
          <p:cNvSpPr/>
          <p:nvPr/>
        </p:nvSpPr>
        <p:spPr>
          <a:xfrm>
            <a:off x="581558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0" name="Shape 3078"/>
          <p:cNvSpPr/>
          <p:nvPr/>
        </p:nvSpPr>
        <p:spPr>
          <a:xfrm>
            <a:off x="592531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1" name="Shape 3079"/>
          <p:cNvSpPr/>
          <p:nvPr/>
        </p:nvSpPr>
        <p:spPr>
          <a:xfrm>
            <a:off x="603504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2" name="Shape 3080"/>
          <p:cNvSpPr/>
          <p:nvPr/>
        </p:nvSpPr>
        <p:spPr>
          <a:xfrm>
            <a:off x="614476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3" name="Shape 3081"/>
          <p:cNvSpPr/>
          <p:nvPr/>
        </p:nvSpPr>
        <p:spPr>
          <a:xfrm>
            <a:off x="625449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4" name="Shape 3082"/>
          <p:cNvSpPr/>
          <p:nvPr/>
        </p:nvSpPr>
        <p:spPr>
          <a:xfrm>
            <a:off x="636422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5" name="Shape 3083"/>
          <p:cNvSpPr/>
          <p:nvPr/>
        </p:nvSpPr>
        <p:spPr>
          <a:xfrm>
            <a:off x="647395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6" name="Shape 3084"/>
          <p:cNvSpPr/>
          <p:nvPr/>
        </p:nvSpPr>
        <p:spPr>
          <a:xfrm>
            <a:off x="658368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7" name="Shape 3085"/>
          <p:cNvSpPr/>
          <p:nvPr/>
        </p:nvSpPr>
        <p:spPr>
          <a:xfrm>
            <a:off x="669340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8" name="Shape 3086"/>
          <p:cNvSpPr/>
          <p:nvPr/>
        </p:nvSpPr>
        <p:spPr>
          <a:xfrm>
            <a:off x="680313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9" name="Shape 3087"/>
          <p:cNvSpPr/>
          <p:nvPr/>
        </p:nvSpPr>
        <p:spPr>
          <a:xfrm>
            <a:off x="691286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0" name="Shape 3088"/>
          <p:cNvSpPr/>
          <p:nvPr/>
        </p:nvSpPr>
        <p:spPr>
          <a:xfrm>
            <a:off x="702259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1" name="Shape 3089"/>
          <p:cNvSpPr/>
          <p:nvPr/>
        </p:nvSpPr>
        <p:spPr>
          <a:xfrm>
            <a:off x="713232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2" name="Shape 3090"/>
          <p:cNvSpPr/>
          <p:nvPr/>
        </p:nvSpPr>
        <p:spPr>
          <a:xfrm>
            <a:off x="724204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3" name="Shape 3091"/>
          <p:cNvSpPr/>
          <p:nvPr/>
        </p:nvSpPr>
        <p:spPr>
          <a:xfrm>
            <a:off x="735177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4" name="Shape 3092"/>
          <p:cNvSpPr/>
          <p:nvPr/>
        </p:nvSpPr>
        <p:spPr>
          <a:xfrm>
            <a:off x="746150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5" name="Shape 3093"/>
          <p:cNvSpPr/>
          <p:nvPr/>
        </p:nvSpPr>
        <p:spPr>
          <a:xfrm>
            <a:off x="757123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6" name="Shape 3094"/>
          <p:cNvSpPr/>
          <p:nvPr/>
        </p:nvSpPr>
        <p:spPr>
          <a:xfrm>
            <a:off x="768096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7" name="Shape 3095"/>
          <p:cNvSpPr/>
          <p:nvPr/>
        </p:nvSpPr>
        <p:spPr>
          <a:xfrm>
            <a:off x="779068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8" name="Shape 3096"/>
          <p:cNvSpPr/>
          <p:nvPr/>
        </p:nvSpPr>
        <p:spPr>
          <a:xfrm>
            <a:off x="790041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9" name="Shape 3097"/>
          <p:cNvSpPr/>
          <p:nvPr/>
        </p:nvSpPr>
        <p:spPr>
          <a:xfrm>
            <a:off x="801014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0" name="Shape 3098"/>
          <p:cNvSpPr/>
          <p:nvPr/>
        </p:nvSpPr>
        <p:spPr>
          <a:xfrm>
            <a:off x="811987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1" name="Shape 3099"/>
          <p:cNvSpPr/>
          <p:nvPr/>
        </p:nvSpPr>
        <p:spPr>
          <a:xfrm>
            <a:off x="822960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2" name="Shape 3100"/>
          <p:cNvSpPr/>
          <p:nvPr/>
        </p:nvSpPr>
        <p:spPr>
          <a:xfrm>
            <a:off x="833932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3" name="Shape 3101"/>
          <p:cNvSpPr/>
          <p:nvPr/>
        </p:nvSpPr>
        <p:spPr>
          <a:xfrm>
            <a:off x="844905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4" name="Shape 3102"/>
          <p:cNvSpPr/>
          <p:nvPr/>
        </p:nvSpPr>
        <p:spPr>
          <a:xfrm>
            <a:off x="855878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5" name="Shape 3103"/>
          <p:cNvSpPr/>
          <p:nvPr/>
        </p:nvSpPr>
        <p:spPr>
          <a:xfrm>
            <a:off x="866851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6" name="Shape 3104"/>
          <p:cNvSpPr/>
          <p:nvPr/>
        </p:nvSpPr>
        <p:spPr>
          <a:xfrm>
            <a:off x="877824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7" name="Shape 3105"/>
          <p:cNvSpPr/>
          <p:nvPr/>
        </p:nvSpPr>
        <p:spPr>
          <a:xfrm>
            <a:off x="888796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8" name="Shape 3106"/>
          <p:cNvSpPr/>
          <p:nvPr/>
        </p:nvSpPr>
        <p:spPr>
          <a:xfrm>
            <a:off x="899769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9" name="Shape 3107"/>
          <p:cNvSpPr/>
          <p:nvPr/>
        </p:nvSpPr>
        <p:spPr>
          <a:xfrm>
            <a:off x="910742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4" name="Shape 3132"/>
          <p:cNvSpPr/>
          <p:nvPr/>
        </p:nvSpPr>
        <p:spPr>
          <a:xfrm>
            <a:off x="5486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5" name="Shape 3133"/>
          <p:cNvSpPr/>
          <p:nvPr/>
        </p:nvSpPr>
        <p:spPr>
          <a:xfrm>
            <a:off x="16459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6" name="Shape 3134"/>
          <p:cNvSpPr/>
          <p:nvPr/>
        </p:nvSpPr>
        <p:spPr>
          <a:xfrm>
            <a:off x="27432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7" name="Shape 3135"/>
          <p:cNvSpPr/>
          <p:nvPr/>
        </p:nvSpPr>
        <p:spPr>
          <a:xfrm>
            <a:off x="38404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8" name="Shape 3136"/>
          <p:cNvSpPr/>
          <p:nvPr/>
        </p:nvSpPr>
        <p:spPr>
          <a:xfrm>
            <a:off x="49377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9" name="Shape 3137"/>
          <p:cNvSpPr/>
          <p:nvPr/>
        </p:nvSpPr>
        <p:spPr>
          <a:xfrm>
            <a:off x="60350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0" name="Shape 3138"/>
          <p:cNvSpPr/>
          <p:nvPr/>
        </p:nvSpPr>
        <p:spPr>
          <a:xfrm>
            <a:off x="71323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1" name="Shape 3139"/>
          <p:cNvSpPr/>
          <p:nvPr/>
        </p:nvSpPr>
        <p:spPr>
          <a:xfrm>
            <a:off x="82296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2" name="Shape 3140"/>
          <p:cNvSpPr/>
          <p:nvPr/>
        </p:nvSpPr>
        <p:spPr>
          <a:xfrm>
            <a:off x="93268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3" name="Shape 3141"/>
          <p:cNvSpPr/>
          <p:nvPr/>
        </p:nvSpPr>
        <p:spPr>
          <a:xfrm>
            <a:off x="104241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4" name="Shape 3142"/>
          <p:cNvSpPr/>
          <p:nvPr/>
        </p:nvSpPr>
        <p:spPr>
          <a:xfrm>
            <a:off x="115214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5" name="Shape 3143"/>
          <p:cNvSpPr/>
          <p:nvPr/>
        </p:nvSpPr>
        <p:spPr>
          <a:xfrm>
            <a:off x="126187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6" name="Shape 3144"/>
          <p:cNvSpPr/>
          <p:nvPr/>
        </p:nvSpPr>
        <p:spPr>
          <a:xfrm>
            <a:off x="137160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7" name="Shape 3145"/>
          <p:cNvSpPr/>
          <p:nvPr/>
        </p:nvSpPr>
        <p:spPr>
          <a:xfrm>
            <a:off x="148132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8" name="Shape 3146"/>
          <p:cNvSpPr/>
          <p:nvPr/>
        </p:nvSpPr>
        <p:spPr>
          <a:xfrm>
            <a:off x="159105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9" name="Shape 3147"/>
          <p:cNvSpPr/>
          <p:nvPr/>
        </p:nvSpPr>
        <p:spPr>
          <a:xfrm>
            <a:off x="170078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0" name="Shape 3148"/>
          <p:cNvSpPr/>
          <p:nvPr/>
        </p:nvSpPr>
        <p:spPr>
          <a:xfrm>
            <a:off x="181051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1" name="Shape 3149"/>
          <p:cNvSpPr/>
          <p:nvPr/>
        </p:nvSpPr>
        <p:spPr>
          <a:xfrm>
            <a:off x="192024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2" name="Shape 3150"/>
          <p:cNvSpPr/>
          <p:nvPr/>
        </p:nvSpPr>
        <p:spPr>
          <a:xfrm>
            <a:off x="202996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3" name="Shape 3151"/>
          <p:cNvSpPr/>
          <p:nvPr/>
        </p:nvSpPr>
        <p:spPr>
          <a:xfrm>
            <a:off x="213969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4" name="Shape 3152"/>
          <p:cNvSpPr/>
          <p:nvPr/>
        </p:nvSpPr>
        <p:spPr>
          <a:xfrm>
            <a:off x="224942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5" name="Shape 3153"/>
          <p:cNvSpPr/>
          <p:nvPr/>
        </p:nvSpPr>
        <p:spPr>
          <a:xfrm>
            <a:off x="235915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6" name="Shape 3154"/>
          <p:cNvSpPr/>
          <p:nvPr/>
        </p:nvSpPr>
        <p:spPr>
          <a:xfrm>
            <a:off x="246888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7" name="Shape 3155"/>
          <p:cNvSpPr/>
          <p:nvPr/>
        </p:nvSpPr>
        <p:spPr>
          <a:xfrm>
            <a:off x="257860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8" name="Shape 3156"/>
          <p:cNvSpPr/>
          <p:nvPr/>
        </p:nvSpPr>
        <p:spPr>
          <a:xfrm>
            <a:off x="268833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9" name="Shape 3157"/>
          <p:cNvSpPr/>
          <p:nvPr/>
        </p:nvSpPr>
        <p:spPr>
          <a:xfrm>
            <a:off x="279806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0" name="Shape 3158"/>
          <p:cNvSpPr/>
          <p:nvPr/>
        </p:nvSpPr>
        <p:spPr>
          <a:xfrm>
            <a:off x="290779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1" name="Shape 3159"/>
          <p:cNvSpPr/>
          <p:nvPr/>
        </p:nvSpPr>
        <p:spPr>
          <a:xfrm>
            <a:off x="301752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2" name="Shape 3160"/>
          <p:cNvSpPr/>
          <p:nvPr/>
        </p:nvSpPr>
        <p:spPr>
          <a:xfrm>
            <a:off x="312724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3" name="Shape 3161"/>
          <p:cNvSpPr/>
          <p:nvPr/>
        </p:nvSpPr>
        <p:spPr>
          <a:xfrm>
            <a:off x="323697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4" name="Shape 3162"/>
          <p:cNvSpPr/>
          <p:nvPr/>
        </p:nvSpPr>
        <p:spPr>
          <a:xfrm>
            <a:off x="334670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5" name="Shape 3163"/>
          <p:cNvSpPr/>
          <p:nvPr/>
        </p:nvSpPr>
        <p:spPr>
          <a:xfrm>
            <a:off x="345643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6" name="Shape 3164"/>
          <p:cNvSpPr/>
          <p:nvPr/>
        </p:nvSpPr>
        <p:spPr>
          <a:xfrm>
            <a:off x="356616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7" name="Shape 3165"/>
          <p:cNvSpPr/>
          <p:nvPr/>
        </p:nvSpPr>
        <p:spPr>
          <a:xfrm>
            <a:off x="367588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8" name="Shape 3166"/>
          <p:cNvSpPr/>
          <p:nvPr/>
        </p:nvSpPr>
        <p:spPr>
          <a:xfrm>
            <a:off x="378561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9" name="Shape 3167"/>
          <p:cNvSpPr/>
          <p:nvPr/>
        </p:nvSpPr>
        <p:spPr>
          <a:xfrm>
            <a:off x="389534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0" name="Shape 3168"/>
          <p:cNvSpPr/>
          <p:nvPr/>
        </p:nvSpPr>
        <p:spPr>
          <a:xfrm>
            <a:off x="400507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1" name="Shape 3169"/>
          <p:cNvSpPr/>
          <p:nvPr/>
        </p:nvSpPr>
        <p:spPr>
          <a:xfrm>
            <a:off x="411480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2" name="Shape 3170"/>
          <p:cNvSpPr/>
          <p:nvPr/>
        </p:nvSpPr>
        <p:spPr>
          <a:xfrm>
            <a:off x="422452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3" name="Shape 3171"/>
          <p:cNvSpPr/>
          <p:nvPr/>
        </p:nvSpPr>
        <p:spPr>
          <a:xfrm>
            <a:off x="433425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4" name="Shape 3172"/>
          <p:cNvSpPr/>
          <p:nvPr/>
        </p:nvSpPr>
        <p:spPr>
          <a:xfrm>
            <a:off x="444398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5" name="Shape 3173"/>
          <p:cNvSpPr/>
          <p:nvPr/>
        </p:nvSpPr>
        <p:spPr>
          <a:xfrm>
            <a:off x="455371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6" name="Shape 3174"/>
          <p:cNvSpPr/>
          <p:nvPr/>
        </p:nvSpPr>
        <p:spPr>
          <a:xfrm>
            <a:off x="466344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7" name="Shape 3175"/>
          <p:cNvSpPr/>
          <p:nvPr/>
        </p:nvSpPr>
        <p:spPr>
          <a:xfrm>
            <a:off x="477316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8" name="Shape 3176"/>
          <p:cNvSpPr/>
          <p:nvPr/>
        </p:nvSpPr>
        <p:spPr>
          <a:xfrm>
            <a:off x="488289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9" name="Shape 3177"/>
          <p:cNvSpPr/>
          <p:nvPr/>
        </p:nvSpPr>
        <p:spPr>
          <a:xfrm>
            <a:off x="499262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0" name="Shape 3178"/>
          <p:cNvSpPr/>
          <p:nvPr/>
        </p:nvSpPr>
        <p:spPr>
          <a:xfrm>
            <a:off x="510235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1" name="Shape 3179"/>
          <p:cNvSpPr/>
          <p:nvPr/>
        </p:nvSpPr>
        <p:spPr>
          <a:xfrm>
            <a:off x="521208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2" name="Shape 3180"/>
          <p:cNvSpPr/>
          <p:nvPr/>
        </p:nvSpPr>
        <p:spPr>
          <a:xfrm>
            <a:off x="532180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3" name="Shape 3181"/>
          <p:cNvSpPr/>
          <p:nvPr/>
        </p:nvSpPr>
        <p:spPr>
          <a:xfrm>
            <a:off x="543153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4" name="Shape 3182"/>
          <p:cNvSpPr/>
          <p:nvPr/>
        </p:nvSpPr>
        <p:spPr>
          <a:xfrm>
            <a:off x="554126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5" name="Shape 3183"/>
          <p:cNvSpPr/>
          <p:nvPr/>
        </p:nvSpPr>
        <p:spPr>
          <a:xfrm>
            <a:off x="565099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6" name="Shape 3184"/>
          <p:cNvSpPr/>
          <p:nvPr/>
        </p:nvSpPr>
        <p:spPr>
          <a:xfrm>
            <a:off x="576072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7" name="Shape 3185"/>
          <p:cNvSpPr/>
          <p:nvPr/>
        </p:nvSpPr>
        <p:spPr>
          <a:xfrm>
            <a:off x="587044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8" name="Shape 3186"/>
          <p:cNvSpPr/>
          <p:nvPr/>
        </p:nvSpPr>
        <p:spPr>
          <a:xfrm>
            <a:off x="598017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9" name="Shape 3187"/>
          <p:cNvSpPr/>
          <p:nvPr/>
        </p:nvSpPr>
        <p:spPr>
          <a:xfrm>
            <a:off x="608990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0" name="Shape 3188"/>
          <p:cNvSpPr/>
          <p:nvPr/>
        </p:nvSpPr>
        <p:spPr>
          <a:xfrm>
            <a:off x="619963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1" name="Shape 3189"/>
          <p:cNvSpPr/>
          <p:nvPr/>
        </p:nvSpPr>
        <p:spPr>
          <a:xfrm>
            <a:off x="630936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2" name="Shape 3190"/>
          <p:cNvSpPr/>
          <p:nvPr/>
        </p:nvSpPr>
        <p:spPr>
          <a:xfrm>
            <a:off x="641908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3" name="Shape 3191"/>
          <p:cNvSpPr/>
          <p:nvPr/>
        </p:nvSpPr>
        <p:spPr>
          <a:xfrm>
            <a:off x="652881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4" name="Shape 3192"/>
          <p:cNvSpPr/>
          <p:nvPr/>
        </p:nvSpPr>
        <p:spPr>
          <a:xfrm>
            <a:off x="663854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5" name="Shape 3193"/>
          <p:cNvSpPr/>
          <p:nvPr/>
        </p:nvSpPr>
        <p:spPr>
          <a:xfrm>
            <a:off x="674827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6" name="Shape 3194"/>
          <p:cNvSpPr/>
          <p:nvPr/>
        </p:nvSpPr>
        <p:spPr>
          <a:xfrm>
            <a:off x="685800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7" name="Shape 3195"/>
          <p:cNvSpPr/>
          <p:nvPr/>
        </p:nvSpPr>
        <p:spPr>
          <a:xfrm>
            <a:off x="696772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8" name="Shape 3196"/>
          <p:cNvSpPr/>
          <p:nvPr/>
        </p:nvSpPr>
        <p:spPr>
          <a:xfrm>
            <a:off x="707745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9" name="Shape 3197"/>
          <p:cNvSpPr/>
          <p:nvPr/>
        </p:nvSpPr>
        <p:spPr>
          <a:xfrm>
            <a:off x="718718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0" name="Shape 3198"/>
          <p:cNvSpPr/>
          <p:nvPr/>
        </p:nvSpPr>
        <p:spPr>
          <a:xfrm>
            <a:off x="729691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1" name="Shape 3199"/>
          <p:cNvSpPr/>
          <p:nvPr/>
        </p:nvSpPr>
        <p:spPr>
          <a:xfrm>
            <a:off x="740664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2" name="Shape 3200"/>
          <p:cNvSpPr/>
          <p:nvPr/>
        </p:nvSpPr>
        <p:spPr>
          <a:xfrm>
            <a:off x="751636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3" name="Shape 3201"/>
          <p:cNvSpPr/>
          <p:nvPr/>
        </p:nvSpPr>
        <p:spPr>
          <a:xfrm>
            <a:off x="762609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4" name="Shape 3202"/>
          <p:cNvSpPr/>
          <p:nvPr/>
        </p:nvSpPr>
        <p:spPr>
          <a:xfrm>
            <a:off x="773582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5" name="Shape 3203"/>
          <p:cNvSpPr/>
          <p:nvPr/>
        </p:nvSpPr>
        <p:spPr>
          <a:xfrm>
            <a:off x="784555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6" name="Shape 3204"/>
          <p:cNvSpPr/>
          <p:nvPr/>
        </p:nvSpPr>
        <p:spPr>
          <a:xfrm>
            <a:off x="795528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7" name="Shape 3205"/>
          <p:cNvSpPr/>
          <p:nvPr/>
        </p:nvSpPr>
        <p:spPr>
          <a:xfrm>
            <a:off x="806500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8" name="Shape 3206"/>
          <p:cNvSpPr/>
          <p:nvPr/>
        </p:nvSpPr>
        <p:spPr>
          <a:xfrm>
            <a:off x="817473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9" name="Shape 3207"/>
          <p:cNvSpPr/>
          <p:nvPr/>
        </p:nvSpPr>
        <p:spPr>
          <a:xfrm>
            <a:off x="828446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0" name="Shape 3208"/>
          <p:cNvSpPr/>
          <p:nvPr/>
        </p:nvSpPr>
        <p:spPr>
          <a:xfrm>
            <a:off x="839419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1" name="Shape 3209"/>
          <p:cNvSpPr/>
          <p:nvPr/>
        </p:nvSpPr>
        <p:spPr>
          <a:xfrm>
            <a:off x="850392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2" name="Shape 3210"/>
          <p:cNvSpPr/>
          <p:nvPr/>
        </p:nvSpPr>
        <p:spPr>
          <a:xfrm>
            <a:off x="861364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3" name="Shape 3211"/>
          <p:cNvSpPr/>
          <p:nvPr/>
        </p:nvSpPr>
        <p:spPr>
          <a:xfrm>
            <a:off x="872337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4" name="Shape 3212"/>
          <p:cNvSpPr/>
          <p:nvPr/>
        </p:nvSpPr>
        <p:spPr>
          <a:xfrm>
            <a:off x="883310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5" name="Shape 3213"/>
          <p:cNvSpPr/>
          <p:nvPr/>
        </p:nvSpPr>
        <p:spPr>
          <a:xfrm>
            <a:off x="894283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6" name="Shape 3214"/>
          <p:cNvSpPr/>
          <p:nvPr/>
        </p:nvSpPr>
        <p:spPr>
          <a:xfrm>
            <a:off x="905256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7" name="Shape 3215"/>
          <p:cNvSpPr/>
          <p:nvPr/>
        </p:nvSpPr>
        <p:spPr>
          <a:xfrm>
            <a:off x="916228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2" name="Shape 3240"/>
          <p:cNvSpPr/>
          <p:nvPr/>
        </p:nvSpPr>
        <p:spPr>
          <a:xfrm>
            <a:off x="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3" name="Shape 3241"/>
          <p:cNvSpPr/>
          <p:nvPr/>
        </p:nvSpPr>
        <p:spPr>
          <a:xfrm>
            <a:off x="10972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4" name="Shape 3242"/>
          <p:cNvSpPr/>
          <p:nvPr/>
        </p:nvSpPr>
        <p:spPr>
          <a:xfrm>
            <a:off x="21945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5" name="Shape 3243"/>
          <p:cNvSpPr/>
          <p:nvPr/>
        </p:nvSpPr>
        <p:spPr>
          <a:xfrm>
            <a:off x="32918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6" name="Shape 3244"/>
          <p:cNvSpPr/>
          <p:nvPr/>
        </p:nvSpPr>
        <p:spPr>
          <a:xfrm>
            <a:off x="43891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7" name="Shape 3245"/>
          <p:cNvSpPr/>
          <p:nvPr/>
        </p:nvSpPr>
        <p:spPr>
          <a:xfrm>
            <a:off x="54864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8" name="Shape 3246"/>
          <p:cNvSpPr/>
          <p:nvPr/>
        </p:nvSpPr>
        <p:spPr>
          <a:xfrm>
            <a:off x="65836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9" name="Shape 3247"/>
          <p:cNvSpPr/>
          <p:nvPr/>
        </p:nvSpPr>
        <p:spPr>
          <a:xfrm>
            <a:off x="76809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0" name="Shape 3248"/>
          <p:cNvSpPr/>
          <p:nvPr/>
        </p:nvSpPr>
        <p:spPr>
          <a:xfrm>
            <a:off x="87782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1" name="Shape 3249"/>
          <p:cNvSpPr/>
          <p:nvPr/>
        </p:nvSpPr>
        <p:spPr>
          <a:xfrm>
            <a:off x="98755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2" name="Shape 3250"/>
          <p:cNvSpPr/>
          <p:nvPr/>
        </p:nvSpPr>
        <p:spPr>
          <a:xfrm>
            <a:off x="109728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3" name="Shape 3251"/>
          <p:cNvSpPr/>
          <p:nvPr/>
        </p:nvSpPr>
        <p:spPr>
          <a:xfrm>
            <a:off x="120700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4" name="Shape 3252"/>
          <p:cNvSpPr/>
          <p:nvPr/>
        </p:nvSpPr>
        <p:spPr>
          <a:xfrm>
            <a:off x="131673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5" name="Shape 3253"/>
          <p:cNvSpPr/>
          <p:nvPr/>
        </p:nvSpPr>
        <p:spPr>
          <a:xfrm>
            <a:off x="142646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6" name="Shape 3254"/>
          <p:cNvSpPr/>
          <p:nvPr/>
        </p:nvSpPr>
        <p:spPr>
          <a:xfrm>
            <a:off x="153619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7" name="Shape 3255"/>
          <p:cNvSpPr/>
          <p:nvPr/>
        </p:nvSpPr>
        <p:spPr>
          <a:xfrm>
            <a:off x="164592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8" name="Shape 3256"/>
          <p:cNvSpPr/>
          <p:nvPr/>
        </p:nvSpPr>
        <p:spPr>
          <a:xfrm>
            <a:off x="175564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9" name="Shape 3257"/>
          <p:cNvSpPr/>
          <p:nvPr/>
        </p:nvSpPr>
        <p:spPr>
          <a:xfrm>
            <a:off x="186537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0" name="Shape 3258"/>
          <p:cNvSpPr/>
          <p:nvPr/>
        </p:nvSpPr>
        <p:spPr>
          <a:xfrm>
            <a:off x="197510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1" name="Shape 3259"/>
          <p:cNvSpPr/>
          <p:nvPr/>
        </p:nvSpPr>
        <p:spPr>
          <a:xfrm>
            <a:off x="208483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2" name="Shape 3260"/>
          <p:cNvSpPr/>
          <p:nvPr/>
        </p:nvSpPr>
        <p:spPr>
          <a:xfrm>
            <a:off x="219456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3" name="Shape 3261"/>
          <p:cNvSpPr/>
          <p:nvPr/>
        </p:nvSpPr>
        <p:spPr>
          <a:xfrm>
            <a:off x="230428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4" name="Shape 3262"/>
          <p:cNvSpPr/>
          <p:nvPr/>
        </p:nvSpPr>
        <p:spPr>
          <a:xfrm>
            <a:off x="241401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5" name="Shape 3263"/>
          <p:cNvSpPr/>
          <p:nvPr/>
        </p:nvSpPr>
        <p:spPr>
          <a:xfrm>
            <a:off x="252374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6" name="Shape 3264"/>
          <p:cNvSpPr/>
          <p:nvPr/>
        </p:nvSpPr>
        <p:spPr>
          <a:xfrm>
            <a:off x="263347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7" name="Shape 3265"/>
          <p:cNvSpPr/>
          <p:nvPr/>
        </p:nvSpPr>
        <p:spPr>
          <a:xfrm>
            <a:off x="274320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8" name="Shape 3266"/>
          <p:cNvSpPr/>
          <p:nvPr/>
        </p:nvSpPr>
        <p:spPr>
          <a:xfrm>
            <a:off x="285292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9" name="Shape 3267"/>
          <p:cNvSpPr/>
          <p:nvPr/>
        </p:nvSpPr>
        <p:spPr>
          <a:xfrm>
            <a:off x="296265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0" name="Shape 3268"/>
          <p:cNvSpPr/>
          <p:nvPr/>
        </p:nvSpPr>
        <p:spPr>
          <a:xfrm>
            <a:off x="307238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1" name="Shape 3269"/>
          <p:cNvSpPr/>
          <p:nvPr/>
        </p:nvSpPr>
        <p:spPr>
          <a:xfrm>
            <a:off x="318211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2" name="Shape 3270"/>
          <p:cNvSpPr/>
          <p:nvPr/>
        </p:nvSpPr>
        <p:spPr>
          <a:xfrm>
            <a:off x="329184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3" name="Shape 3271"/>
          <p:cNvSpPr/>
          <p:nvPr/>
        </p:nvSpPr>
        <p:spPr>
          <a:xfrm>
            <a:off x="340156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4" name="Shape 3272"/>
          <p:cNvSpPr/>
          <p:nvPr/>
        </p:nvSpPr>
        <p:spPr>
          <a:xfrm>
            <a:off x="351129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5" name="Shape 3273"/>
          <p:cNvSpPr/>
          <p:nvPr/>
        </p:nvSpPr>
        <p:spPr>
          <a:xfrm>
            <a:off x="362102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6" name="Shape 3274"/>
          <p:cNvSpPr/>
          <p:nvPr/>
        </p:nvSpPr>
        <p:spPr>
          <a:xfrm>
            <a:off x="373075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7" name="Shape 3275"/>
          <p:cNvSpPr/>
          <p:nvPr/>
        </p:nvSpPr>
        <p:spPr>
          <a:xfrm>
            <a:off x="384048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8" name="Shape 3276"/>
          <p:cNvSpPr/>
          <p:nvPr/>
        </p:nvSpPr>
        <p:spPr>
          <a:xfrm>
            <a:off x="395020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9" name="Shape 3277"/>
          <p:cNvSpPr/>
          <p:nvPr/>
        </p:nvSpPr>
        <p:spPr>
          <a:xfrm>
            <a:off x="405993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0" name="Shape 3278"/>
          <p:cNvSpPr/>
          <p:nvPr/>
        </p:nvSpPr>
        <p:spPr>
          <a:xfrm>
            <a:off x="416966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1" name="Shape 3279"/>
          <p:cNvSpPr/>
          <p:nvPr/>
        </p:nvSpPr>
        <p:spPr>
          <a:xfrm>
            <a:off x="427939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2" name="Shape 3280"/>
          <p:cNvSpPr/>
          <p:nvPr/>
        </p:nvSpPr>
        <p:spPr>
          <a:xfrm>
            <a:off x="438912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3" name="Shape 3281"/>
          <p:cNvSpPr/>
          <p:nvPr/>
        </p:nvSpPr>
        <p:spPr>
          <a:xfrm>
            <a:off x="449884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4" name="Shape 3282"/>
          <p:cNvSpPr/>
          <p:nvPr/>
        </p:nvSpPr>
        <p:spPr>
          <a:xfrm>
            <a:off x="460857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5" name="Shape 3283"/>
          <p:cNvSpPr/>
          <p:nvPr/>
        </p:nvSpPr>
        <p:spPr>
          <a:xfrm>
            <a:off x="471830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6" name="Shape 3284"/>
          <p:cNvSpPr/>
          <p:nvPr/>
        </p:nvSpPr>
        <p:spPr>
          <a:xfrm>
            <a:off x="482803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7" name="Shape 3285"/>
          <p:cNvSpPr/>
          <p:nvPr/>
        </p:nvSpPr>
        <p:spPr>
          <a:xfrm>
            <a:off x="493776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8" name="Shape 3286"/>
          <p:cNvSpPr/>
          <p:nvPr/>
        </p:nvSpPr>
        <p:spPr>
          <a:xfrm>
            <a:off x="504748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9" name="Shape 3287"/>
          <p:cNvSpPr/>
          <p:nvPr/>
        </p:nvSpPr>
        <p:spPr>
          <a:xfrm>
            <a:off x="515721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0" name="Shape 3288"/>
          <p:cNvSpPr/>
          <p:nvPr/>
        </p:nvSpPr>
        <p:spPr>
          <a:xfrm>
            <a:off x="526694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1" name="Shape 3289"/>
          <p:cNvSpPr/>
          <p:nvPr/>
        </p:nvSpPr>
        <p:spPr>
          <a:xfrm>
            <a:off x="537667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2" name="Shape 3290"/>
          <p:cNvSpPr/>
          <p:nvPr/>
        </p:nvSpPr>
        <p:spPr>
          <a:xfrm>
            <a:off x="548640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3" name="Shape 3291"/>
          <p:cNvSpPr/>
          <p:nvPr/>
        </p:nvSpPr>
        <p:spPr>
          <a:xfrm>
            <a:off x="559612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4" name="Shape 3292"/>
          <p:cNvSpPr/>
          <p:nvPr/>
        </p:nvSpPr>
        <p:spPr>
          <a:xfrm>
            <a:off x="570585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5" name="Shape 3293"/>
          <p:cNvSpPr/>
          <p:nvPr/>
        </p:nvSpPr>
        <p:spPr>
          <a:xfrm>
            <a:off x="581558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6" name="Shape 3294"/>
          <p:cNvSpPr/>
          <p:nvPr/>
        </p:nvSpPr>
        <p:spPr>
          <a:xfrm>
            <a:off x="592531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7" name="Shape 3295"/>
          <p:cNvSpPr/>
          <p:nvPr/>
        </p:nvSpPr>
        <p:spPr>
          <a:xfrm>
            <a:off x="603504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8" name="Shape 3296"/>
          <p:cNvSpPr/>
          <p:nvPr/>
        </p:nvSpPr>
        <p:spPr>
          <a:xfrm>
            <a:off x="614476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9" name="Shape 3297"/>
          <p:cNvSpPr/>
          <p:nvPr/>
        </p:nvSpPr>
        <p:spPr>
          <a:xfrm>
            <a:off x="625449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0" name="Shape 3298"/>
          <p:cNvSpPr/>
          <p:nvPr/>
        </p:nvSpPr>
        <p:spPr>
          <a:xfrm>
            <a:off x="636422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1" name="Shape 3299"/>
          <p:cNvSpPr/>
          <p:nvPr/>
        </p:nvSpPr>
        <p:spPr>
          <a:xfrm>
            <a:off x="647395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2" name="Shape 3300"/>
          <p:cNvSpPr/>
          <p:nvPr/>
        </p:nvSpPr>
        <p:spPr>
          <a:xfrm>
            <a:off x="658368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3" name="Shape 3301"/>
          <p:cNvSpPr/>
          <p:nvPr/>
        </p:nvSpPr>
        <p:spPr>
          <a:xfrm>
            <a:off x="669340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4" name="Shape 3302"/>
          <p:cNvSpPr/>
          <p:nvPr/>
        </p:nvSpPr>
        <p:spPr>
          <a:xfrm>
            <a:off x="680313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5" name="Shape 3303"/>
          <p:cNvSpPr/>
          <p:nvPr/>
        </p:nvSpPr>
        <p:spPr>
          <a:xfrm>
            <a:off x="691286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6" name="Shape 3304"/>
          <p:cNvSpPr/>
          <p:nvPr/>
        </p:nvSpPr>
        <p:spPr>
          <a:xfrm>
            <a:off x="702259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7" name="Shape 3305"/>
          <p:cNvSpPr/>
          <p:nvPr/>
        </p:nvSpPr>
        <p:spPr>
          <a:xfrm>
            <a:off x="713232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8" name="Shape 3306"/>
          <p:cNvSpPr/>
          <p:nvPr/>
        </p:nvSpPr>
        <p:spPr>
          <a:xfrm>
            <a:off x="724204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9" name="Shape 3307"/>
          <p:cNvSpPr/>
          <p:nvPr/>
        </p:nvSpPr>
        <p:spPr>
          <a:xfrm>
            <a:off x="735177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0" name="Shape 3308"/>
          <p:cNvSpPr/>
          <p:nvPr/>
        </p:nvSpPr>
        <p:spPr>
          <a:xfrm>
            <a:off x="746150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1" name="Shape 3309"/>
          <p:cNvSpPr/>
          <p:nvPr/>
        </p:nvSpPr>
        <p:spPr>
          <a:xfrm>
            <a:off x="757123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2" name="Shape 3310"/>
          <p:cNvSpPr/>
          <p:nvPr/>
        </p:nvSpPr>
        <p:spPr>
          <a:xfrm>
            <a:off x="768096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3" name="Shape 3311"/>
          <p:cNvSpPr/>
          <p:nvPr/>
        </p:nvSpPr>
        <p:spPr>
          <a:xfrm>
            <a:off x="779068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4" name="Shape 3312"/>
          <p:cNvSpPr/>
          <p:nvPr/>
        </p:nvSpPr>
        <p:spPr>
          <a:xfrm>
            <a:off x="790041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5" name="Shape 3313"/>
          <p:cNvSpPr/>
          <p:nvPr/>
        </p:nvSpPr>
        <p:spPr>
          <a:xfrm>
            <a:off x="801014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6" name="Shape 3314"/>
          <p:cNvSpPr/>
          <p:nvPr/>
        </p:nvSpPr>
        <p:spPr>
          <a:xfrm>
            <a:off x="811987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7" name="Shape 3315"/>
          <p:cNvSpPr/>
          <p:nvPr/>
        </p:nvSpPr>
        <p:spPr>
          <a:xfrm>
            <a:off x="822960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8" name="Shape 3316"/>
          <p:cNvSpPr/>
          <p:nvPr/>
        </p:nvSpPr>
        <p:spPr>
          <a:xfrm>
            <a:off x="833932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9" name="Shape 3317"/>
          <p:cNvSpPr/>
          <p:nvPr/>
        </p:nvSpPr>
        <p:spPr>
          <a:xfrm>
            <a:off x="844905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0" name="Shape 3318"/>
          <p:cNvSpPr/>
          <p:nvPr/>
        </p:nvSpPr>
        <p:spPr>
          <a:xfrm>
            <a:off x="855878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1" name="Shape 3319"/>
          <p:cNvSpPr/>
          <p:nvPr/>
        </p:nvSpPr>
        <p:spPr>
          <a:xfrm>
            <a:off x="866851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2" name="Shape 3320"/>
          <p:cNvSpPr/>
          <p:nvPr/>
        </p:nvSpPr>
        <p:spPr>
          <a:xfrm>
            <a:off x="877824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3" name="Shape 3321"/>
          <p:cNvSpPr/>
          <p:nvPr/>
        </p:nvSpPr>
        <p:spPr>
          <a:xfrm>
            <a:off x="888796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4" name="Shape 3322"/>
          <p:cNvSpPr/>
          <p:nvPr/>
        </p:nvSpPr>
        <p:spPr>
          <a:xfrm>
            <a:off x="899769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5" name="Shape 3323"/>
          <p:cNvSpPr/>
          <p:nvPr/>
        </p:nvSpPr>
        <p:spPr>
          <a:xfrm>
            <a:off x="910742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0" name="Shape 3348"/>
          <p:cNvSpPr/>
          <p:nvPr/>
        </p:nvSpPr>
        <p:spPr>
          <a:xfrm>
            <a:off x="5486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1" name="Shape 3349"/>
          <p:cNvSpPr/>
          <p:nvPr/>
        </p:nvSpPr>
        <p:spPr>
          <a:xfrm>
            <a:off x="16459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2" name="Shape 3350"/>
          <p:cNvSpPr/>
          <p:nvPr/>
        </p:nvSpPr>
        <p:spPr>
          <a:xfrm>
            <a:off x="27432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3" name="Shape 3351"/>
          <p:cNvSpPr/>
          <p:nvPr/>
        </p:nvSpPr>
        <p:spPr>
          <a:xfrm>
            <a:off x="38404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4" name="Shape 3352"/>
          <p:cNvSpPr/>
          <p:nvPr/>
        </p:nvSpPr>
        <p:spPr>
          <a:xfrm>
            <a:off x="49377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5" name="Shape 3353"/>
          <p:cNvSpPr/>
          <p:nvPr/>
        </p:nvSpPr>
        <p:spPr>
          <a:xfrm>
            <a:off x="60350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6" name="Shape 3354"/>
          <p:cNvSpPr/>
          <p:nvPr/>
        </p:nvSpPr>
        <p:spPr>
          <a:xfrm>
            <a:off x="71323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7" name="Shape 3355"/>
          <p:cNvSpPr/>
          <p:nvPr/>
        </p:nvSpPr>
        <p:spPr>
          <a:xfrm>
            <a:off x="82296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8" name="Shape 3356"/>
          <p:cNvSpPr/>
          <p:nvPr/>
        </p:nvSpPr>
        <p:spPr>
          <a:xfrm>
            <a:off x="93268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9" name="Shape 3357"/>
          <p:cNvSpPr/>
          <p:nvPr/>
        </p:nvSpPr>
        <p:spPr>
          <a:xfrm>
            <a:off x="104241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0" name="Shape 3358"/>
          <p:cNvSpPr/>
          <p:nvPr/>
        </p:nvSpPr>
        <p:spPr>
          <a:xfrm>
            <a:off x="115214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1" name="Shape 3359"/>
          <p:cNvSpPr/>
          <p:nvPr/>
        </p:nvSpPr>
        <p:spPr>
          <a:xfrm>
            <a:off x="126187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2" name="Shape 3360"/>
          <p:cNvSpPr/>
          <p:nvPr/>
        </p:nvSpPr>
        <p:spPr>
          <a:xfrm>
            <a:off x="137160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3" name="Shape 3361"/>
          <p:cNvSpPr/>
          <p:nvPr/>
        </p:nvSpPr>
        <p:spPr>
          <a:xfrm>
            <a:off x="148132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4" name="Shape 3362"/>
          <p:cNvSpPr/>
          <p:nvPr/>
        </p:nvSpPr>
        <p:spPr>
          <a:xfrm>
            <a:off x="159105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5" name="Shape 3363"/>
          <p:cNvSpPr/>
          <p:nvPr/>
        </p:nvSpPr>
        <p:spPr>
          <a:xfrm>
            <a:off x="170078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6" name="Shape 3364"/>
          <p:cNvSpPr/>
          <p:nvPr/>
        </p:nvSpPr>
        <p:spPr>
          <a:xfrm>
            <a:off x="181051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7" name="Shape 3365"/>
          <p:cNvSpPr/>
          <p:nvPr/>
        </p:nvSpPr>
        <p:spPr>
          <a:xfrm>
            <a:off x="192024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8" name="Shape 3366"/>
          <p:cNvSpPr/>
          <p:nvPr/>
        </p:nvSpPr>
        <p:spPr>
          <a:xfrm>
            <a:off x="202996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9" name="Shape 3367"/>
          <p:cNvSpPr/>
          <p:nvPr/>
        </p:nvSpPr>
        <p:spPr>
          <a:xfrm>
            <a:off x="213969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0" name="Shape 3368"/>
          <p:cNvSpPr/>
          <p:nvPr/>
        </p:nvSpPr>
        <p:spPr>
          <a:xfrm>
            <a:off x="224942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1" name="Shape 3369"/>
          <p:cNvSpPr/>
          <p:nvPr/>
        </p:nvSpPr>
        <p:spPr>
          <a:xfrm>
            <a:off x="235915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2" name="Shape 3370"/>
          <p:cNvSpPr/>
          <p:nvPr/>
        </p:nvSpPr>
        <p:spPr>
          <a:xfrm>
            <a:off x="246888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3" name="Shape 3371"/>
          <p:cNvSpPr/>
          <p:nvPr/>
        </p:nvSpPr>
        <p:spPr>
          <a:xfrm>
            <a:off x="257860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4" name="Shape 3372"/>
          <p:cNvSpPr/>
          <p:nvPr/>
        </p:nvSpPr>
        <p:spPr>
          <a:xfrm>
            <a:off x="268833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5" name="Shape 3373"/>
          <p:cNvSpPr/>
          <p:nvPr/>
        </p:nvSpPr>
        <p:spPr>
          <a:xfrm>
            <a:off x="279806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6" name="Shape 3374"/>
          <p:cNvSpPr/>
          <p:nvPr/>
        </p:nvSpPr>
        <p:spPr>
          <a:xfrm>
            <a:off x="290779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7" name="Shape 3375"/>
          <p:cNvSpPr/>
          <p:nvPr/>
        </p:nvSpPr>
        <p:spPr>
          <a:xfrm>
            <a:off x="301752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8" name="Shape 3376"/>
          <p:cNvSpPr/>
          <p:nvPr/>
        </p:nvSpPr>
        <p:spPr>
          <a:xfrm>
            <a:off x="312724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9" name="Shape 3377"/>
          <p:cNvSpPr/>
          <p:nvPr/>
        </p:nvSpPr>
        <p:spPr>
          <a:xfrm>
            <a:off x="323697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0" name="Shape 3378"/>
          <p:cNvSpPr/>
          <p:nvPr/>
        </p:nvSpPr>
        <p:spPr>
          <a:xfrm>
            <a:off x="334670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1" name="Shape 3379"/>
          <p:cNvSpPr/>
          <p:nvPr/>
        </p:nvSpPr>
        <p:spPr>
          <a:xfrm>
            <a:off x="345643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2" name="Shape 3380"/>
          <p:cNvSpPr/>
          <p:nvPr/>
        </p:nvSpPr>
        <p:spPr>
          <a:xfrm>
            <a:off x="356616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3" name="Shape 3381"/>
          <p:cNvSpPr/>
          <p:nvPr/>
        </p:nvSpPr>
        <p:spPr>
          <a:xfrm>
            <a:off x="367588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4" name="Shape 3382"/>
          <p:cNvSpPr/>
          <p:nvPr/>
        </p:nvSpPr>
        <p:spPr>
          <a:xfrm>
            <a:off x="378561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5" name="Shape 3383"/>
          <p:cNvSpPr/>
          <p:nvPr/>
        </p:nvSpPr>
        <p:spPr>
          <a:xfrm>
            <a:off x="389534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6" name="Shape 3384"/>
          <p:cNvSpPr/>
          <p:nvPr/>
        </p:nvSpPr>
        <p:spPr>
          <a:xfrm>
            <a:off x="400507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7" name="Shape 3385"/>
          <p:cNvSpPr/>
          <p:nvPr/>
        </p:nvSpPr>
        <p:spPr>
          <a:xfrm>
            <a:off x="411480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8" name="Shape 3386"/>
          <p:cNvSpPr/>
          <p:nvPr/>
        </p:nvSpPr>
        <p:spPr>
          <a:xfrm>
            <a:off x="422452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9" name="Shape 3387"/>
          <p:cNvSpPr/>
          <p:nvPr/>
        </p:nvSpPr>
        <p:spPr>
          <a:xfrm>
            <a:off x="433425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0" name="Shape 3388"/>
          <p:cNvSpPr/>
          <p:nvPr/>
        </p:nvSpPr>
        <p:spPr>
          <a:xfrm>
            <a:off x="444398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1" name="Shape 3389"/>
          <p:cNvSpPr/>
          <p:nvPr/>
        </p:nvSpPr>
        <p:spPr>
          <a:xfrm>
            <a:off x="455371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2" name="Shape 3390"/>
          <p:cNvSpPr/>
          <p:nvPr/>
        </p:nvSpPr>
        <p:spPr>
          <a:xfrm>
            <a:off x="466344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3" name="Shape 3391"/>
          <p:cNvSpPr/>
          <p:nvPr/>
        </p:nvSpPr>
        <p:spPr>
          <a:xfrm>
            <a:off x="477316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4" name="Shape 3392"/>
          <p:cNvSpPr/>
          <p:nvPr/>
        </p:nvSpPr>
        <p:spPr>
          <a:xfrm>
            <a:off x="488289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5" name="Shape 3393"/>
          <p:cNvSpPr/>
          <p:nvPr/>
        </p:nvSpPr>
        <p:spPr>
          <a:xfrm>
            <a:off x="499262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6" name="Shape 3394"/>
          <p:cNvSpPr/>
          <p:nvPr/>
        </p:nvSpPr>
        <p:spPr>
          <a:xfrm>
            <a:off x="510235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7" name="Shape 3395"/>
          <p:cNvSpPr/>
          <p:nvPr/>
        </p:nvSpPr>
        <p:spPr>
          <a:xfrm>
            <a:off x="521208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8" name="Shape 3396"/>
          <p:cNvSpPr/>
          <p:nvPr/>
        </p:nvSpPr>
        <p:spPr>
          <a:xfrm>
            <a:off x="532180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9" name="Shape 3397"/>
          <p:cNvSpPr/>
          <p:nvPr/>
        </p:nvSpPr>
        <p:spPr>
          <a:xfrm>
            <a:off x="543153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0" name="Shape 3398"/>
          <p:cNvSpPr/>
          <p:nvPr/>
        </p:nvSpPr>
        <p:spPr>
          <a:xfrm>
            <a:off x="554126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1" name="Shape 3399"/>
          <p:cNvSpPr/>
          <p:nvPr/>
        </p:nvSpPr>
        <p:spPr>
          <a:xfrm>
            <a:off x="565099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2" name="Shape 3400"/>
          <p:cNvSpPr/>
          <p:nvPr/>
        </p:nvSpPr>
        <p:spPr>
          <a:xfrm>
            <a:off x="576072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3" name="Shape 3401"/>
          <p:cNvSpPr/>
          <p:nvPr/>
        </p:nvSpPr>
        <p:spPr>
          <a:xfrm>
            <a:off x="587044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4" name="Shape 3402"/>
          <p:cNvSpPr/>
          <p:nvPr/>
        </p:nvSpPr>
        <p:spPr>
          <a:xfrm>
            <a:off x="598017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5" name="Shape 3403"/>
          <p:cNvSpPr/>
          <p:nvPr/>
        </p:nvSpPr>
        <p:spPr>
          <a:xfrm>
            <a:off x="608990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6" name="Shape 3404"/>
          <p:cNvSpPr/>
          <p:nvPr/>
        </p:nvSpPr>
        <p:spPr>
          <a:xfrm>
            <a:off x="619963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7" name="Shape 3405"/>
          <p:cNvSpPr/>
          <p:nvPr/>
        </p:nvSpPr>
        <p:spPr>
          <a:xfrm>
            <a:off x="630936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8" name="Shape 3406"/>
          <p:cNvSpPr/>
          <p:nvPr/>
        </p:nvSpPr>
        <p:spPr>
          <a:xfrm>
            <a:off x="641908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9" name="Shape 3407"/>
          <p:cNvSpPr/>
          <p:nvPr/>
        </p:nvSpPr>
        <p:spPr>
          <a:xfrm>
            <a:off x="652881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0" name="Shape 3408"/>
          <p:cNvSpPr/>
          <p:nvPr/>
        </p:nvSpPr>
        <p:spPr>
          <a:xfrm>
            <a:off x="663854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1" name="Shape 3409"/>
          <p:cNvSpPr/>
          <p:nvPr/>
        </p:nvSpPr>
        <p:spPr>
          <a:xfrm>
            <a:off x="674827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2" name="Shape 3410"/>
          <p:cNvSpPr/>
          <p:nvPr/>
        </p:nvSpPr>
        <p:spPr>
          <a:xfrm>
            <a:off x="685800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3" name="Shape 3411"/>
          <p:cNvSpPr/>
          <p:nvPr/>
        </p:nvSpPr>
        <p:spPr>
          <a:xfrm>
            <a:off x="696772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4" name="Shape 3412"/>
          <p:cNvSpPr/>
          <p:nvPr/>
        </p:nvSpPr>
        <p:spPr>
          <a:xfrm>
            <a:off x="707745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5" name="Shape 3413"/>
          <p:cNvSpPr/>
          <p:nvPr/>
        </p:nvSpPr>
        <p:spPr>
          <a:xfrm>
            <a:off x="718718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6" name="Shape 3414"/>
          <p:cNvSpPr/>
          <p:nvPr/>
        </p:nvSpPr>
        <p:spPr>
          <a:xfrm>
            <a:off x="729691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7" name="Shape 3415"/>
          <p:cNvSpPr/>
          <p:nvPr/>
        </p:nvSpPr>
        <p:spPr>
          <a:xfrm>
            <a:off x="740664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8" name="Shape 3416"/>
          <p:cNvSpPr/>
          <p:nvPr/>
        </p:nvSpPr>
        <p:spPr>
          <a:xfrm>
            <a:off x="751636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9" name="Shape 3417"/>
          <p:cNvSpPr/>
          <p:nvPr/>
        </p:nvSpPr>
        <p:spPr>
          <a:xfrm>
            <a:off x="762609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0" name="Shape 3418"/>
          <p:cNvSpPr/>
          <p:nvPr/>
        </p:nvSpPr>
        <p:spPr>
          <a:xfrm>
            <a:off x="773582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1" name="Shape 3419"/>
          <p:cNvSpPr/>
          <p:nvPr/>
        </p:nvSpPr>
        <p:spPr>
          <a:xfrm>
            <a:off x="784555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2" name="Shape 3420"/>
          <p:cNvSpPr/>
          <p:nvPr/>
        </p:nvSpPr>
        <p:spPr>
          <a:xfrm>
            <a:off x="795528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3" name="Shape 3421"/>
          <p:cNvSpPr/>
          <p:nvPr/>
        </p:nvSpPr>
        <p:spPr>
          <a:xfrm>
            <a:off x="806500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4" name="Shape 3422"/>
          <p:cNvSpPr/>
          <p:nvPr/>
        </p:nvSpPr>
        <p:spPr>
          <a:xfrm>
            <a:off x="817473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5" name="Shape 3423"/>
          <p:cNvSpPr/>
          <p:nvPr/>
        </p:nvSpPr>
        <p:spPr>
          <a:xfrm>
            <a:off x="828446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6" name="Shape 3424"/>
          <p:cNvSpPr/>
          <p:nvPr/>
        </p:nvSpPr>
        <p:spPr>
          <a:xfrm>
            <a:off x="839419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7" name="Shape 3425"/>
          <p:cNvSpPr/>
          <p:nvPr/>
        </p:nvSpPr>
        <p:spPr>
          <a:xfrm>
            <a:off x="850392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8" name="Shape 3426"/>
          <p:cNvSpPr/>
          <p:nvPr/>
        </p:nvSpPr>
        <p:spPr>
          <a:xfrm>
            <a:off x="861364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9" name="Shape 3427"/>
          <p:cNvSpPr/>
          <p:nvPr/>
        </p:nvSpPr>
        <p:spPr>
          <a:xfrm>
            <a:off x="872337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0" name="Shape 3428"/>
          <p:cNvSpPr/>
          <p:nvPr/>
        </p:nvSpPr>
        <p:spPr>
          <a:xfrm>
            <a:off x="883310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1" name="Shape 3429"/>
          <p:cNvSpPr/>
          <p:nvPr/>
        </p:nvSpPr>
        <p:spPr>
          <a:xfrm>
            <a:off x="894283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2" name="Shape 3430"/>
          <p:cNvSpPr/>
          <p:nvPr/>
        </p:nvSpPr>
        <p:spPr>
          <a:xfrm>
            <a:off x="905256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3" name="Shape 3431"/>
          <p:cNvSpPr/>
          <p:nvPr/>
        </p:nvSpPr>
        <p:spPr>
          <a:xfrm>
            <a:off x="916228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8" name="Shape 3456"/>
          <p:cNvSpPr/>
          <p:nvPr/>
        </p:nvSpPr>
        <p:spPr>
          <a:xfrm>
            <a:off x="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9" name="Shape 3457"/>
          <p:cNvSpPr/>
          <p:nvPr/>
        </p:nvSpPr>
        <p:spPr>
          <a:xfrm>
            <a:off x="10972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0" name="Shape 3458"/>
          <p:cNvSpPr/>
          <p:nvPr/>
        </p:nvSpPr>
        <p:spPr>
          <a:xfrm>
            <a:off x="21945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1" name="Shape 3459"/>
          <p:cNvSpPr/>
          <p:nvPr/>
        </p:nvSpPr>
        <p:spPr>
          <a:xfrm>
            <a:off x="32918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2" name="Shape 3460"/>
          <p:cNvSpPr/>
          <p:nvPr/>
        </p:nvSpPr>
        <p:spPr>
          <a:xfrm>
            <a:off x="43891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3" name="Shape 3461"/>
          <p:cNvSpPr/>
          <p:nvPr/>
        </p:nvSpPr>
        <p:spPr>
          <a:xfrm>
            <a:off x="54864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4" name="Shape 3462"/>
          <p:cNvSpPr/>
          <p:nvPr/>
        </p:nvSpPr>
        <p:spPr>
          <a:xfrm>
            <a:off x="65836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5" name="Shape 3463"/>
          <p:cNvSpPr/>
          <p:nvPr/>
        </p:nvSpPr>
        <p:spPr>
          <a:xfrm>
            <a:off x="76809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6" name="Shape 3464"/>
          <p:cNvSpPr/>
          <p:nvPr/>
        </p:nvSpPr>
        <p:spPr>
          <a:xfrm>
            <a:off x="87782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7" name="Shape 3465"/>
          <p:cNvSpPr/>
          <p:nvPr/>
        </p:nvSpPr>
        <p:spPr>
          <a:xfrm>
            <a:off x="98755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8" name="Shape 3466"/>
          <p:cNvSpPr/>
          <p:nvPr/>
        </p:nvSpPr>
        <p:spPr>
          <a:xfrm>
            <a:off x="109728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9" name="Shape 3467"/>
          <p:cNvSpPr/>
          <p:nvPr/>
        </p:nvSpPr>
        <p:spPr>
          <a:xfrm>
            <a:off x="120700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0" name="Shape 3468"/>
          <p:cNvSpPr/>
          <p:nvPr/>
        </p:nvSpPr>
        <p:spPr>
          <a:xfrm>
            <a:off x="131673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1" name="Shape 3469"/>
          <p:cNvSpPr/>
          <p:nvPr/>
        </p:nvSpPr>
        <p:spPr>
          <a:xfrm>
            <a:off x="142646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2" name="Shape 3470"/>
          <p:cNvSpPr/>
          <p:nvPr/>
        </p:nvSpPr>
        <p:spPr>
          <a:xfrm>
            <a:off x="153619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3" name="Shape 3471"/>
          <p:cNvSpPr/>
          <p:nvPr/>
        </p:nvSpPr>
        <p:spPr>
          <a:xfrm>
            <a:off x="164592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4" name="Shape 3472"/>
          <p:cNvSpPr/>
          <p:nvPr/>
        </p:nvSpPr>
        <p:spPr>
          <a:xfrm>
            <a:off x="175564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5" name="Shape 3473"/>
          <p:cNvSpPr/>
          <p:nvPr/>
        </p:nvSpPr>
        <p:spPr>
          <a:xfrm>
            <a:off x="186537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6" name="Shape 3474"/>
          <p:cNvSpPr/>
          <p:nvPr/>
        </p:nvSpPr>
        <p:spPr>
          <a:xfrm>
            <a:off x="197510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7" name="Shape 3475"/>
          <p:cNvSpPr/>
          <p:nvPr/>
        </p:nvSpPr>
        <p:spPr>
          <a:xfrm>
            <a:off x="208483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8" name="Shape 3476"/>
          <p:cNvSpPr/>
          <p:nvPr/>
        </p:nvSpPr>
        <p:spPr>
          <a:xfrm>
            <a:off x="219456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9" name="Shape 3477"/>
          <p:cNvSpPr/>
          <p:nvPr/>
        </p:nvSpPr>
        <p:spPr>
          <a:xfrm>
            <a:off x="230428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0" name="Shape 3478"/>
          <p:cNvSpPr/>
          <p:nvPr/>
        </p:nvSpPr>
        <p:spPr>
          <a:xfrm>
            <a:off x="241401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1" name="Shape 3479"/>
          <p:cNvSpPr/>
          <p:nvPr/>
        </p:nvSpPr>
        <p:spPr>
          <a:xfrm>
            <a:off x="252374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2" name="Shape 3480"/>
          <p:cNvSpPr/>
          <p:nvPr/>
        </p:nvSpPr>
        <p:spPr>
          <a:xfrm>
            <a:off x="263347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3" name="Shape 3481"/>
          <p:cNvSpPr/>
          <p:nvPr/>
        </p:nvSpPr>
        <p:spPr>
          <a:xfrm>
            <a:off x="274320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4" name="Shape 3482"/>
          <p:cNvSpPr/>
          <p:nvPr/>
        </p:nvSpPr>
        <p:spPr>
          <a:xfrm>
            <a:off x="285292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5" name="Shape 3483"/>
          <p:cNvSpPr/>
          <p:nvPr/>
        </p:nvSpPr>
        <p:spPr>
          <a:xfrm>
            <a:off x="296265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6" name="Shape 3484"/>
          <p:cNvSpPr/>
          <p:nvPr/>
        </p:nvSpPr>
        <p:spPr>
          <a:xfrm>
            <a:off x="307238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7" name="Shape 3485"/>
          <p:cNvSpPr/>
          <p:nvPr/>
        </p:nvSpPr>
        <p:spPr>
          <a:xfrm>
            <a:off x="318211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8" name="Shape 3486"/>
          <p:cNvSpPr/>
          <p:nvPr/>
        </p:nvSpPr>
        <p:spPr>
          <a:xfrm>
            <a:off x="329184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9" name="Shape 3487"/>
          <p:cNvSpPr/>
          <p:nvPr/>
        </p:nvSpPr>
        <p:spPr>
          <a:xfrm>
            <a:off x="340156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0" name="Shape 3488"/>
          <p:cNvSpPr/>
          <p:nvPr/>
        </p:nvSpPr>
        <p:spPr>
          <a:xfrm>
            <a:off x="351129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1" name="Shape 3489"/>
          <p:cNvSpPr/>
          <p:nvPr/>
        </p:nvSpPr>
        <p:spPr>
          <a:xfrm>
            <a:off x="362102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2" name="Shape 3490"/>
          <p:cNvSpPr/>
          <p:nvPr/>
        </p:nvSpPr>
        <p:spPr>
          <a:xfrm>
            <a:off x="373075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3" name="Shape 3491"/>
          <p:cNvSpPr/>
          <p:nvPr/>
        </p:nvSpPr>
        <p:spPr>
          <a:xfrm>
            <a:off x="384048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4" name="Shape 3492"/>
          <p:cNvSpPr/>
          <p:nvPr/>
        </p:nvSpPr>
        <p:spPr>
          <a:xfrm>
            <a:off x="395020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5" name="Shape 3493"/>
          <p:cNvSpPr/>
          <p:nvPr/>
        </p:nvSpPr>
        <p:spPr>
          <a:xfrm>
            <a:off x="405993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6" name="Shape 3494"/>
          <p:cNvSpPr/>
          <p:nvPr/>
        </p:nvSpPr>
        <p:spPr>
          <a:xfrm>
            <a:off x="416966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7" name="Shape 3495"/>
          <p:cNvSpPr/>
          <p:nvPr/>
        </p:nvSpPr>
        <p:spPr>
          <a:xfrm>
            <a:off x="427939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8" name="Shape 3496"/>
          <p:cNvSpPr/>
          <p:nvPr/>
        </p:nvSpPr>
        <p:spPr>
          <a:xfrm>
            <a:off x="438912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9" name="Shape 3497"/>
          <p:cNvSpPr/>
          <p:nvPr/>
        </p:nvSpPr>
        <p:spPr>
          <a:xfrm>
            <a:off x="449884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0" name="Shape 3498"/>
          <p:cNvSpPr/>
          <p:nvPr/>
        </p:nvSpPr>
        <p:spPr>
          <a:xfrm>
            <a:off x="460857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1" name="Shape 3499"/>
          <p:cNvSpPr/>
          <p:nvPr/>
        </p:nvSpPr>
        <p:spPr>
          <a:xfrm>
            <a:off x="471830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2" name="Shape 3500"/>
          <p:cNvSpPr/>
          <p:nvPr/>
        </p:nvSpPr>
        <p:spPr>
          <a:xfrm>
            <a:off x="482803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3" name="Shape 3501"/>
          <p:cNvSpPr/>
          <p:nvPr/>
        </p:nvSpPr>
        <p:spPr>
          <a:xfrm>
            <a:off x="493776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4" name="Shape 3502"/>
          <p:cNvSpPr/>
          <p:nvPr/>
        </p:nvSpPr>
        <p:spPr>
          <a:xfrm>
            <a:off x="504748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5" name="Shape 3503"/>
          <p:cNvSpPr/>
          <p:nvPr/>
        </p:nvSpPr>
        <p:spPr>
          <a:xfrm>
            <a:off x="515721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6" name="Shape 3504"/>
          <p:cNvSpPr/>
          <p:nvPr/>
        </p:nvSpPr>
        <p:spPr>
          <a:xfrm>
            <a:off x="526694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7" name="Shape 3505"/>
          <p:cNvSpPr/>
          <p:nvPr/>
        </p:nvSpPr>
        <p:spPr>
          <a:xfrm>
            <a:off x="537667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8" name="Shape 3506"/>
          <p:cNvSpPr/>
          <p:nvPr/>
        </p:nvSpPr>
        <p:spPr>
          <a:xfrm>
            <a:off x="548640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9" name="Shape 3507"/>
          <p:cNvSpPr/>
          <p:nvPr/>
        </p:nvSpPr>
        <p:spPr>
          <a:xfrm>
            <a:off x="559612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0" name="Shape 3508"/>
          <p:cNvSpPr/>
          <p:nvPr/>
        </p:nvSpPr>
        <p:spPr>
          <a:xfrm>
            <a:off x="570585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1" name="Shape 3509"/>
          <p:cNvSpPr/>
          <p:nvPr/>
        </p:nvSpPr>
        <p:spPr>
          <a:xfrm>
            <a:off x="581558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2" name="Shape 3510"/>
          <p:cNvSpPr/>
          <p:nvPr/>
        </p:nvSpPr>
        <p:spPr>
          <a:xfrm>
            <a:off x="592531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3" name="Shape 3511"/>
          <p:cNvSpPr/>
          <p:nvPr/>
        </p:nvSpPr>
        <p:spPr>
          <a:xfrm>
            <a:off x="603504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4" name="Shape 3512"/>
          <p:cNvSpPr/>
          <p:nvPr/>
        </p:nvSpPr>
        <p:spPr>
          <a:xfrm>
            <a:off x="614476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5" name="Shape 3513"/>
          <p:cNvSpPr/>
          <p:nvPr/>
        </p:nvSpPr>
        <p:spPr>
          <a:xfrm>
            <a:off x="625449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6" name="Shape 3514"/>
          <p:cNvSpPr/>
          <p:nvPr/>
        </p:nvSpPr>
        <p:spPr>
          <a:xfrm>
            <a:off x="636422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7" name="Shape 3515"/>
          <p:cNvSpPr/>
          <p:nvPr/>
        </p:nvSpPr>
        <p:spPr>
          <a:xfrm>
            <a:off x="647395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8" name="Shape 3516"/>
          <p:cNvSpPr/>
          <p:nvPr/>
        </p:nvSpPr>
        <p:spPr>
          <a:xfrm>
            <a:off x="658368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9" name="Shape 3517"/>
          <p:cNvSpPr/>
          <p:nvPr/>
        </p:nvSpPr>
        <p:spPr>
          <a:xfrm>
            <a:off x="669340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0" name="Shape 3518"/>
          <p:cNvSpPr/>
          <p:nvPr/>
        </p:nvSpPr>
        <p:spPr>
          <a:xfrm>
            <a:off x="680313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1" name="Shape 3519"/>
          <p:cNvSpPr/>
          <p:nvPr/>
        </p:nvSpPr>
        <p:spPr>
          <a:xfrm>
            <a:off x="691286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2" name="Shape 3520"/>
          <p:cNvSpPr/>
          <p:nvPr/>
        </p:nvSpPr>
        <p:spPr>
          <a:xfrm>
            <a:off x="702259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3" name="Shape 3521"/>
          <p:cNvSpPr/>
          <p:nvPr/>
        </p:nvSpPr>
        <p:spPr>
          <a:xfrm>
            <a:off x="713232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4" name="Shape 3522"/>
          <p:cNvSpPr/>
          <p:nvPr/>
        </p:nvSpPr>
        <p:spPr>
          <a:xfrm>
            <a:off x="724204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5" name="Shape 3523"/>
          <p:cNvSpPr/>
          <p:nvPr/>
        </p:nvSpPr>
        <p:spPr>
          <a:xfrm>
            <a:off x="735177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6" name="Shape 3524"/>
          <p:cNvSpPr/>
          <p:nvPr/>
        </p:nvSpPr>
        <p:spPr>
          <a:xfrm>
            <a:off x="746150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7" name="Shape 3525"/>
          <p:cNvSpPr/>
          <p:nvPr/>
        </p:nvSpPr>
        <p:spPr>
          <a:xfrm>
            <a:off x="757123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8" name="Shape 3526"/>
          <p:cNvSpPr/>
          <p:nvPr/>
        </p:nvSpPr>
        <p:spPr>
          <a:xfrm>
            <a:off x="768096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9" name="Shape 3527"/>
          <p:cNvSpPr/>
          <p:nvPr/>
        </p:nvSpPr>
        <p:spPr>
          <a:xfrm>
            <a:off x="779068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0" name="Shape 3528"/>
          <p:cNvSpPr/>
          <p:nvPr/>
        </p:nvSpPr>
        <p:spPr>
          <a:xfrm>
            <a:off x="790041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1" name="Shape 3529"/>
          <p:cNvSpPr/>
          <p:nvPr/>
        </p:nvSpPr>
        <p:spPr>
          <a:xfrm>
            <a:off x="801014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2" name="Shape 3530"/>
          <p:cNvSpPr/>
          <p:nvPr/>
        </p:nvSpPr>
        <p:spPr>
          <a:xfrm>
            <a:off x="811987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3" name="Shape 3531"/>
          <p:cNvSpPr/>
          <p:nvPr/>
        </p:nvSpPr>
        <p:spPr>
          <a:xfrm>
            <a:off x="822960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4" name="Shape 3532"/>
          <p:cNvSpPr/>
          <p:nvPr/>
        </p:nvSpPr>
        <p:spPr>
          <a:xfrm>
            <a:off x="833932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5" name="Shape 3533"/>
          <p:cNvSpPr/>
          <p:nvPr/>
        </p:nvSpPr>
        <p:spPr>
          <a:xfrm>
            <a:off x="844905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6" name="Shape 3534"/>
          <p:cNvSpPr/>
          <p:nvPr/>
        </p:nvSpPr>
        <p:spPr>
          <a:xfrm>
            <a:off x="855878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7" name="Shape 3535"/>
          <p:cNvSpPr/>
          <p:nvPr/>
        </p:nvSpPr>
        <p:spPr>
          <a:xfrm>
            <a:off x="866851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8" name="Shape 3536"/>
          <p:cNvSpPr/>
          <p:nvPr/>
        </p:nvSpPr>
        <p:spPr>
          <a:xfrm>
            <a:off x="877824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9" name="Shape 3537"/>
          <p:cNvSpPr/>
          <p:nvPr/>
        </p:nvSpPr>
        <p:spPr>
          <a:xfrm>
            <a:off x="888796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40" name="Shape 3538"/>
          <p:cNvSpPr/>
          <p:nvPr/>
        </p:nvSpPr>
        <p:spPr>
          <a:xfrm>
            <a:off x="899769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41" name="Shape 3539"/>
          <p:cNvSpPr/>
          <p:nvPr/>
        </p:nvSpPr>
        <p:spPr>
          <a:xfrm>
            <a:off x="910742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6" name="Shape 3564"/>
          <p:cNvSpPr/>
          <p:nvPr/>
        </p:nvSpPr>
        <p:spPr>
          <a:xfrm>
            <a:off x="5486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7" name="Shape 3565"/>
          <p:cNvSpPr/>
          <p:nvPr/>
        </p:nvSpPr>
        <p:spPr>
          <a:xfrm>
            <a:off x="16459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8" name="Shape 3566"/>
          <p:cNvSpPr/>
          <p:nvPr/>
        </p:nvSpPr>
        <p:spPr>
          <a:xfrm>
            <a:off x="27432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9" name="Shape 3567"/>
          <p:cNvSpPr/>
          <p:nvPr/>
        </p:nvSpPr>
        <p:spPr>
          <a:xfrm>
            <a:off x="38404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0" name="Shape 3568"/>
          <p:cNvSpPr/>
          <p:nvPr/>
        </p:nvSpPr>
        <p:spPr>
          <a:xfrm>
            <a:off x="49377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1" name="Shape 3569"/>
          <p:cNvSpPr/>
          <p:nvPr/>
        </p:nvSpPr>
        <p:spPr>
          <a:xfrm>
            <a:off x="60350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2" name="Shape 3570"/>
          <p:cNvSpPr/>
          <p:nvPr/>
        </p:nvSpPr>
        <p:spPr>
          <a:xfrm>
            <a:off x="71323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3" name="Shape 3571"/>
          <p:cNvSpPr/>
          <p:nvPr/>
        </p:nvSpPr>
        <p:spPr>
          <a:xfrm>
            <a:off x="82296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4" name="Shape 3572"/>
          <p:cNvSpPr/>
          <p:nvPr/>
        </p:nvSpPr>
        <p:spPr>
          <a:xfrm>
            <a:off x="93268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5" name="Shape 3573"/>
          <p:cNvSpPr/>
          <p:nvPr/>
        </p:nvSpPr>
        <p:spPr>
          <a:xfrm>
            <a:off x="104241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6" name="Shape 3574"/>
          <p:cNvSpPr/>
          <p:nvPr/>
        </p:nvSpPr>
        <p:spPr>
          <a:xfrm>
            <a:off x="115214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7" name="Shape 3575"/>
          <p:cNvSpPr/>
          <p:nvPr/>
        </p:nvSpPr>
        <p:spPr>
          <a:xfrm>
            <a:off x="126187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8" name="Shape 3576"/>
          <p:cNvSpPr/>
          <p:nvPr/>
        </p:nvSpPr>
        <p:spPr>
          <a:xfrm>
            <a:off x="137160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9" name="Shape 3577"/>
          <p:cNvSpPr/>
          <p:nvPr/>
        </p:nvSpPr>
        <p:spPr>
          <a:xfrm>
            <a:off x="148132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0" name="Shape 3578"/>
          <p:cNvSpPr/>
          <p:nvPr/>
        </p:nvSpPr>
        <p:spPr>
          <a:xfrm>
            <a:off x="159105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1" name="Shape 3579"/>
          <p:cNvSpPr/>
          <p:nvPr/>
        </p:nvSpPr>
        <p:spPr>
          <a:xfrm>
            <a:off x="170078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2" name="Shape 3580"/>
          <p:cNvSpPr/>
          <p:nvPr/>
        </p:nvSpPr>
        <p:spPr>
          <a:xfrm>
            <a:off x="181051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3" name="Shape 3581"/>
          <p:cNvSpPr/>
          <p:nvPr/>
        </p:nvSpPr>
        <p:spPr>
          <a:xfrm>
            <a:off x="192024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4" name="Shape 3582"/>
          <p:cNvSpPr/>
          <p:nvPr/>
        </p:nvSpPr>
        <p:spPr>
          <a:xfrm>
            <a:off x="202996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5" name="Shape 3583"/>
          <p:cNvSpPr/>
          <p:nvPr/>
        </p:nvSpPr>
        <p:spPr>
          <a:xfrm>
            <a:off x="213969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6" name="Shape 3584"/>
          <p:cNvSpPr/>
          <p:nvPr/>
        </p:nvSpPr>
        <p:spPr>
          <a:xfrm>
            <a:off x="224942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7" name="Shape 3585"/>
          <p:cNvSpPr/>
          <p:nvPr/>
        </p:nvSpPr>
        <p:spPr>
          <a:xfrm>
            <a:off x="235915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8" name="Shape 3586"/>
          <p:cNvSpPr/>
          <p:nvPr/>
        </p:nvSpPr>
        <p:spPr>
          <a:xfrm>
            <a:off x="246888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9" name="Shape 3587"/>
          <p:cNvSpPr/>
          <p:nvPr/>
        </p:nvSpPr>
        <p:spPr>
          <a:xfrm>
            <a:off x="257860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0" name="Shape 3588"/>
          <p:cNvSpPr/>
          <p:nvPr/>
        </p:nvSpPr>
        <p:spPr>
          <a:xfrm>
            <a:off x="268833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1" name="Shape 3589"/>
          <p:cNvSpPr/>
          <p:nvPr/>
        </p:nvSpPr>
        <p:spPr>
          <a:xfrm>
            <a:off x="279806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2" name="Shape 3590"/>
          <p:cNvSpPr/>
          <p:nvPr/>
        </p:nvSpPr>
        <p:spPr>
          <a:xfrm>
            <a:off x="290779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3" name="Shape 3591"/>
          <p:cNvSpPr/>
          <p:nvPr/>
        </p:nvSpPr>
        <p:spPr>
          <a:xfrm>
            <a:off x="301752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4" name="Shape 3592"/>
          <p:cNvSpPr/>
          <p:nvPr/>
        </p:nvSpPr>
        <p:spPr>
          <a:xfrm>
            <a:off x="312724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5" name="Shape 3593"/>
          <p:cNvSpPr/>
          <p:nvPr/>
        </p:nvSpPr>
        <p:spPr>
          <a:xfrm>
            <a:off x="323697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6" name="Shape 3594"/>
          <p:cNvSpPr/>
          <p:nvPr/>
        </p:nvSpPr>
        <p:spPr>
          <a:xfrm>
            <a:off x="334670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7" name="Shape 3595"/>
          <p:cNvSpPr/>
          <p:nvPr/>
        </p:nvSpPr>
        <p:spPr>
          <a:xfrm>
            <a:off x="345643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8" name="Shape 3596"/>
          <p:cNvSpPr/>
          <p:nvPr/>
        </p:nvSpPr>
        <p:spPr>
          <a:xfrm>
            <a:off x="356616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9" name="Shape 3597"/>
          <p:cNvSpPr/>
          <p:nvPr/>
        </p:nvSpPr>
        <p:spPr>
          <a:xfrm>
            <a:off x="367588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0" name="Shape 3598"/>
          <p:cNvSpPr/>
          <p:nvPr/>
        </p:nvSpPr>
        <p:spPr>
          <a:xfrm>
            <a:off x="378561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1" name="Shape 3599"/>
          <p:cNvSpPr/>
          <p:nvPr/>
        </p:nvSpPr>
        <p:spPr>
          <a:xfrm>
            <a:off x="389534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2" name="Shape 3600"/>
          <p:cNvSpPr/>
          <p:nvPr/>
        </p:nvSpPr>
        <p:spPr>
          <a:xfrm>
            <a:off x="400507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3" name="Shape 3601"/>
          <p:cNvSpPr/>
          <p:nvPr/>
        </p:nvSpPr>
        <p:spPr>
          <a:xfrm>
            <a:off x="411480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4" name="Shape 3602"/>
          <p:cNvSpPr/>
          <p:nvPr/>
        </p:nvSpPr>
        <p:spPr>
          <a:xfrm>
            <a:off x="422452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5" name="Shape 3603"/>
          <p:cNvSpPr/>
          <p:nvPr/>
        </p:nvSpPr>
        <p:spPr>
          <a:xfrm>
            <a:off x="433425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6" name="Shape 3604"/>
          <p:cNvSpPr/>
          <p:nvPr/>
        </p:nvSpPr>
        <p:spPr>
          <a:xfrm>
            <a:off x="444398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7" name="Shape 3605"/>
          <p:cNvSpPr/>
          <p:nvPr/>
        </p:nvSpPr>
        <p:spPr>
          <a:xfrm>
            <a:off x="455371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8" name="Shape 3606"/>
          <p:cNvSpPr/>
          <p:nvPr/>
        </p:nvSpPr>
        <p:spPr>
          <a:xfrm>
            <a:off x="466344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9" name="Shape 3607"/>
          <p:cNvSpPr/>
          <p:nvPr/>
        </p:nvSpPr>
        <p:spPr>
          <a:xfrm>
            <a:off x="477316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0" name="Shape 3608"/>
          <p:cNvSpPr/>
          <p:nvPr/>
        </p:nvSpPr>
        <p:spPr>
          <a:xfrm>
            <a:off x="488289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1" name="Shape 3609"/>
          <p:cNvSpPr/>
          <p:nvPr/>
        </p:nvSpPr>
        <p:spPr>
          <a:xfrm>
            <a:off x="499262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2" name="Shape 3610"/>
          <p:cNvSpPr/>
          <p:nvPr/>
        </p:nvSpPr>
        <p:spPr>
          <a:xfrm>
            <a:off x="510235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3" name="Shape 3611"/>
          <p:cNvSpPr/>
          <p:nvPr/>
        </p:nvSpPr>
        <p:spPr>
          <a:xfrm>
            <a:off x="521208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4" name="Shape 3612"/>
          <p:cNvSpPr/>
          <p:nvPr/>
        </p:nvSpPr>
        <p:spPr>
          <a:xfrm>
            <a:off x="532180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5" name="Shape 3613"/>
          <p:cNvSpPr/>
          <p:nvPr/>
        </p:nvSpPr>
        <p:spPr>
          <a:xfrm>
            <a:off x="543153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6" name="Shape 3614"/>
          <p:cNvSpPr/>
          <p:nvPr/>
        </p:nvSpPr>
        <p:spPr>
          <a:xfrm>
            <a:off x="554126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7" name="Shape 3615"/>
          <p:cNvSpPr/>
          <p:nvPr/>
        </p:nvSpPr>
        <p:spPr>
          <a:xfrm>
            <a:off x="565099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8" name="Shape 3616"/>
          <p:cNvSpPr/>
          <p:nvPr/>
        </p:nvSpPr>
        <p:spPr>
          <a:xfrm>
            <a:off x="576072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9" name="Shape 3617"/>
          <p:cNvSpPr/>
          <p:nvPr/>
        </p:nvSpPr>
        <p:spPr>
          <a:xfrm>
            <a:off x="587044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0" name="Shape 3618"/>
          <p:cNvSpPr/>
          <p:nvPr/>
        </p:nvSpPr>
        <p:spPr>
          <a:xfrm>
            <a:off x="598017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1" name="Shape 3619"/>
          <p:cNvSpPr/>
          <p:nvPr/>
        </p:nvSpPr>
        <p:spPr>
          <a:xfrm>
            <a:off x="608990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2" name="Shape 3620"/>
          <p:cNvSpPr/>
          <p:nvPr/>
        </p:nvSpPr>
        <p:spPr>
          <a:xfrm>
            <a:off x="619963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3" name="Shape 3621"/>
          <p:cNvSpPr/>
          <p:nvPr/>
        </p:nvSpPr>
        <p:spPr>
          <a:xfrm>
            <a:off x="630936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4" name="Shape 3622"/>
          <p:cNvSpPr/>
          <p:nvPr/>
        </p:nvSpPr>
        <p:spPr>
          <a:xfrm>
            <a:off x="641908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5" name="Shape 3623"/>
          <p:cNvSpPr/>
          <p:nvPr/>
        </p:nvSpPr>
        <p:spPr>
          <a:xfrm>
            <a:off x="652881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6" name="Shape 3624"/>
          <p:cNvSpPr/>
          <p:nvPr/>
        </p:nvSpPr>
        <p:spPr>
          <a:xfrm>
            <a:off x="663854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7" name="Shape 3625"/>
          <p:cNvSpPr/>
          <p:nvPr/>
        </p:nvSpPr>
        <p:spPr>
          <a:xfrm>
            <a:off x="674827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8" name="Shape 3626"/>
          <p:cNvSpPr/>
          <p:nvPr/>
        </p:nvSpPr>
        <p:spPr>
          <a:xfrm>
            <a:off x="685800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9" name="Shape 3627"/>
          <p:cNvSpPr/>
          <p:nvPr/>
        </p:nvSpPr>
        <p:spPr>
          <a:xfrm>
            <a:off x="696772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0" name="Shape 3628"/>
          <p:cNvSpPr/>
          <p:nvPr/>
        </p:nvSpPr>
        <p:spPr>
          <a:xfrm>
            <a:off x="707745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1" name="Shape 3629"/>
          <p:cNvSpPr/>
          <p:nvPr/>
        </p:nvSpPr>
        <p:spPr>
          <a:xfrm>
            <a:off x="718718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2" name="Shape 3630"/>
          <p:cNvSpPr/>
          <p:nvPr/>
        </p:nvSpPr>
        <p:spPr>
          <a:xfrm>
            <a:off x="729691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3" name="Shape 3631"/>
          <p:cNvSpPr/>
          <p:nvPr/>
        </p:nvSpPr>
        <p:spPr>
          <a:xfrm>
            <a:off x="740664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4" name="Shape 3632"/>
          <p:cNvSpPr/>
          <p:nvPr/>
        </p:nvSpPr>
        <p:spPr>
          <a:xfrm>
            <a:off x="751636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5" name="Shape 3633"/>
          <p:cNvSpPr/>
          <p:nvPr/>
        </p:nvSpPr>
        <p:spPr>
          <a:xfrm>
            <a:off x="762609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6" name="Shape 3634"/>
          <p:cNvSpPr/>
          <p:nvPr/>
        </p:nvSpPr>
        <p:spPr>
          <a:xfrm>
            <a:off x="773582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7" name="Shape 3635"/>
          <p:cNvSpPr/>
          <p:nvPr/>
        </p:nvSpPr>
        <p:spPr>
          <a:xfrm>
            <a:off x="784555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8" name="Shape 3636"/>
          <p:cNvSpPr/>
          <p:nvPr/>
        </p:nvSpPr>
        <p:spPr>
          <a:xfrm>
            <a:off x="795528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9" name="Shape 3637"/>
          <p:cNvSpPr/>
          <p:nvPr/>
        </p:nvSpPr>
        <p:spPr>
          <a:xfrm>
            <a:off x="806500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0" name="Shape 3638"/>
          <p:cNvSpPr/>
          <p:nvPr/>
        </p:nvSpPr>
        <p:spPr>
          <a:xfrm>
            <a:off x="817473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1" name="Shape 3639"/>
          <p:cNvSpPr/>
          <p:nvPr/>
        </p:nvSpPr>
        <p:spPr>
          <a:xfrm>
            <a:off x="828446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2" name="Shape 3640"/>
          <p:cNvSpPr/>
          <p:nvPr/>
        </p:nvSpPr>
        <p:spPr>
          <a:xfrm>
            <a:off x="839419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3" name="Shape 3641"/>
          <p:cNvSpPr/>
          <p:nvPr/>
        </p:nvSpPr>
        <p:spPr>
          <a:xfrm>
            <a:off x="850392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4" name="Shape 3642"/>
          <p:cNvSpPr/>
          <p:nvPr/>
        </p:nvSpPr>
        <p:spPr>
          <a:xfrm>
            <a:off x="861364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5" name="Shape 3643"/>
          <p:cNvSpPr/>
          <p:nvPr/>
        </p:nvSpPr>
        <p:spPr>
          <a:xfrm>
            <a:off x="872337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6" name="Shape 3644"/>
          <p:cNvSpPr/>
          <p:nvPr/>
        </p:nvSpPr>
        <p:spPr>
          <a:xfrm>
            <a:off x="883310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7" name="Shape 3645"/>
          <p:cNvSpPr/>
          <p:nvPr/>
        </p:nvSpPr>
        <p:spPr>
          <a:xfrm>
            <a:off x="894283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8" name="Shape 3646"/>
          <p:cNvSpPr/>
          <p:nvPr/>
        </p:nvSpPr>
        <p:spPr>
          <a:xfrm>
            <a:off x="905256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9" name="Shape 3647"/>
          <p:cNvSpPr/>
          <p:nvPr/>
        </p:nvSpPr>
        <p:spPr>
          <a:xfrm>
            <a:off x="916228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4" name="Shape 3672"/>
          <p:cNvSpPr/>
          <p:nvPr/>
        </p:nvSpPr>
        <p:spPr>
          <a:xfrm>
            <a:off x="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5" name="Shape 3673"/>
          <p:cNvSpPr/>
          <p:nvPr/>
        </p:nvSpPr>
        <p:spPr>
          <a:xfrm>
            <a:off x="10972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6" name="Shape 3674"/>
          <p:cNvSpPr/>
          <p:nvPr/>
        </p:nvSpPr>
        <p:spPr>
          <a:xfrm>
            <a:off x="21945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7" name="Shape 3675"/>
          <p:cNvSpPr/>
          <p:nvPr/>
        </p:nvSpPr>
        <p:spPr>
          <a:xfrm>
            <a:off x="32918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8" name="Shape 3676"/>
          <p:cNvSpPr/>
          <p:nvPr/>
        </p:nvSpPr>
        <p:spPr>
          <a:xfrm>
            <a:off x="43891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9" name="Shape 3677"/>
          <p:cNvSpPr/>
          <p:nvPr/>
        </p:nvSpPr>
        <p:spPr>
          <a:xfrm>
            <a:off x="54864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0" name="Shape 3678"/>
          <p:cNvSpPr/>
          <p:nvPr/>
        </p:nvSpPr>
        <p:spPr>
          <a:xfrm>
            <a:off x="65836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1" name="Shape 3679"/>
          <p:cNvSpPr/>
          <p:nvPr/>
        </p:nvSpPr>
        <p:spPr>
          <a:xfrm>
            <a:off x="76809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2" name="Shape 3680"/>
          <p:cNvSpPr/>
          <p:nvPr/>
        </p:nvSpPr>
        <p:spPr>
          <a:xfrm>
            <a:off x="87782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3" name="Shape 3681"/>
          <p:cNvSpPr/>
          <p:nvPr/>
        </p:nvSpPr>
        <p:spPr>
          <a:xfrm>
            <a:off x="98755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4" name="Shape 3682"/>
          <p:cNvSpPr/>
          <p:nvPr/>
        </p:nvSpPr>
        <p:spPr>
          <a:xfrm>
            <a:off x="109728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5" name="Shape 3683"/>
          <p:cNvSpPr/>
          <p:nvPr/>
        </p:nvSpPr>
        <p:spPr>
          <a:xfrm>
            <a:off x="120700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6" name="Shape 3684"/>
          <p:cNvSpPr/>
          <p:nvPr/>
        </p:nvSpPr>
        <p:spPr>
          <a:xfrm>
            <a:off x="131673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7" name="Shape 3685"/>
          <p:cNvSpPr/>
          <p:nvPr/>
        </p:nvSpPr>
        <p:spPr>
          <a:xfrm>
            <a:off x="142646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8" name="Shape 3686"/>
          <p:cNvSpPr/>
          <p:nvPr/>
        </p:nvSpPr>
        <p:spPr>
          <a:xfrm>
            <a:off x="153619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9" name="Shape 3687"/>
          <p:cNvSpPr/>
          <p:nvPr/>
        </p:nvSpPr>
        <p:spPr>
          <a:xfrm>
            <a:off x="164592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0" name="Shape 3688"/>
          <p:cNvSpPr/>
          <p:nvPr/>
        </p:nvSpPr>
        <p:spPr>
          <a:xfrm>
            <a:off x="175564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1" name="Shape 3689"/>
          <p:cNvSpPr/>
          <p:nvPr/>
        </p:nvSpPr>
        <p:spPr>
          <a:xfrm>
            <a:off x="186537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2" name="Shape 3690"/>
          <p:cNvSpPr/>
          <p:nvPr/>
        </p:nvSpPr>
        <p:spPr>
          <a:xfrm>
            <a:off x="197510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3" name="Shape 3691"/>
          <p:cNvSpPr/>
          <p:nvPr/>
        </p:nvSpPr>
        <p:spPr>
          <a:xfrm>
            <a:off x="208483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4" name="Shape 3692"/>
          <p:cNvSpPr/>
          <p:nvPr/>
        </p:nvSpPr>
        <p:spPr>
          <a:xfrm>
            <a:off x="219456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5" name="Shape 3693"/>
          <p:cNvSpPr/>
          <p:nvPr/>
        </p:nvSpPr>
        <p:spPr>
          <a:xfrm>
            <a:off x="230428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6" name="Shape 3694"/>
          <p:cNvSpPr/>
          <p:nvPr/>
        </p:nvSpPr>
        <p:spPr>
          <a:xfrm>
            <a:off x="241401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7" name="Shape 3695"/>
          <p:cNvSpPr/>
          <p:nvPr/>
        </p:nvSpPr>
        <p:spPr>
          <a:xfrm>
            <a:off x="252374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8" name="Shape 3696"/>
          <p:cNvSpPr/>
          <p:nvPr/>
        </p:nvSpPr>
        <p:spPr>
          <a:xfrm>
            <a:off x="263347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9" name="Shape 3697"/>
          <p:cNvSpPr/>
          <p:nvPr/>
        </p:nvSpPr>
        <p:spPr>
          <a:xfrm>
            <a:off x="274320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0" name="Shape 3698"/>
          <p:cNvSpPr/>
          <p:nvPr/>
        </p:nvSpPr>
        <p:spPr>
          <a:xfrm>
            <a:off x="285292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1" name="Shape 3699"/>
          <p:cNvSpPr/>
          <p:nvPr/>
        </p:nvSpPr>
        <p:spPr>
          <a:xfrm>
            <a:off x="296265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2" name="Shape 3700"/>
          <p:cNvSpPr/>
          <p:nvPr/>
        </p:nvSpPr>
        <p:spPr>
          <a:xfrm>
            <a:off x="307238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3" name="Shape 3701"/>
          <p:cNvSpPr/>
          <p:nvPr/>
        </p:nvSpPr>
        <p:spPr>
          <a:xfrm>
            <a:off x="318211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4" name="Shape 3702"/>
          <p:cNvSpPr/>
          <p:nvPr/>
        </p:nvSpPr>
        <p:spPr>
          <a:xfrm>
            <a:off x="329184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5" name="Shape 3703"/>
          <p:cNvSpPr/>
          <p:nvPr/>
        </p:nvSpPr>
        <p:spPr>
          <a:xfrm>
            <a:off x="340156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6" name="Shape 3704"/>
          <p:cNvSpPr/>
          <p:nvPr/>
        </p:nvSpPr>
        <p:spPr>
          <a:xfrm>
            <a:off x="351129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7" name="Shape 3705"/>
          <p:cNvSpPr/>
          <p:nvPr/>
        </p:nvSpPr>
        <p:spPr>
          <a:xfrm>
            <a:off x="362102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8" name="Shape 3706"/>
          <p:cNvSpPr/>
          <p:nvPr/>
        </p:nvSpPr>
        <p:spPr>
          <a:xfrm>
            <a:off x="373075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9" name="Shape 3707"/>
          <p:cNvSpPr/>
          <p:nvPr/>
        </p:nvSpPr>
        <p:spPr>
          <a:xfrm>
            <a:off x="384048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0" name="Shape 3708"/>
          <p:cNvSpPr/>
          <p:nvPr/>
        </p:nvSpPr>
        <p:spPr>
          <a:xfrm>
            <a:off x="395020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1" name="Shape 3709"/>
          <p:cNvSpPr/>
          <p:nvPr/>
        </p:nvSpPr>
        <p:spPr>
          <a:xfrm>
            <a:off x="405993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2" name="Shape 3710"/>
          <p:cNvSpPr/>
          <p:nvPr/>
        </p:nvSpPr>
        <p:spPr>
          <a:xfrm>
            <a:off x="416966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3" name="Shape 3711"/>
          <p:cNvSpPr/>
          <p:nvPr/>
        </p:nvSpPr>
        <p:spPr>
          <a:xfrm>
            <a:off x="427939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4" name="Shape 3712"/>
          <p:cNvSpPr/>
          <p:nvPr/>
        </p:nvSpPr>
        <p:spPr>
          <a:xfrm>
            <a:off x="438912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5" name="Shape 3713"/>
          <p:cNvSpPr/>
          <p:nvPr/>
        </p:nvSpPr>
        <p:spPr>
          <a:xfrm>
            <a:off x="449884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6" name="Shape 3714"/>
          <p:cNvSpPr/>
          <p:nvPr/>
        </p:nvSpPr>
        <p:spPr>
          <a:xfrm>
            <a:off x="460857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7" name="Shape 3715"/>
          <p:cNvSpPr/>
          <p:nvPr/>
        </p:nvSpPr>
        <p:spPr>
          <a:xfrm>
            <a:off x="471830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8" name="Shape 3716"/>
          <p:cNvSpPr/>
          <p:nvPr/>
        </p:nvSpPr>
        <p:spPr>
          <a:xfrm>
            <a:off x="482803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9" name="Shape 3717"/>
          <p:cNvSpPr/>
          <p:nvPr/>
        </p:nvSpPr>
        <p:spPr>
          <a:xfrm>
            <a:off x="493776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0" name="Shape 3718"/>
          <p:cNvSpPr/>
          <p:nvPr/>
        </p:nvSpPr>
        <p:spPr>
          <a:xfrm>
            <a:off x="504748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1" name="Shape 3719"/>
          <p:cNvSpPr/>
          <p:nvPr/>
        </p:nvSpPr>
        <p:spPr>
          <a:xfrm>
            <a:off x="515721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2" name="Shape 3720"/>
          <p:cNvSpPr/>
          <p:nvPr/>
        </p:nvSpPr>
        <p:spPr>
          <a:xfrm>
            <a:off x="526694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3" name="Shape 3721"/>
          <p:cNvSpPr/>
          <p:nvPr/>
        </p:nvSpPr>
        <p:spPr>
          <a:xfrm>
            <a:off x="537667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4" name="Shape 3722"/>
          <p:cNvSpPr/>
          <p:nvPr/>
        </p:nvSpPr>
        <p:spPr>
          <a:xfrm>
            <a:off x="548640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5" name="Shape 3723"/>
          <p:cNvSpPr/>
          <p:nvPr/>
        </p:nvSpPr>
        <p:spPr>
          <a:xfrm>
            <a:off x="559612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6" name="Shape 3724"/>
          <p:cNvSpPr/>
          <p:nvPr/>
        </p:nvSpPr>
        <p:spPr>
          <a:xfrm>
            <a:off x="570585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7" name="Shape 3725"/>
          <p:cNvSpPr/>
          <p:nvPr/>
        </p:nvSpPr>
        <p:spPr>
          <a:xfrm>
            <a:off x="581558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8" name="Shape 3726"/>
          <p:cNvSpPr/>
          <p:nvPr/>
        </p:nvSpPr>
        <p:spPr>
          <a:xfrm>
            <a:off x="592531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9" name="Shape 3727"/>
          <p:cNvSpPr/>
          <p:nvPr/>
        </p:nvSpPr>
        <p:spPr>
          <a:xfrm>
            <a:off x="603504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0" name="Shape 3728"/>
          <p:cNvSpPr/>
          <p:nvPr/>
        </p:nvSpPr>
        <p:spPr>
          <a:xfrm>
            <a:off x="614476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1" name="Shape 3729"/>
          <p:cNvSpPr/>
          <p:nvPr/>
        </p:nvSpPr>
        <p:spPr>
          <a:xfrm>
            <a:off x="625449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2" name="Shape 3730"/>
          <p:cNvSpPr/>
          <p:nvPr/>
        </p:nvSpPr>
        <p:spPr>
          <a:xfrm>
            <a:off x="636422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3" name="Shape 3731"/>
          <p:cNvSpPr/>
          <p:nvPr/>
        </p:nvSpPr>
        <p:spPr>
          <a:xfrm>
            <a:off x="647395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4" name="Shape 3732"/>
          <p:cNvSpPr/>
          <p:nvPr/>
        </p:nvSpPr>
        <p:spPr>
          <a:xfrm>
            <a:off x="658368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5" name="Shape 3733"/>
          <p:cNvSpPr/>
          <p:nvPr/>
        </p:nvSpPr>
        <p:spPr>
          <a:xfrm>
            <a:off x="669340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6" name="Shape 3734"/>
          <p:cNvSpPr/>
          <p:nvPr/>
        </p:nvSpPr>
        <p:spPr>
          <a:xfrm>
            <a:off x="680313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7" name="Shape 3735"/>
          <p:cNvSpPr/>
          <p:nvPr/>
        </p:nvSpPr>
        <p:spPr>
          <a:xfrm>
            <a:off x="691286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8" name="Shape 3736"/>
          <p:cNvSpPr/>
          <p:nvPr/>
        </p:nvSpPr>
        <p:spPr>
          <a:xfrm>
            <a:off x="702259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9" name="Shape 3737"/>
          <p:cNvSpPr/>
          <p:nvPr/>
        </p:nvSpPr>
        <p:spPr>
          <a:xfrm>
            <a:off x="713232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0" name="Shape 3738"/>
          <p:cNvSpPr/>
          <p:nvPr/>
        </p:nvSpPr>
        <p:spPr>
          <a:xfrm>
            <a:off x="724204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1" name="Shape 3739"/>
          <p:cNvSpPr/>
          <p:nvPr/>
        </p:nvSpPr>
        <p:spPr>
          <a:xfrm>
            <a:off x="735177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2" name="Shape 3740"/>
          <p:cNvSpPr/>
          <p:nvPr/>
        </p:nvSpPr>
        <p:spPr>
          <a:xfrm>
            <a:off x="746150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3" name="Shape 3741"/>
          <p:cNvSpPr/>
          <p:nvPr/>
        </p:nvSpPr>
        <p:spPr>
          <a:xfrm>
            <a:off x="757123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4" name="Shape 3742"/>
          <p:cNvSpPr/>
          <p:nvPr/>
        </p:nvSpPr>
        <p:spPr>
          <a:xfrm>
            <a:off x="768096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5" name="Shape 3743"/>
          <p:cNvSpPr/>
          <p:nvPr/>
        </p:nvSpPr>
        <p:spPr>
          <a:xfrm>
            <a:off x="779068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6" name="Shape 3744"/>
          <p:cNvSpPr/>
          <p:nvPr/>
        </p:nvSpPr>
        <p:spPr>
          <a:xfrm>
            <a:off x="790041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7" name="Shape 3745"/>
          <p:cNvSpPr/>
          <p:nvPr/>
        </p:nvSpPr>
        <p:spPr>
          <a:xfrm>
            <a:off x="801014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8" name="Shape 3746"/>
          <p:cNvSpPr/>
          <p:nvPr/>
        </p:nvSpPr>
        <p:spPr>
          <a:xfrm>
            <a:off x="811987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9" name="Shape 3747"/>
          <p:cNvSpPr/>
          <p:nvPr/>
        </p:nvSpPr>
        <p:spPr>
          <a:xfrm>
            <a:off x="822960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0" name="Shape 3748"/>
          <p:cNvSpPr/>
          <p:nvPr/>
        </p:nvSpPr>
        <p:spPr>
          <a:xfrm>
            <a:off x="833932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1" name="Shape 3749"/>
          <p:cNvSpPr/>
          <p:nvPr/>
        </p:nvSpPr>
        <p:spPr>
          <a:xfrm>
            <a:off x="844905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2" name="Shape 3750"/>
          <p:cNvSpPr/>
          <p:nvPr/>
        </p:nvSpPr>
        <p:spPr>
          <a:xfrm>
            <a:off x="855878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3" name="Shape 3751"/>
          <p:cNvSpPr/>
          <p:nvPr/>
        </p:nvSpPr>
        <p:spPr>
          <a:xfrm>
            <a:off x="8668512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4" name="Shape 3752"/>
          <p:cNvSpPr/>
          <p:nvPr/>
        </p:nvSpPr>
        <p:spPr>
          <a:xfrm>
            <a:off x="8778240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5" name="Shape 3753"/>
          <p:cNvSpPr/>
          <p:nvPr/>
        </p:nvSpPr>
        <p:spPr>
          <a:xfrm>
            <a:off x="8887968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6" name="Shape 3754"/>
          <p:cNvSpPr/>
          <p:nvPr/>
        </p:nvSpPr>
        <p:spPr>
          <a:xfrm>
            <a:off x="8997696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7" name="Shape 3755"/>
          <p:cNvSpPr/>
          <p:nvPr/>
        </p:nvSpPr>
        <p:spPr>
          <a:xfrm>
            <a:off x="9107424" y="37307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2" name="Shape 3780"/>
          <p:cNvSpPr/>
          <p:nvPr/>
        </p:nvSpPr>
        <p:spPr>
          <a:xfrm>
            <a:off x="5486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3" name="Shape 3781"/>
          <p:cNvSpPr/>
          <p:nvPr/>
        </p:nvSpPr>
        <p:spPr>
          <a:xfrm>
            <a:off x="16459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4" name="Shape 3782"/>
          <p:cNvSpPr/>
          <p:nvPr/>
        </p:nvSpPr>
        <p:spPr>
          <a:xfrm>
            <a:off x="27432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5" name="Shape 3783"/>
          <p:cNvSpPr/>
          <p:nvPr/>
        </p:nvSpPr>
        <p:spPr>
          <a:xfrm>
            <a:off x="38404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6" name="Shape 3784"/>
          <p:cNvSpPr/>
          <p:nvPr/>
        </p:nvSpPr>
        <p:spPr>
          <a:xfrm>
            <a:off x="49377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7" name="Shape 3785"/>
          <p:cNvSpPr/>
          <p:nvPr/>
        </p:nvSpPr>
        <p:spPr>
          <a:xfrm>
            <a:off x="60350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8" name="Shape 3786"/>
          <p:cNvSpPr/>
          <p:nvPr/>
        </p:nvSpPr>
        <p:spPr>
          <a:xfrm>
            <a:off x="71323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9" name="Shape 3787"/>
          <p:cNvSpPr/>
          <p:nvPr/>
        </p:nvSpPr>
        <p:spPr>
          <a:xfrm>
            <a:off x="82296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0" name="Shape 3788"/>
          <p:cNvSpPr/>
          <p:nvPr/>
        </p:nvSpPr>
        <p:spPr>
          <a:xfrm>
            <a:off x="93268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1" name="Shape 3789"/>
          <p:cNvSpPr/>
          <p:nvPr/>
        </p:nvSpPr>
        <p:spPr>
          <a:xfrm>
            <a:off x="104241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2" name="Shape 3790"/>
          <p:cNvSpPr/>
          <p:nvPr/>
        </p:nvSpPr>
        <p:spPr>
          <a:xfrm>
            <a:off x="115214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3" name="Shape 3791"/>
          <p:cNvSpPr/>
          <p:nvPr/>
        </p:nvSpPr>
        <p:spPr>
          <a:xfrm>
            <a:off x="126187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4" name="Shape 3792"/>
          <p:cNvSpPr/>
          <p:nvPr/>
        </p:nvSpPr>
        <p:spPr>
          <a:xfrm>
            <a:off x="137160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5" name="Shape 3793"/>
          <p:cNvSpPr/>
          <p:nvPr/>
        </p:nvSpPr>
        <p:spPr>
          <a:xfrm>
            <a:off x="148132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6" name="Shape 3794"/>
          <p:cNvSpPr/>
          <p:nvPr/>
        </p:nvSpPr>
        <p:spPr>
          <a:xfrm>
            <a:off x="159105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7" name="Shape 3795"/>
          <p:cNvSpPr/>
          <p:nvPr/>
        </p:nvSpPr>
        <p:spPr>
          <a:xfrm>
            <a:off x="170078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8" name="Shape 3796"/>
          <p:cNvSpPr/>
          <p:nvPr/>
        </p:nvSpPr>
        <p:spPr>
          <a:xfrm>
            <a:off x="181051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9" name="Shape 3797"/>
          <p:cNvSpPr/>
          <p:nvPr/>
        </p:nvSpPr>
        <p:spPr>
          <a:xfrm>
            <a:off x="192024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0" name="Shape 3798"/>
          <p:cNvSpPr/>
          <p:nvPr/>
        </p:nvSpPr>
        <p:spPr>
          <a:xfrm>
            <a:off x="202996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1" name="Shape 3799"/>
          <p:cNvSpPr/>
          <p:nvPr/>
        </p:nvSpPr>
        <p:spPr>
          <a:xfrm>
            <a:off x="213969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2" name="Shape 3800"/>
          <p:cNvSpPr/>
          <p:nvPr/>
        </p:nvSpPr>
        <p:spPr>
          <a:xfrm>
            <a:off x="224942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3" name="Shape 3801"/>
          <p:cNvSpPr/>
          <p:nvPr/>
        </p:nvSpPr>
        <p:spPr>
          <a:xfrm>
            <a:off x="235915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4" name="Shape 3802"/>
          <p:cNvSpPr/>
          <p:nvPr/>
        </p:nvSpPr>
        <p:spPr>
          <a:xfrm>
            <a:off x="246888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5" name="Shape 3803"/>
          <p:cNvSpPr/>
          <p:nvPr/>
        </p:nvSpPr>
        <p:spPr>
          <a:xfrm>
            <a:off x="257860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6" name="Shape 3804"/>
          <p:cNvSpPr/>
          <p:nvPr/>
        </p:nvSpPr>
        <p:spPr>
          <a:xfrm>
            <a:off x="268833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7" name="Shape 3805"/>
          <p:cNvSpPr/>
          <p:nvPr/>
        </p:nvSpPr>
        <p:spPr>
          <a:xfrm>
            <a:off x="279806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8" name="Shape 3806"/>
          <p:cNvSpPr/>
          <p:nvPr/>
        </p:nvSpPr>
        <p:spPr>
          <a:xfrm>
            <a:off x="290779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9" name="Shape 3807"/>
          <p:cNvSpPr/>
          <p:nvPr/>
        </p:nvSpPr>
        <p:spPr>
          <a:xfrm>
            <a:off x="301752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0" name="Shape 3808"/>
          <p:cNvSpPr/>
          <p:nvPr/>
        </p:nvSpPr>
        <p:spPr>
          <a:xfrm>
            <a:off x="312724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1" name="Shape 3809"/>
          <p:cNvSpPr/>
          <p:nvPr/>
        </p:nvSpPr>
        <p:spPr>
          <a:xfrm>
            <a:off x="323697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2" name="Shape 3810"/>
          <p:cNvSpPr/>
          <p:nvPr/>
        </p:nvSpPr>
        <p:spPr>
          <a:xfrm>
            <a:off x="334670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3" name="Shape 3811"/>
          <p:cNvSpPr/>
          <p:nvPr/>
        </p:nvSpPr>
        <p:spPr>
          <a:xfrm>
            <a:off x="345643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4" name="Shape 3812"/>
          <p:cNvSpPr/>
          <p:nvPr/>
        </p:nvSpPr>
        <p:spPr>
          <a:xfrm>
            <a:off x="356616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5" name="Shape 3813"/>
          <p:cNvSpPr/>
          <p:nvPr/>
        </p:nvSpPr>
        <p:spPr>
          <a:xfrm>
            <a:off x="367588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6" name="Shape 3814"/>
          <p:cNvSpPr/>
          <p:nvPr/>
        </p:nvSpPr>
        <p:spPr>
          <a:xfrm>
            <a:off x="378561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7" name="Shape 3815"/>
          <p:cNvSpPr/>
          <p:nvPr/>
        </p:nvSpPr>
        <p:spPr>
          <a:xfrm>
            <a:off x="389534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8" name="Shape 3816"/>
          <p:cNvSpPr/>
          <p:nvPr/>
        </p:nvSpPr>
        <p:spPr>
          <a:xfrm>
            <a:off x="400507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9" name="Shape 3817"/>
          <p:cNvSpPr/>
          <p:nvPr/>
        </p:nvSpPr>
        <p:spPr>
          <a:xfrm>
            <a:off x="411480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0" name="Shape 3818"/>
          <p:cNvSpPr/>
          <p:nvPr/>
        </p:nvSpPr>
        <p:spPr>
          <a:xfrm>
            <a:off x="422452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1" name="Shape 3819"/>
          <p:cNvSpPr/>
          <p:nvPr/>
        </p:nvSpPr>
        <p:spPr>
          <a:xfrm>
            <a:off x="433425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2" name="Shape 3820"/>
          <p:cNvSpPr/>
          <p:nvPr/>
        </p:nvSpPr>
        <p:spPr>
          <a:xfrm>
            <a:off x="444398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3" name="Shape 3821"/>
          <p:cNvSpPr/>
          <p:nvPr/>
        </p:nvSpPr>
        <p:spPr>
          <a:xfrm>
            <a:off x="455371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4" name="Shape 3822"/>
          <p:cNvSpPr/>
          <p:nvPr/>
        </p:nvSpPr>
        <p:spPr>
          <a:xfrm>
            <a:off x="466344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5" name="Shape 3823"/>
          <p:cNvSpPr/>
          <p:nvPr/>
        </p:nvSpPr>
        <p:spPr>
          <a:xfrm>
            <a:off x="477316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6" name="Shape 3824"/>
          <p:cNvSpPr/>
          <p:nvPr/>
        </p:nvSpPr>
        <p:spPr>
          <a:xfrm>
            <a:off x="488289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7" name="Shape 3825"/>
          <p:cNvSpPr/>
          <p:nvPr/>
        </p:nvSpPr>
        <p:spPr>
          <a:xfrm>
            <a:off x="499262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8" name="Shape 3826"/>
          <p:cNvSpPr/>
          <p:nvPr/>
        </p:nvSpPr>
        <p:spPr>
          <a:xfrm>
            <a:off x="510235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9" name="Shape 3827"/>
          <p:cNvSpPr/>
          <p:nvPr/>
        </p:nvSpPr>
        <p:spPr>
          <a:xfrm>
            <a:off x="521208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0" name="Shape 3828"/>
          <p:cNvSpPr/>
          <p:nvPr/>
        </p:nvSpPr>
        <p:spPr>
          <a:xfrm>
            <a:off x="532180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1" name="Shape 3829"/>
          <p:cNvSpPr/>
          <p:nvPr/>
        </p:nvSpPr>
        <p:spPr>
          <a:xfrm>
            <a:off x="543153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2" name="Shape 3830"/>
          <p:cNvSpPr/>
          <p:nvPr/>
        </p:nvSpPr>
        <p:spPr>
          <a:xfrm>
            <a:off x="554126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3" name="Shape 3831"/>
          <p:cNvSpPr/>
          <p:nvPr/>
        </p:nvSpPr>
        <p:spPr>
          <a:xfrm>
            <a:off x="565099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4" name="Shape 3832"/>
          <p:cNvSpPr/>
          <p:nvPr/>
        </p:nvSpPr>
        <p:spPr>
          <a:xfrm>
            <a:off x="576072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5" name="Shape 3833"/>
          <p:cNvSpPr/>
          <p:nvPr/>
        </p:nvSpPr>
        <p:spPr>
          <a:xfrm>
            <a:off x="587044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6" name="Shape 3834"/>
          <p:cNvSpPr/>
          <p:nvPr/>
        </p:nvSpPr>
        <p:spPr>
          <a:xfrm>
            <a:off x="598017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7" name="Shape 3835"/>
          <p:cNvSpPr/>
          <p:nvPr/>
        </p:nvSpPr>
        <p:spPr>
          <a:xfrm>
            <a:off x="608990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8" name="Shape 3836"/>
          <p:cNvSpPr/>
          <p:nvPr/>
        </p:nvSpPr>
        <p:spPr>
          <a:xfrm>
            <a:off x="619963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9" name="Shape 3837"/>
          <p:cNvSpPr/>
          <p:nvPr/>
        </p:nvSpPr>
        <p:spPr>
          <a:xfrm>
            <a:off x="630936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0" name="Shape 3838"/>
          <p:cNvSpPr/>
          <p:nvPr/>
        </p:nvSpPr>
        <p:spPr>
          <a:xfrm>
            <a:off x="641908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1" name="Shape 3839"/>
          <p:cNvSpPr/>
          <p:nvPr/>
        </p:nvSpPr>
        <p:spPr>
          <a:xfrm>
            <a:off x="652881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2" name="Shape 3840"/>
          <p:cNvSpPr/>
          <p:nvPr/>
        </p:nvSpPr>
        <p:spPr>
          <a:xfrm>
            <a:off x="663854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3" name="Shape 3841"/>
          <p:cNvSpPr/>
          <p:nvPr/>
        </p:nvSpPr>
        <p:spPr>
          <a:xfrm>
            <a:off x="674827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4" name="Shape 3842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5" name="Shape 3843"/>
          <p:cNvSpPr/>
          <p:nvPr/>
        </p:nvSpPr>
        <p:spPr>
          <a:xfrm>
            <a:off x="696772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6" name="Shape 3844"/>
          <p:cNvSpPr/>
          <p:nvPr/>
        </p:nvSpPr>
        <p:spPr>
          <a:xfrm>
            <a:off x="707745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7" name="Shape 3845"/>
          <p:cNvSpPr/>
          <p:nvPr/>
        </p:nvSpPr>
        <p:spPr>
          <a:xfrm>
            <a:off x="718718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8" name="Shape 3846"/>
          <p:cNvSpPr/>
          <p:nvPr/>
        </p:nvSpPr>
        <p:spPr>
          <a:xfrm>
            <a:off x="729691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9" name="Shape 3847"/>
          <p:cNvSpPr/>
          <p:nvPr/>
        </p:nvSpPr>
        <p:spPr>
          <a:xfrm>
            <a:off x="740664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0" name="Shape 3848"/>
          <p:cNvSpPr/>
          <p:nvPr/>
        </p:nvSpPr>
        <p:spPr>
          <a:xfrm>
            <a:off x="751636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1" name="Shape 3849"/>
          <p:cNvSpPr/>
          <p:nvPr/>
        </p:nvSpPr>
        <p:spPr>
          <a:xfrm>
            <a:off x="762609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2" name="Shape 3850"/>
          <p:cNvSpPr/>
          <p:nvPr/>
        </p:nvSpPr>
        <p:spPr>
          <a:xfrm>
            <a:off x="773582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3" name="Shape 3851"/>
          <p:cNvSpPr/>
          <p:nvPr/>
        </p:nvSpPr>
        <p:spPr>
          <a:xfrm>
            <a:off x="784555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4" name="Shape 3852"/>
          <p:cNvSpPr/>
          <p:nvPr/>
        </p:nvSpPr>
        <p:spPr>
          <a:xfrm>
            <a:off x="795528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5" name="Shape 3853"/>
          <p:cNvSpPr/>
          <p:nvPr/>
        </p:nvSpPr>
        <p:spPr>
          <a:xfrm>
            <a:off x="806500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6" name="Shape 3854"/>
          <p:cNvSpPr/>
          <p:nvPr/>
        </p:nvSpPr>
        <p:spPr>
          <a:xfrm>
            <a:off x="817473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7" name="Shape 3855"/>
          <p:cNvSpPr/>
          <p:nvPr/>
        </p:nvSpPr>
        <p:spPr>
          <a:xfrm>
            <a:off x="828446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8" name="Shape 3856"/>
          <p:cNvSpPr/>
          <p:nvPr/>
        </p:nvSpPr>
        <p:spPr>
          <a:xfrm>
            <a:off x="839419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9" name="Shape 3857"/>
          <p:cNvSpPr/>
          <p:nvPr/>
        </p:nvSpPr>
        <p:spPr>
          <a:xfrm>
            <a:off x="850392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0" name="Shape 3858"/>
          <p:cNvSpPr/>
          <p:nvPr/>
        </p:nvSpPr>
        <p:spPr>
          <a:xfrm>
            <a:off x="861364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1" name="Shape 3859"/>
          <p:cNvSpPr/>
          <p:nvPr/>
        </p:nvSpPr>
        <p:spPr>
          <a:xfrm>
            <a:off x="8723376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2" name="Shape 3860"/>
          <p:cNvSpPr/>
          <p:nvPr/>
        </p:nvSpPr>
        <p:spPr>
          <a:xfrm>
            <a:off x="8833104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3" name="Shape 3861"/>
          <p:cNvSpPr/>
          <p:nvPr/>
        </p:nvSpPr>
        <p:spPr>
          <a:xfrm>
            <a:off x="8942832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4" name="Shape 3862"/>
          <p:cNvSpPr/>
          <p:nvPr/>
        </p:nvSpPr>
        <p:spPr>
          <a:xfrm>
            <a:off x="9052560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5" name="Shape 3863"/>
          <p:cNvSpPr/>
          <p:nvPr/>
        </p:nvSpPr>
        <p:spPr>
          <a:xfrm>
            <a:off x="9162288" y="38404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0" name="Shape 3888"/>
          <p:cNvSpPr/>
          <p:nvPr/>
        </p:nvSpPr>
        <p:spPr>
          <a:xfrm>
            <a:off x="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1" name="Shape 3889"/>
          <p:cNvSpPr/>
          <p:nvPr/>
        </p:nvSpPr>
        <p:spPr>
          <a:xfrm>
            <a:off x="10972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2" name="Shape 3890"/>
          <p:cNvSpPr/>
          <p:nvPr/>
        </p:nvSpPr>
        <p:spPr>
          <a:xfrm>
            <a:off x="21945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3" name="Shape 3891"/>
          <p:cNvSpPr/>
          <p:nvPr/>
        </p:nvSpPr>
        <p:spPr>
          <a:xfrm>
            <a:off x="32918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4" name="Shape 3892"/>
          <p:cNvSpPr/>
          <p:nvPr/>
        </p:nvSpPr>
        <p:spPr>
          <a:xfrm>
            <a:off x="43891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5" name="Shape 3893"/>
          <p:cNvSpPr/>
          <p:nvPr/>
        </p:nvSpPr>
        <p:spPr>
          <a:xfrm>
            <a:off x="54864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6" name="Shape 3894"/>
          <p:cNvSpPr/>
          <p:nvPr/>
        </p:nvSpPr>
        <p:spPr>
          <a:xfrm>
            <a:off x="65836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7" name="Shape 3895"/>
          <p:cNvSpPr/>
          <p:nvPr/>
        </p:nvSpPr>
        <p:spPr>
          <a:xfrm>
            <a:off x="76809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8" name="Shape 3896"/>
          <p:cNvSpPr/>
          <p:nvPr/>
        </p:nvSpPr>
        <p:spPr>
          <a:xfrm>
            <a:off x="87782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9" name="Shape 3897"/>
          <p:cNvSpPr/>
          <p:nvPr/>
        </p:nvSpPr>
        <p:spPr>
          <a:xfrm>
            <a:off x="98755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0" name="Shape 3898"/>
          <p:cNvSpPr/>
          <p:nvPr/>
        </p:nvSpPr>
        <p:spPr>
          <a:xfrm>
            <a:off x="109728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1" name="Shape 3899"/>
          <p:cNvSpPr/>
          <p:nvPr/>
        </p:nvSpPr>
        <p:spPr>
          <a:xfrm>
            <a:off x="120700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2" name="Shape 3900"/>
          <p:cNvSpPr/>
          <p:nvPr/>
        </p:nvSpPr>
        <p:spPr>
          <a:xfrm>
            <a:off x="131673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3" name="Shape 3901"/>
          <p:cNvSpPr/>
          <p:nvPr/>
        </p:nvSpPr>
        <p:spPr>
          <a:xfrm>
            <a:off x="142646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4" name="Shape 3902"/>
          <p:cNvSpPr/>
          <p:nvPr/>
        </p:nvSpPr>
        <p:spPr>
          <a:xfrm>
            <a:off x="153619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5" name="Shape 3903"/>
          <p:cNvSpPr/>
          <p:nvPr/>
        </p:nvSpPr>
        <p:spPr>
          <a:xfrm>
            <a:off x="164592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6" name="Shape 3904"/>
          <p:cNvSpPr/>
          <p:nvPr/>
        </p:nvSpPr>
        <p:spPr>
          <a:xfrm>
            <a:off x="175564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7" name="Shape 3905"/>
          <p:cNvSpPr/>
          <p:nvPr/>
        </p:nvSpPr>
        <p:spPr>
          <a:xfrm>
            <a:off x="186537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8" name="Shape 3906"/>
          <p:cNvSpPr/>
          <p:nvPr/>
        </p:nvSpPr>
        <p:spPr>
          <a:xfrm>
            <a:off x="197510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9" name="Shape 3907"/>
          <p:cNvSpPr/>
          <p:nvPr/>
        </p:nvSpPr>
        <p:spPr>
          <a:xfrm>
            <a:off x="208483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0" name="Shape 3908"/>
          <p:cNvSpPr/>
          <p:nvPr/>
        </p:nvSpPr>
        <p:spPr>
          <a:xfrm>
            <a:off x="219456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1" name="Shape 3909"/>
          <p:cNvSpPr/>
          <p:nvPr/>
        </p:nvSpPr>
        <p:spPr>
          <a:xfrm>
            <a:off x="230428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2" name="Shape 3910"/>
          <p:cNvSpPr/>
          <p:nvPr/>
        </p:nvSpPr>
        <p:spPr>
          <a:xfrm>
            <a:off x="241401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3" name="Shape 3911"/>
          <p:cNvSpPr/>
          <p:nvPr/>
        </p:nvSpPr>
        <p:spPr>
          <a:xfrm>
            <a:off x="252374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4" name="Shape 3912"/>
          <p:cNvSpPr/>
          <p:nvPr/>
        </p:nvSpPr>
        <p:spPr>
          <a:xfrm>
            <a:off x="263347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5" name="Shape 3913"/>
          <p:cNvSpPr/>
          <p:nvPr/>
        </p:nvSpPr>
        <p:spPr>
          <a:xfrm>
            <a:off x="274320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6" name="Shape 3914"/>
          <p:cNvSpPr/>
          <p:nvPr/>
        </p:nvSpPr>
        <p:spPr>
          <a:xfrm>
            <a:off x="285292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7" name="Shape 3915"/>
          <p:cNvSpPr/>
          <p:nvPr/>
        </p:nvSpPr>
        <p:spPr>
          <a:xfrm>
            <a:off x="296265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8" name="Shape 3916"/>
          <p:cNvSpPr/>
          <p:nvPr/>
        </p:nvSpPr>
        <p:spPr>
          <a:xfrm>
            <a:off x="307238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9" name="Shape 3917"/>
          <p:cNvSpPr/>
          <p:nvPr/>
        </p:nvSpPr>
        <p:spPr>
          <a:xfrm>
            <a:off x="318211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0" name="Shape 3918"/>
          <p:cNvSpPr/>
          <p:nvPr/>
        </p:nvSpPr>
        <p:spPr>
          <a:xfrm>
            <a:off x="329184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1" name="Shape 3919"/>
          <p:cNvSpPr/>
          <p:nvPr/>
        </p:nvSpPr>
        <p:spPr>
          <a:xfrm>
            <a:off x="340156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2" name="Shape 3920"/>
          <p:cNvSpPr/>
          <p:nvPr/>
        </p:nvSpPr>
        <p:spPr>
          <a:xfrm>
            <a:off x="351129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3" name="Shape 3921"/>
          <p:cNvSpPr/>
          <p:nvPr/>
        </p:nvSpPr>
        <p:spPr>
          <a:xfrm>
            <a:off x="362102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4" name="Shape 3922"/>
          <p:cNvSpPr/>
          <p:nvPr/>
        </p:nvSpPr>
        <p:spPr>
          <a:xfrm>
            <a:off x="373075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5" name="Shape 3923"/>
          <p:cNvSpPr/>
          <p:nvPr/>
        </p:nvSpPr>
        <p:spPr>
          <a:xfrm>
            <a:off x="384048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6" name="Shape 3924"/>
          <p:cNvSpPr/>
          <p:nvPr/>
        </p:nvSpPr>
        <p:spPr>
          <a:xfrm>
            <a:off x="395020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7" name="Shape 3925"/>
          <p:cNvSpPr/>
          <p:nvPr/>
        </p:nvSpPr>
        <p:spPr>
          <a:xfrm>
            <a:off x="405993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8" name="Shape 3926"/>
          <p:cNvSpPr/>
          <p:nvPr/>
        </p:nvSpPr>
        <p:spPr>
          <a:xfrm>
            <a:off x="416966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9" name="Shape 3927"/>
          <p:cNvSpPr/>
          <p:nvPr/>
        </p:nvSpPr>
        <p:spPr>
          <a:xfrm>
            <a:off x="427939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0" name="Shape 3928"/>
          <p:cNvSpPr/>
          <p:nvPr/>
        </p:nvSpPr>
        <p:spPr>
          <a:xfrm>
            <a:off x="438912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1" name="Shape 3929"/>
          <p:cNvSpPr/>
          <p:nvPr/>
        </p:nvSpPr>
        <p:spPr>
          <a:xfrm>
            <a:off x="449884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2" name="Shape 3930"/>
          <p:cNvSpPr/>
          <p:nvPr/>
        </p:nvSpPr>
        <p:spPr>
          <a:xfrm>
            <a:off x="460857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3" name="Shape 3931"/>
          <p:cNvSpPr/>
          <p:nvPr/>
        </p:nvSpPr>
        <p:spPr>
          <a:xfrm>
            <a:off x="471830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4" name="Shape 3932"/>
          <p:cNvSpPr/>
          <p:nvPr/>
        </p:nvSpPr>
        <p:spPr>
          <a:xfrm>
            <a:off x="482803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5" name="Shape 3933"/>
          <p:cNvSpPr/>
          <p:nvPr/>
        </p:nvSpPr>
        <p:spPr>
          <a:xfrm>
            <a:off x="493776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6" name="Shape 3934"/>
          <p:cNvSpPr/>
          <p:nvPr/>
        </p:nvSpPr>
        <p:spPr>
          <a:xfrm>
            <a:off x="504748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7" name="Shape 3935"/>
          <p:cNvSpPr/>
          <p:nvPr/>
        </p:nvSpPr>
        <p:spPr>
          <a:xfrm>
            <a:off x="515721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8" name="Shape 3936"/>
          <p:cNvSpPr/>
          <p:nvPr/>
        </p:nvSpPr>
        <p:spPr>
          <a:xfrm>
            <a:off x="526694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9" name="Shape 3937"/>
          <p:cNvSpPr/>
          <p:nvPr/>
        </p:nvSpPr>
        <p:spPr>
          <a:xfrm>
            <a:off x="537667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0" name="Shape 3938"/>
          <p:cNvSpPr/>
          <p:nvPr/>
        </p:nvSpPr>
        <p:spPr>
          <a:xfrm>
            <a:off x="548640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1" name="Shape 3939"/>
          <p:cNvSpPr/>
          <p:nvPr/>
        </p:nvSpPr>
        <p:spPr>
          <a:xfrm>
            <a:off x="559612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2" name="Shape 3940"/>
          <p:cNvSpPr/>
          <p:nvPr/>
        </p:nvSpPr>
        <p:spPr>
          <a:xfrm>
            <a:off x="570585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3" name="Shape 3941"/>
          <p:cNvSpPr/>
          <p:nvPr/>
        </p:nvSpPr>
        <p:spPr>
          <a:xfrm>
            <a:off x="581558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4" name="Shape 3942"/>
          <p:cNvSpPr/>
          <p:nvPr/>
        </p:nvSpPr>
        <p:spPr>
          <a:xfrm>
            <a:off x="592531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5" name="Shape 3943"/>
          <p:cNvSpPr/>
          <p:nvPr/>
        </p:nvSpPr>
        <p:spPr>
          <a:xfrm>
            <a:off x="603504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6" name="Shape 3944"/>
          <p:cNvSpPr/>
          <p:nvPr/>
        </p:nvSpPr>
        <p:spPr>
          <a:xfrm>
            <a:off x="614476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7" name="Shape 3945"/>
          <p:cNvSpPr/>
          <p:nvPr/>
        </p:nvSpPr>
        <p:spPr>
          <a:xfrm>
            <a:off x="625449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8" name="Shape 3946"/>
          <p:cNvSpPr/>
          <p:nvPr/>
        </p:nvSpPr>
        <p:spPr>
          <a:xfrm>
            <a:off x="636422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9" name="Shape 3947"/>
          <p:cNvSpPr/>
          <p:nvPr/>
        </p:nvSpPr>
        <p:spPr>
          <a:xfrm>
            <a:off x="647395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0" name="Shape 3948"/>
          <p:cNvSpPr/>
          <p:nvPr/>
        </p:nvSpPr>
        <p:spPr>
          <a:xfrm>
            <a:off x="658368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1" name="Shape 3949"/>
          <p:cNvSpPr/>
          <p:nvPr/>
        </p:nvSpPr>
        <p:spPr>
          <a:xfrm>
            <a:off x="669340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2" name="Shape 3950"/>
          <p:cNvSpPr/>
          <p:nvPr/>
        </p:nvSpPr>
        <p:spPr>
          <a:xfrm>
            <a:off x="680313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3" name="Shape 3951"/>
          <p:cNvSpPr/>
          <p:nvPr/>
        </p:nvSpPr>
        <p:spPr>
          <a:xfrm>
            <a:off x="691286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4" name="Shape 3952"/>
          <p:cNvSpPr/>
          <p:nvPr/>
        </p:nvSpPr>
        <p:spPr>
          <a:xfrm>
            <a:off x="702259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5" name="Shape 3953"/>
          <p:cNvSpPr/>
          <p:nvPr/>
        </p:nvSpPr>
        <p:spPr>
          <a:xfrm>
            <a:off x="713232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6" name="Shape 3954"/>
          <p:cNvSpPr/>
          <p:nvPr/>
        </p:nvSpPr>
        <p:spPr>
          <a:xfrm>
            <a:off x="724204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7" name="Shape 3955"/>
          <p:cNvSpPr/>
          <p:nvPr/>
        </p:nvSpPr>
        <p:spPr>
          <a:xfrm>
            <a:off x="735177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8" name="Shape 3956"/>
          <p:cNvSpPr/>
          <p:nvPr/>
        </p:nvSpPr>
        <p:spPr>
          <a:xfrm>
            <a:off x="746150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9" name="Shape 3957"/>
          <p:cNvSpPr/>
          <p:nvPr/>
        </p:nvSpPr>
        <p:spPr>
          <a:xfrm>
            <a:off x="757123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0" name="Shape 3958"/>
          <p:cNvSpPr/>
          <p:nvPr/>
        </p:nvSpPr>
        <p:spPr>
          <a:xfrm>
            <a:off x="768096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1" name="Shape 3959"/>
          <p:cNvSpPr/>
          <p:nvPr/>
        </p:nvSpPr>
        <p:spPr>
          <a:xfrm>
            <a:off x="779068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2" name="Shape 3960"/>
          <p:cNvSpPr/>
          <p:nvPr/>
        </p:nvSpPr>
        <p:spPr>
          <a:xfrm>
            <a:off x="790041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3" name="Shape 3961"/>
          <p:cNvSpPr/>
          <p:nvPr/>
        </p:nvSpPr>
        <p:spPr>
          <a:xfrm>
            <a:off x="801014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4" name="Shape 3962"/>
          <p:cNvSpPr/>
          <p:nvPr/>
        </p:nvSpPr>
        <p:spPr>
          <a:xfrm>
            <a:off x="811987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5" name="Shape 3963"/>
          <p:cNvSpPr/>
          <p:nvPr/>
        </p:nvSpPr>
        <p:spPr>
          <a:xfrm>
            <a:off x="822960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6" name="Shape 3964"/>
          <p:cNvSpPr/>
          <p:nvPr/>
        </p:nvSpPr>
        <p:spPr>
          <a:xfrm>
            <a:off x="833932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7" name="Shape 3965"/>
          <p:cNvSpPr/>
          <p:nvPr/>
        </p:nvSpPr>
        <p:spPr>
          <a:xfrm>
            <a:off x="844905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8" name="Shape 3966"/>
          <p:cNvSpPr/>
          <p:nvPr/>
        </p:nvSpPr>
        <p:spPr>
          <a:xfrm>
            <a:off x="855878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9" name="Shape 3967"/>
          <p:cNvSpPr/>
          <p:nvPr/>
        </p:nvSpPr>
        <p:spPr>
          <a:xfrm>
            <a:off x="8668512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0" name="Shape 3968"/>
          <p:cNvSpPr/>
          <p:nvPr/>
        </p:nvSpPr>
        <p:spPr>
          <a:xfrm>
            <a:off x="8778240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1" name="Shape 3969"/>
          <p:cNvSpPr/>
          <p:nvPr/>
        </p:nvSpPr>
        <p:spPr>
          <a:xfrm>
            <a:off x="8887968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2" name="Shape 3970"/>
          <p:cNvSpPr/>
          <p:nvPr/>
        </p:nvSpPr>
        <p:spPr>
          <a:xfrm>
            <a:off x="8997696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3" name="Shape 3971"/>
          <p:cNvSpPr/>
          <p:nvPr/>
        </p:nvSpPr>
        <p:spPr>
          <a:xfrm>
            <a:off x="9107424" y="39502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98" name="Shape 3996"/>
          <p:cNvSpPr/>
          <p:nvPr/>
        </p:nvSpPr>
        <p:spPr>
          <a:xfrm>
            <a:off x="5486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99" name="Shape 3997"/>
          <p:cNvSpPr/>
          <p:nvPr/>
        </p:nvSpPr>
        <p:spPr>
          <a:xfrm>
            <a:off x="16459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0" name="Shape 3998"/>
          <p:cNvSpPr/>
          <p:nvPr/>
        </p:nvSpPr>
        <p:spPr>
          <a:xfrm>
            <a:off x="27432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1" name="Shape 3999"/>
          <p:cNvSpPr/>
          <p:nvPr/>
        </p:nvSpPr>
        <p:spPr>
          <a:xfrm>
            <a:off x="38404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2" name="Shape 4000"/>
          <p:cNvSpPr/>
          <p:nvPr/>
        </p:nvSpPr>
        <p:spPr>
          <a:xfrm>
            <a:off x="49377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3" name="Shape 4001"/>
          <p:cNvSpPr/>
          <p:nvPr/>
        </p:nvSpPr>
        <p:spPr>
          <a:xfrm>
            <a:off x="60350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4" name="Shape 4002"/>
          <p:cNvSpPr/>
          <p:nvPr/>
        </p:nvSpPr>
        <p:spPr>
          <a:xfrm>
            <a:off x="71323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5" name="Shape 4003"/>
          <p:cNvSpPr/>
          <p:nvPr/>
        </p:nvSpPr>
        <p:spPr>
          <a:xfrm>
            <a:off x="82296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6" name="Shape 4004"/>
          <p:cNvSpPr/>
          <p:nvPr/>
        </p:nvSpPr>
        <p:spPr>
          <a:xfrm>
            <a:off x="93268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7" name="Shape 4005"/>
          <p:cNvSpPr/>
          <p:nvPr/>
        </p:nvSpPr>
        <p:spPr>
          <a:xfrm>
            <a:off x="104241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8" name="Shape 4006"/>
          <p:cNvSpPr/>
          <p:nvPr/>
        </p:nvSpPr>
        <p:spPr>
          <a:xfrm>
            <a:off x="115214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9" name="Shape 4007"/>
          <p:cNvSpPr/>
          <p:nvPr/>
        </p:nvSpPr>
        <p:spPr>
          <a:xfrm>
            <a:off x="126187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0" name="Shape 4008"/>
          <p:cNvSpPr/>
          <p:nvPr/>
        </p:nvSpPr>
        <p:spPr>
          <a:xfrm>
            <a:off x="137160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1" name="Shape 4009"/>
          <p:cNvSpPr/>
          <p:nvPr/>
        </p:nvSpPr>
        <p:spPr>
          <a:xfrm>
            <a:off x="148132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2" name="Shape 4010"/>
          <p:cNvSpPr/>
          <p:nvPr/>
        </p:nvSpPr>
        <p:spPr>
          <a:xfrm>
            <a:off x="159105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3" name="Shape 4011"/>
          <p:cNvSpPr/>
          <p:nvPr/>
        </p:nvSpPr>
        <p:spPr>
          <a:xfrm>
            <a:off x="170078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4" name="Shape 4012"/>
          <p:cNvSpPr/>
          <p:nvPr/>
        </p:nvSpPr>
        <p:spPr>
          <a:xfrm>
            <a:off x="181051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5" name="Shape 4013"/>
          <p:cNvSpPr/>
          <p:nvPr/>
        </p:nvSpPr>
        <p:spPr>
          <a:xfrm>
            <a:off x="192024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6" name="Shape 4014"/>
          <p:cNvSpPr/>
          <p:nvPr/>
        </p:nvSpPr>
        <p:spPr>
          <a:xfrm>
            <a:off x="202996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7" name="Shape 4015"/>
          <p:cNvSpPr/>
          <p:nvPr/>
        </p:nvSpPr>
        <p:spPr>
          <a:xfrm>
            <a:off x="213969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8" name="Shape 4016"/>
          <p:cNvSpPr/>
          <p:nvPr/>
        </p:nvSpPr>
        <p:spPr>
          <a:xfrm>
            <a:off x="224942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9" name="Shape 4017"/>
          <p:cNvSpPr/>
          <p:nvPr/>
        </p:nvSpPr>
        <p:spPr>
          <a:xfrm>
            <a:off x="235915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0" name="Shape 4018"/>
          <p:cNvSpPr/>
          <p:nvPr/>
        </p:nvSpPr>
        <p:spPr>
          <a:xfrm>
            <a:off x="246888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1" name="Shape 4019"/>
          <p:cNvSpPr/>
          <p:nvPr/>
        </p:nvSpPr>
        <p:spPr>
          <a:xfrm>
            <a:off x="257860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2" name="Shape 4020"/>
          <p:cNvSpPr/>
          <p:nvPr/>
        </p:nvSpPr>
        <p:spPr>
          <a:xfrm>
            <a:off x="268833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3" name="Shape 4021"/>
          <p:cNvSpPr/>
          <p:nvPr/>
        </p:nvSpPr>
        <p:spPr>
          <a:xfrm>
            <a:off x="279806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4" name="Shape 4022"/>
          <p:cNvSpPr/>
          <p:nvPr/>
        </p:nvSpPr>
        <p:spPr>
          <a:xfrm>
            <a:off x="290779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5" name="Shape 4023"/>
          <p:cNvSpPr/>
          <p:nvPr/>
        </p:nvSpPr>
        <p:spPr>
          <a:xfrm>
            <a:off x="301752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6" name="Shape 4024"/>
          <p:cNvSpPr/>
          <p:nvPr/>
        </p:nvSpPr>
        <p:spPr>
          <a:xfrm>
            <a:off x="312724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7" name="Shape 4025"/>
          <p:cNvSpPr/>
          <p:nvPr/>
        </p:nvSpPr>
        <p:spPr>
          <a:xfrm>
            <a:off x="323697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8" name="Shape 4026"/>
          <p:cNvSpPr/>
          <p:nvPr/>
        </p:nvSpPr>
        <p:spPr>
          <a:xfrm>
            <a:off x="334670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9" name="Shape 4027"/>
          <p:cNvSpPr/>
          <p:nvPr/>
        </p:nvSpPr>
        <p:spPr>
          <a:xfrm>
            <a:off x="345643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0" name="Shape 4028"/>
          <p:cNvSpPr/>
          <p:nvPr/>
        </p:nvSpPr>
        <p:spPr>
          <a:xfrm>
            <a:off x="356616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1" name="Shape 4029"/>
          <p:cNvSpPr/>
          <p:nvPr/>
        </p:nvSpPr>
        <p:spPr>
          <a:xfrm>
            <a:off x="367588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2" name="Shape 4030"/>
          <p:cNvSpPr/>
          <p:nvPr/>
        </p:nvSpPr>
        <p:spPr>
          <a:xfrm>
            <a:off x="378561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3" name="Shape 4031"/>
          <p:cNvSpPr/>
          <p:nvPr/>
        </p:nvSpPr>
        <p:spPr>
          <a:xfrm>
            <a:off x="389534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4" name="Shape 4032"/>
          <p:cNvSpPr/>
          <p:nvPr/>
        </p:nvSpPr>
        <p:spPr>
          <a:xfrm>
            <a:off x="400507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5" name="Shape 4033"/>
          <p:cNvSpPr/>
          <p:nvPr/>
        </p:nvSpPr>
        <p:spPr>
          <a:xfrm>
            <a:off x="411480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6" name="Shape 4034"/>
          <p:cNvSpPr/>
          <p:nvPr/>
        </p:nvSpPr>
        <p:spPr>
          <a:xfrm>
            <a:off x="422452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7" name="Shape 4035"/>
          <p:cNvSpPr/>
          <p:nvPr/>
        </p:nvSpPr>
        <p:spPr>
          <a:xfrm>
            <a:off x="433425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8" name="Shape 4036"/>
          <p:cNvSpPr/>
          <p:nvPr/>
        </p:nvSpPr>
        <p:spPr>
          <a:xfrm>
            <a:off x="444398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9" name="Shape 4037"/>
          <p:cNvSpPr/>
          <p:nvPr/>
        </p:nvSpPr>
        <p:spPr>
          <a:xfrm>
            <a:off x="455371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0" name="Shape 4038"/>
          <p:cNvSpPr/>
          <p:nvPr/>
        </p:nvSpPr>
        <p:spPr>
          <a:xfrm>
            <a:off x="466344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1" name="Shape 4039"/>
          <p:cNvSpPr/>
          <p:nvPr/>
        </p:nvSpPr>
        <p:spPr>
          <a:xfrm>
            <a:off x="477316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2" name="Shape 4040"/>
          <p:cNvSpPr/>
          <p:nvPr/>
        </p:nvSpPr>
        <p:spPr>
          <a:xfrm>
            <a:off x="488289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3" name="Shape 4041"/>
          <p:cNvSpPr/>
          <p:nvPr/>
        </p:nvSpPr>
        <p:spPr>
          <a:xfrm>
            <a:off x="499262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4" name="Shape 4042"/>
          <p:cNvSpPr/>
          <p:nvPr/>
        </p:nvSpPr>
        <p:spPr>
          <a:xfrm>
            <a:off x="510235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5" name="Shape 4043"/>
          <p:cNvSpPr/>
          <p:nvPr/>
        </p:nvSpPr>
        <p:spPr>
          <a:xfrm>
            <a:off x="521208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6" name="Shape 4044"/>
          <p:cNvSpPr/>
          <p:nvPr/>
        </p:nvSpPr>
        <p:spPr>
          <a:xfrm>
            <a:off x="532180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7" name="Shape 4045"/>
          <p:cNvSpPr/>
          <p:nvPr/>
        </p:nvSpPr>
        <p:spPr>
          <a:xfrm>
            <a:off x="543153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8" name="Shape 4046"/>
          <p:cNvSpPr/>
          <p:nvPr/>
        </p:nvSpPr>
        <p:spPr>
          <a:xfrm>
            <a:off x="554126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9" name="Shape 4047"/>
          <p:cNvSpPr/>
          <p:nvPr/>
        </p:nvSpPr>
        <p:spPr>
          <a:xfrm>
            <a:off x="565099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0" name="Shape 4048"/>
          <p:cNvSpPr/>
          <p:nvPr/>
        </p:nvSpPr>
        <p:spPr>
          <a:xfrm>
            <a:off x="576072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1" name="Shape 4049"/>
          <p:cNvSpPr/>
          <p:nvPr/>
        </p:nvSpPr>
        <p:spPr>
          <a:xfrm>
            <a:off x="587044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2" name="Shape 4050"/>
          <p:cNvSpPr/>
          <p:nvPr/>
        </p:nvSpPr>
        <p:spPr>
          <a:xfrm>
            <a:off x="598017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3" name="Shape 4051"/>
          <p:cNvSpPr/>
          <p:nvPr/>
        </p:nvSpPr>
        <p:spPr>
          <a:xfrm>
            <a:off x="608990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4" name="Shape 4052"/>
          <p:cNvSpPr/>
          <p:nvPr/>
        </p:nvSpPr>
        <p:spPr>
          <a:xfrm>
            <a:off x="619963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5" name="Shape 4053"/>
          <p:cNvSpPr/>
          <p:nvPr/>
        </p:nvSpPr>
        <p:spPr>
          <a:xfrm>
            <a:off x="630936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6" name="Shape 4054"/>
          <p:cNvSpPr/>
          <p:nvPr/>
        </p:nvSpPr>
        <p:spPr>
          <a:xfrm>
            <a:off x="641908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7" name="Shape 4055"/>
          <p:cNvSpPr/>
          <p:nvPr/>
        </p:nvSpPr>
        <p:spPr>
          <a:xfrm>
            <a:off x="652881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8" name="Shape 4056"/>
          <p:cNvSpPr/>
          <p:nvPr/>
        </p:nvSpPr>
        <p:spPr>
          <a:xfrm>
            <a:off x="663854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9" name="Shape 4057"/>
          <p:cNvSpPr/>
          <p:nvPr/>
        </p:nvSpPr>
        <p:spPr>
          <a:xfrm>
            <a:off x="674827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0" name="Shape 4058"/>
          <p:cNvSpPr/>
          <p:nvPr/>
        </p:nvSpPr>
        <p:spPr>
          <a:xfrm>
            <a:off x="685800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1" name="Shape 4059"/>
          <p:cNvSpPr/>
          <p:nvPr/>
        </p:nvSpPr>
        <p:spPr>
          <a:xfrm>
            <a:off x="696772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2" name="Shape 4060"/>
          <p:cNvSpPr/>
          <p:nvPr/>
        </p:nvSpPr>
        <p:spPr>
          <a:xfrm>
            <a:off x="707745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3" name="Shape 4061"/>
          <p:cNvSpPr/>
          <p:nvPr/>
        </p:nvSpPr>
        <p:spPr>
          <a:xfrm>
            <a:off x="718718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4" name="Shape 4062"/>
          <p:cNvSpPr/>
          <p:nvPr/>
        </p:nvSpPr>
        <p:spPr>
          <a:xfrm>
            <a:off x="729691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5" name="Shape 4063"/>
          <p:cNvSpPr/>
          <p:nvPr/>
        </p:nvSpPr>
        <p:spPr>
          <a:xfrm>
            <a:off x="740664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6" name="Shape 4064"/>
          <p:cNvSpPr/>
          <p:nvPr/>
        </p:nvSpPr>
        <p:spPr>
          <a:xfrm>
            <a:off x="751636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7" name="Shape 4065"/>
          <p:cNvSpPr/>
          <p:nvPr/>
        </p:nvSpPr>
        <p:spPr>
          <a:xfrm>
            <a:off x="762609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8" name="Shape 4066"/>
          <p:cNvSpPr/>
          <p:nvPr/>
        </p:nvSpPr>
        <p:spPr>
          <a:xfrm>
            <a:off x="773582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9" name="Shape 4067"/>
          <p:cNvSpPr/>
          <p:nvPr/>
        </p:nvSpPr>
        <p:spPr>
          <a:xfrm>
            <a:off x="784555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0" name="Shape 4068"/>
          <p:cNvSpPr/>
          <p:nvPr/>
        </p:nvSpPr>
        <p:spPr>
          <a:xfrm>
            <a:off x="795528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1" name="Shape 4069"/>
          <p:cNvSpPr/>
          <p:nvPr/>
        </p:nvSpPr>
        <p:spPr>
          <a:xfrm>
            <a:off x="806500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2" name="Shape 4070"/>
          <p:cNvSpPr/>
          <p:nvPr/>
        </p:nvSpPr>
        <p:spPr>
          <a:xfrm>
            <a:off x="817473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3" name="Shape 4071"/>
          <p:cNvSpPr/>
          <p:nvPr/>
        </p:nvSpPr>
        <p:spPr>
          <a:xfrm>
            <a:off x="828446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4" name="Shape 4072"/>
          <p:cNvSpPr/>
          <p:nvPr/>
        </p:nvSpPr>
        <p:spPr>
          <a:xfrm>
            <a:off x="839419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5" name="Shape 4073"/>
          <p:cNvSpPr/>
          <p:nvPr/>
        </p:nvSpPr>
        <p:spPr>
          <a:xfrm>
            <a:off x="850392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6" name="Shape 4074"/>
          <p:cNvSpPr/>
          <p:nvPr/>
        </p:nvSpPr>
        <p:spPr>
          <a:xfrm>
            <a:off x="861364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7" name="Shape 4075"/>
          <p:cNvSpPr/>
          <p:nvPr/>
        </p:nvSpPr>
        <p:spPr>
          <a:xfrm>
            <a:off x="8723376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8" name="Shape 4076"/>
          <p:cNvSpPr/>
          <p:nvPr/>
        </p:nvSpPr>
        <p:spPr>
          <a:xfrm>
            <a:off x="8833104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9" name="Shape 4077"/>
          <p:cNvSpPr/>
          <p:nvPr/>
        </p:nvSpPr>
        <p:spPr>
          <a:xfrm>
            <a:off x="8942832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80" name="Shape 4078"/>
          <p:cNvSpPr/>
          <p:nvPr/>
        </p:nvSpPr>
        <p:spPr>
          <a:xfrm>
            <a:off x="9052560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81" name="Shape 4079"/>
          <p:cNvSpPr/>
          <p:nvPr/>
        </p:nvSpPr>
        <p:spPr>
          <a:xfrm>
            <a:off x="9162288" y="40599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6" name="Shape 4104"/>
          <p:cNvSpPr/>
          <p:nvPr/>
        </p:nvSpPr>
        <p:spPr>
          <a:xfrm>
            <a:off x="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7" name="Shape 4105"/>
          <p:cNvSpPr/>
          <p:nvPr/>
        </p:nvSpPr>
        <p:spPr>
          <a:xfrm>
            <a:off x="10972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8" name="Shape 4106"/>
          <p:cNvSpPr/>
          <p:nvPr/>
        </p:nvSpPr>
        <p:spPr>
          <a:xfrm>
            <a:off x="21945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9" name="Shape 4107"/>
          <p:cNvSpPr/>
          <p:nvPr/>
        </p:nvSpPr>
        <p:spPr>
          <a:xfrm>
            <a:off x="32918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0" name="Shape 4108"/>
          <p:cNvSpPr/>
          <p:nvPr/>
        </p:nvSpPr>
        <p:spPr>
          <a:xfrm>
            <a:off x="43891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1" name="Shape 4109"/>
          <p:cNvSpPr/>
          <p:nvPr/>
        </p:nvSpPr>
        <p:spPr>
          <a:xfrm>
            <a:off x="54864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2" name="Shape 4110"/>
          <p:cNvSpPr/>
          <p:nvPr/>
        </p:nvSpPr>
        <p:spPr>
          <a:xfrm>
            <a:off x="65836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3" name="Shape 4111"/>
          <p:cNvSpPr/>
          <p:nvPr/>
        </p:nvSpPr>
        <p:spPr>
          <a:xfrm>
            <a:off x="76809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4" name="Shape 4112"/>
          <p:cNvSpPr/>
          <p:nvPr/>
        </p:nvSpPr>
        <p:spPr>
          <a:xfrm>
            <a:off x="87782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5" name="Shape 4113"/>
          <p:cNvSpPr/>
          <p:nvPr/>
        </p:nvSpPr>
        <p:spPr>
          <a:xfrm>
            <a:off x="98755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6" name="Shape 4114"/>
          <p:cNvSpPr/>
          <p:nvPr/>
        </p:nvSpPr>
        <p:spPr>
          <a:xfrm>
            <a:off x="109728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7" name="Shape 4115"/>
          <p:cNvSpPr/>
          <p:nvPr/>
        </p:nvSpPr>
        <p:spPr>
          <a:xfrm>
            <a:off x="120700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8" name="Shape 4116"/>
          <p:cNvSpPr/>
          <p:nvPr/>
        </p:nvSpPr>
        <p:spPr>
          <a:xfrm>
            <a:off x="131673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9" name="Shape 4117"/>
          <p:cNvSpPr/>
          <p:nvPr/>
        </p:nvSpPr>
        <p:spPr>
          <a:xfrm>
            <a:off x="142646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0" name="Shape 4118"/>
          <p:cNvSpPr/>
          <p:nvPr/>
        </p:nvSpPr>
        <p:spPr>
          <a:xfrm>
            <a:off x="153619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1" name="Shape 4119"/>
          <p:cNvSpPr/>
          <p:nvPr/>
        </p:nvSpPr>
        <p:spPr>
          <a:xfrm>
            <a:off x="164592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2" name="Shape 4120"/>
          <p:cNvSpPr/>
          <p:nvPr/>
        </p:nvSpPr>
        <p:spPr>
          <a:xfrm>
            <a:off x="175564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3" name="Shape 4121"/>
          <p:cNvSpPr/>
          <p:nvPr/>
        </p:nvSpPr>
        <p:spPr>
          <a:xfrm>
            <a:off x="186537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4" name="Shape 4122"/>
          <p:cNvSpPr/>
          <p:nvPr/>
        </p:nvSpPr>
        <p:spPr>
          <a:xfrm>
            <a:off x="197510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5" name="Shape 4123"/>
          <p:cNvSpPr/>
          <p:nvPr/>
        </p:nvSpPr>
        <p:spPr>
          <a:xfrm>
            <a:off x="208483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6" name="Shape 4124"/>
          <p:cNvSpPr/>
          <p:nvPr/>
        </p:nvSpPr>
        <p:spPr>
          <a:xfrm>
            <a:off x="219456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7" name="Shape 4125"/>
          <p:cNvSpPr/>
          <p:nvPr/>
        </p:nvSpPr>
        <p:spPr>
          <a:xfrm>
            <a:off x="230428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8" name="Shape 4126"/>
          <p:cNvSpPr/>
          <p:nvPr/>
        </p:nvSpPr>
        <p:spPr>
          <a:xfrm>
            <a:off x="241401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9" name="Shape 4127"/>
          <p:cNvSpPr/>
          <p:nvPr/>
        </p:nvSpPr>
        <p:spPr>
          <a:xfrm>
            <a:off x="252374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0" name="Shape 4128"/>
          <p:cNvSpPr/>
          <p:nvPr/>
        </p:nvSpPr>
        <p:spPr>
          <a:xfrm>
            <a:off x="263347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1" name="Shape 4129"/>
          <p:cNvSpPr/>
          <p:nvPr/>
        </p:nvSpPr>
        <p:spPr>
          <a:xfrm>
            <a:off x="274320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2" name="Shape 4130"/>
          <p:cNvSpPr/>
          <p:nvPr/>
        </p:nvSpPr>
        <p:spPr>
          <a:xfrm>
            <a:off x="285292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3" name="Shape 4131"/>
          <p:cNvSpPr/>
          <p:nvPr/>
        </p:nvSpPr>
        <p:spPr>
          <a:xfrm>
            <a:off x="296265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4" name="Shape 4132"/>
          <p:cNvSpPr/>
          <p:nvPr/>
        </p:nvSpPr>
        <p:spPr>
          <a:xfrm>
            <a:off x="307238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5" name="Shape 4133"/>
          <p:cNvSpPr/>
          <p:nvPr/>
        </p:nvSpPr>
        <p:spPr>
          <a:xfrm>
            <a:off x="318211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6" name="Shape 4134"/>
          <p:cNvSpPr/>
          <p:nvPr/>
        </p:nvSpPr>
        <p:spPr>
          <a:xfrm>
            <a:off x="329184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7" name="Shape 4135"/>
          <p:cNvSpPr/>
          <p:nvPr/>
        </p:nvSpPr>
        <p:spPr>
          <a:xfrm>
            <a:off x="340156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8" name="Shape 4136"/>
          <p:cNvSpPr/>
          <p:nvPr/>
        </p:nvSpPr>
        <p:spPr>
          <a:xfrm>
            <a:off x="351129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9" name="Shape 4137"/>
          <p:cNvSpPr/>
          <p:nvPr/>
        </p:nvSpPr>
        <p:spPr>
          <a:xfrm>
            <a:off x="362102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0" name="Shape 4138"/>
          <p:cNvSpPr/>
          <p:nvPr/>
        </p:nvSpPr>
        <p:spPr>
          <a:xfrm>
            <a:off x="373075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1" name="Shape 4139"/>
          <p:cNvSpPr/>
          <p:nvPr/>
        </p:nvSpPr>
        <p:spPr>
          <a:xfrm>
            <a:off x="384048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2" name="Shape 4140"/>
          <p:cNvSpPr/>
          <p:nvPr/>
        </p:nvSpPr>
        <p:spPr>
          <a:xfrm>
            <a:off x="395020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3" name="Shape 4141"/>
          <p:cNvSpPr/>
          <p:nvPr/>
        </p:nvSpPr>
        <p:spPr>
          <a:xfrm>
            <a:off x="405993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4" name="Shape 4142"/>
          <p:cNvSpPr/>
          <p:nvPr/>
        </p:nvSpPr>
        <p:spPr>
          <a:xfrm>
            <a:off x="416966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5" name="Shape 4143"/>
          <p:cNvSpPr/>
          <p:nvPr/>
        </p:nvSpPr>
        <p:spPr>
          <a:xfrm>
            <a:off x="427939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6" name="Shape 4144"/>
          <p:cNvSpPr/>
          <p:nvPr/>
        </p:nvSpPr>
        <p:spPr>
          <a:xfrm>
            <a:off x="438912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7" name="Shape 4145"/>
          <p:cNvSpPr/>
          <p:nvPr/>
        </p:nvSpPr>
        <p:spPr>
          <a:xfrm>
            <a:off x="449884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8" name="Shape 4146"/>
          <p:cNvSpPr/>
          <p:nvPr/>
        </p:nvSpPr>
        <p:spPr>
          <a:xfrm>
            <a:off x="460857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9" name="Shape 4147"/>
          <p:cNvSpPr/>
          <p:nvPr/>
        </p:nvSpPr>
        <p:spPr>
          <a:xfrm>
            <a:off x="471830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0" name="Shape 4148"/>
          <p:cNvSpPr/>
          <p:nvPr/>
        </p:nvSpPr>
        <p:spPr>
          <a:xfrm>
            <a:off x="482803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1" name="Shape 4149"/>
          <p:cNvSpPr/>
          <p:nvPr/>
        </p:nvSpPr>
        <p:spPr>
          <a:xfrm>
            <a:off x="493776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2" name="Shape 4150"/>
          <p:cNvSpPr/>
          <p:nvPr/>
        </p:nvSpPr>
        <p:spPr>
          <a:xfrm>
            <a:off x="504748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3" name="Shape 4151"/>
          <p:cNvSpPr/>
          <p:nvPr/>
        </p:nvSpPr>
        <p:spPr>
          <a:xfrm>
            <a:off x="515721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4" name="Shape 4152"/>
          <p:cNvSpPr/>
          <p:nvPr/>
        </p:nvSpPr>
        <p:spPr>
          <a:xfrm>
            <a:off x="526694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5" name="Shape 4153"/>
          <p:cNvSpPr/>
          <p:nvPr/>
        </p:nvSpPr>
        <p:spPr>
          <a:xfrm>
            <a:off x="537667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6" name="Shape 4154"/>
          <p:cNvSpPr/>
          <p:nvPr/>
        </p:nvSpPr>
        <p:spPr>
          <a:xfrm>
            <a:off x="548640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7" name="Shape 4155"/>
          <p:cNvSpPr/>
          <p:nvPr/>
        </p:nvSpPr>
        <p:spPr>
          <a:xfrm>
            <a:off x="559612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8" name="Shape 4156"/>
          <p:cNvSpPr/>
          <p:nvPr/>
        </p:nvSpPr>
        <p:spPr>
          <a:xfrm>
            <a:off x="570585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9" name="Shape 4157"/>
          <p:cNvSpPr/>
          <p:nvPr/>
        </p:nvSpPr>
        <p:spPr>
          <a:xfrm>
            <a:off x="581558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0" name="Shape 4158"/>
          <p:cNvSpPr/>
          <p:nvPr/>
        </p:nvSpPr>
        <p:spPr>
          <a:xfrm>
            <a:off x="592531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1" name="Shape 4159"/>
          <p:cNvSpPr/>
          <p:nvPr/>
        </p:nvSpPr>
        <p:spPr>
          <a:xfrm>
            <a:off x="603504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2" name="Shape 4160"/>
          <p:cNvSpPr/>
          <p:nvPr/>
        </p:nvSpPr>
        <p:spPr>
          <a:xfrm>
            <a:off x="614476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3" name="Shape 4161"/>
          <p:cNvSpPr/>
          <p:nvPr/>
        </p:nvSpPr>
        <p:spPr>
          <a:xfrm>
            <a:off x="625449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4" name="Shape 4162"/>
          <p:cNvSpPr/>
          <p:nvPr/>
        </p:nvSpPr>
        <p:spPr>
          <a:xfrm>
            <a:off x="636422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5" name="Shape 4163"/>
          <p:cNvSpPr/>
          <p:nvPr/>
        </p:nvSpPr>
        <p:spPr>
          <a:xfrm>
            <a:off x="647395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6" name="Shape 4164"/>
          <p:cNvSpPr/>
          <p:nvPr/>
        </p:nvSpPr>
        <p:spPr>
          <a:xfrm>
            <a:off x="658368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7" name="Shape 4165"/>
          <p:cNvSpPr/>
          <p:nvPr/>
        </p:nvSpPr>
        <p:spPr>
          <a:xfrm>
            <a:off x="669340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8" name="Shape 4166"/>
          <p:cNvSpPr/>
          <p:nvPr/>
        </p:nvSpPr>
        <p:spPr>
          <a:xfrm>
            <a:off x="680313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9" name="Shape 4167"/>
          <p:cNvSpPr/>
          <p:nvPr/>
        </p:nvSpPr>
        <p:spPr>
          <a:xfrm>
            <a:off x="691286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0" name="Shape 4168"/>
          <p:cNvSpPr/>
          <p:nvPr/>
        </p:nvSpPr>
        <p:spPr>
          <a:xfrm>
            <a:off x="702259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1" name="Shape 4169"/>
          <p:cNvSpPr/>
          <p:nvPr/>
        </p:nvSpPr>
        <p:spPr>
          <a:xfrm>
            <a:off x="713232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2" name="Shape 4170"/>
          <p:cNvSpPr/>
          <p:nvPr/>
        </p:nvSpPr>
        <p:spPr>
          <a:xfrm>
            <a:off x="724204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3" name="Shape 4171"/>
          <p:cNvSpPr/>
          <p:nvPr/>
        </p:nvSpPr>
        <p:spPr>
          <a:xfrm>
            <a:off x="735177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4" name="Shape 4172"/>
          <p:cNvSpPr/>
          <p:nvPr/>
        </p:nvSpPr>
        <p:spPr>
          <a:xfrm>
            <a:off x="746150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5" name="Shape 4173"/>
          <p:cNvSpPr/>
          <p:nvPr/>
        </p:nvSpPr>
        <p:spPr>
          <a:xfrm>
            <a:off x="757123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6" name="Shape 4174"/>
          <p:cNvSpPr/>
          <p:nvPr/>
        </p:nvSpPr>
        <p:spPr>
          <a:xfrm>
            <a:off x="768096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7" name="Shape 4175"/>
          <p:cNvSpPr/>
          <p:nvPr/>
        </p:nvSpPr>
        <p:spPr>
          <a:xfrm>
            <a:off x="779068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8" name="Shape 4176"/>
          <p:cNvSpPr/>
          <p:nvPr/>
        </p:nvSpPr>
        <p:spPr>
          <a:xfrm>
            <a:off x="790041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9" name="Shape 4177"/>
          <p:cNvSpPr/>
          <p:nvPr/>
        </p:nvSpPr>
        <p:spPr>
          <a:xfrm>
            <a:off x="801014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0" name="Shape 4178"/>
          <p:cNvSpPr/>
          <p:nvPr/>
        </p:nvSpPr>
        <p:spPr>
          <a:xfrm>
            <a:off x="811987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1" name="Shape 4179"/>
          <p:cNvSpPr/>
          <p:nvPr/>
        </p:nvSpPr>
        <p:spPr>
          <a:xfrm>
            <a:off x="822960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2" name="Shape 4180"/>
          <p:cNvSpPr/>
          <p:nvPr/>
        </p:nvSpPr>
        <p:spPr>
          <a:xfrm>
            <a:off x="833932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3" name="Shape 4181"/>
          <p:cNvSpPr/>
          <p:nvPr/>
        </p:nvSpPr>
        <p:spPr>
          <a:xfrm>
            <a:off x="844905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4" name="Shape 4182"/>
          <p:cNvSpPr/>
          <p:nvPr/>
        </p:nvSpPr>
        <p:spPr>
          <a:xfrm>
            <a:off x="855878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5" name="Shape 4183"/>
          <p:cNvSpPr/>
          <p:nvPr/>
        </p:nvSpPr>
        <p:spPr>
          <a:xfrm>
            <a:off x="8668512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6" name="Shape 4184"/>
          <p:cNvSpPr/>
          <p:nvPr/>
        </p:nvSpPr>
        <p:spPr>
          <a:xfrm>
            <a:off x="8778240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7" name="Shape 4185"/>
          <p:cNvSpPr/>
          <p:nvPr/>
        </p:nvSpPr>
        <p:spPr>
          <a:xfrm>
            <a:off x="8887968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8" name="Shape 4186"/>
          <p:cNvSpPr/>
          <p:nvPr/>
        </p:nvSpPr>
        <p:spPr>
          <a:xfrm>
            <a:off x="8997696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9" name="Shape 4187"/>
          <p:cNvSpPr/>
          <p:nvPr/>
        </p:nvSpPr>
        <p:spPr>
          <a:xfrm>
            <a:off x="9107424" y="41696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4" name="Shape 4212"/>
          <p:cNvSpPr/>
          <p:nvPr/>
        </p:nvSpPr>
        <p:spPr>
          <a:xfrm>
            <a:off x="5486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5" name="Shape 4213"/>
          <p:cNvSpPr/>
          <p:nvPr/>
        </p:nvSpPr>
        <p:spPr>
          <a:xfrm>
            <a:off x="16459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6" name="Shape 4214"/>
          <p:cNvSpPr/>
          <p:nvPr/>
        </p:nvSpPr>
        <p:spPr>
          <a:xfrm>
            <a:off x="27432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7" name="Shape 4215"/>
          <p:cNvSpPr/>
          <p:nvPr/>
        </p:nvSpPr>
        <p:spPr>
          <a:xfrm>
            <a:off x="38404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8" name="Shape 4216"/>
          <p:cNvSpPr/>
          <p:nvPr/>
        </p:nvSpPr>
        <p:spPr>
          <a:xfrm>
            <a:off x="49377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9" name="Shape 4217"/>
          <p:cNvSpPr/>
          <p:nvPr/>
        </p:nvSpPr>
        <p:spPr>
          <a:xfrm>
            <a:off x="60350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0" name="Shape 4218"/>
          <p:cNvSpPr/>
          <p:nvPr/>
        </p:nvSpPr>
        <p:spPr>
          <a:xfrm>
            <a:off x="71323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1" name="Shape 4219"/>
          <p:cNvSpPr/>
          <p:nvPr/>
        </p:nvSpPr>
        <p:spPr>
          <a:xfrm>
            <a:off x="82296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2" name="Shape 4220"/>
          <p:cNvSpPr/>
          <p:nvPr/>
        </p:nvSpPr>
        <p:spPr>
          <a:xfrm>
            <a:off x="93268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3" name="Shape 4221"/>
          <p:cNvSpPr/>
          <p:nvPr/>
        </p:nvSpPr>
        <p:spPr>
          <a:xfrm>
            <a:off x="104241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4" name="Shape 4222"/>
          <p:cNvSpPr/>
          <p:nvPr/>
        </p:nvSpPr>
        <p:spPr>
          <a:xfrm>
            <a:off x="115214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5" name="Shape 4223"/>
          <p:cNvSpPr/>
          <p:nvPr/>
        </p:nvSpPr>
        <p:spPr>
          <a:xfrm>
            <a:off x="126187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6" name="Shape 4224"/>
          <p:cNvSpPr/>
          <p:nvPr/>
        </p:nvSpPr>
        <p:spPr>
          <a:xfrm>
            <a:off x="137160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7" name="Shape 4225"/>
          <p:cNvSpPr/>
          <p:nvPr/>
        </p:nvSpPr>
        <p:spPr>
          <a:xfrm>
            <a:off x="148132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8" name="Shape 4226"/>
          <p:cNvSpPr/>
          <p:nvPr/>
        </p:nvSpPr>
        <p:spPr>
          <a:xfrm>
            <a:off x="159105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9" name="Shape 4227"/>
          <p:cNvSpPr/>
          <p:nvPr/>
        </p:nvSpPr>
        <p:spPr>
          <a:xfrm>
            <a:off x="170078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0" name="Shape 4228"/>
          <p:cNvSpPr/>
          <p:nvPr/>
        </p:nvSpPr>
        <p:spPr>
          <a:xfrm>
            <a:off x="181051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1" name="Shape 4229"/>
          <p:cNvSpPr/>
          <p:nvPr/>
        </p:nvSpPr>
        <p:spPr>
          <a:xfrm>
            <a:off x="192024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2" name="Shape 4230"/>
          <p:cNvSpPr/>
          <p:nvPr/>
        </p:nvSpPr>
        <p:spPr>
          <a:xfrm>
            <a:off x="202996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3" name="Shape 4231"/>
          <p:cNvSpPr/>
          <p:nvPr/>
        </p:nvSpPr>
        <p:spPr>
          <a:xfrm>
            <a:off x="213969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4" name="Shape 4232"/>
          <p:cNvSpPr/>
          <p:nvPr/>
        </p:nvSpPr>
        <p:spPr>
          <a:xfrm>
            <a:off x="224942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5" name="Shape 4233"/>
          <p:cNvSpPr/>
          <p:nvPr/>
        </p:nvSpPr>
        <p:spPr>
          <a:xfrm>
            <a:off x="235915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6" name="Shape 4234"/>
          <p:cNvSpPr/>
          <p:nvPr/>
        </p:nvSpPr>
        <p:spPr>
          <a:xfrm>
            <a:off x="246888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7" name="Shape 4235"/>
          <p:cNvSpPr/>
          <p:nvPr/>
        </p:nvSpPr>
        <p:spPr>
          <a:xfrm>
            <a:off x="257860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8" name="Shape 4236"/>
          <p:cNvSpPr/>
          <p:nvPr/>
        </p:nvSpPr>
        <p:spPr>
          <a:xfrm>
            <a:off x="268833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9" name="Shape 4237"/>
          <p:cNvSpPr/>
          <p:nvPr/>
        </p:nvSpPr>
        <p:spPr>
          <a:xfrm>
            <a:off x="279806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0" name="Shape 4238"/>
          <p:cNvSpPr/>
          <p:nvPr/>
        </p:nvSpPr>
        <p:spPr>
          <a:xfrm>
            <a:off x="290779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1" name="Shape 4239"/>
          <p:cNvSpPr/>
          <p:nvPr/>
        </p:nvSpPr>
        <p:spPr>
          <a:xfrm>
            <a:off x="301752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2" name="Shape 4240"/>
          <p:cNvSpPr/>
          <p:nvPr/>
        </p:nvSpPr>
        <p:spPr>
          <a:xfrm>
            <a:off x="312724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3" name="Shape 4241"/>
          <p:cNvSpPr/>
          <p:nvPr/>
        </p:nvSpPr>
        <p:spPr>
          <a:xfrm>
            <a:off x="323697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4" name="Shape 4242"/>
          <p:cNvSpPr/>
          <p:nvPr/>
        </p:nvSpPr>
        <p:spPr>
          <a:xfrm>
            <a:off x="334670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5" name="Shape 4243"/>
          <p:cNvSpPr/>
          <p:nvPr/>
        </p:nvSpPr>
        <p:spPr>
          <a:xfrm>
            <a:off x="345643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6" name="Shape 4244"/>
          <p:cNvSpPr/>
          <p:nvPr/>
        </p:nvSpPr>
        <p:spPr>
          <a:xfrm>
            <a:off x="356616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7" name="Shape 4245"/>
          <p:cNvSpPr/>
          <p:nvPr/>
        </p:nvSpPr>
        <p:spPr>
          <a:xfrm>
            <a:off x="367588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8" name="Shape 4246"/>
          <p:cNvSpPr/>
          <p:nvPr/>
        </p:nvSpPr>
        <p:spPr>
          <a:xfrm>
            <a:off x="378561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9" name="Shape 4247"/>
          <p:cNvSpPr/>
          <p:nvPr/>
        </p:nvSpPr>
        <p:spPr>
          <a:xfrm>
            <a:off x="389534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0" name="Shape 4248"/>
          <p:cNvSpPr/>
          <p:nvPr/>
        </p:nvSpPr>
        <p:spPr>
          <a:xfrm>
            <a:off x="400507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1" name="Shape 4249"/>
          <p:cNvSpPr/>
          <p:nvPr/>
        </p:nvSpPr>
        <p:spPr>
          <a:xfrm>
            <a:off x="411480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2" name="Shape 4250"/>
          <p:cNvSpPr/>
          <p:nvPr/>
        </p:nvSpPr>
        <p:spPr>
          <a:xfrm>
            <a:off x="422452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3" name="Shape 4251"/>
          <p:cNvSpPr/>
          <p:nvPr/>
        </p:nvSpPr>
        <p:spPr>
          <a:xfrm>
            <a:off x="433425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4" name="Shape 4252"/>
          <p:cNvSpPr/>
          <p:nvPr/>
        </p:nvSpPr>
        <p:spPr>
          <a:xfrm>
            <a:off x="444398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5" name="Shape 4253"/>
          <p:cNvSpPr/>
          <p:nvPr/>
        </p:nvSpPr>
        <p:spPr>
          <a:xfrm>
            <a:off x="455371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6" name="Shape 4254"/>
          <p:cNvSpPr/>
          <p:nvPr/>
        </p:nvSpPr>
        <p:spPr>
          <a:xfrm>
            <a:off x="466344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7" name="Shape 4255"/>
          <p:cNvSpPr/>
          <p:nvPr/>
        </p:nvSpPr>
        <p:spPr>
          <a:xfrm>
            <a:off x="477316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8" name="Shape 4256"/>
          <p:cNvSpPr/>
          <p:nvPr/>
        </p:nvSpPr>
        <p:spPr>
          <a:xfrm>
            <a:off x="488289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9" name="Shape 4257"/>
          <p:cNvSpPr/>
          <p:nvPr/>
        </p:nvSpPr>
        <p:spPr>
          <a:xfrm>
            <a:off x="499262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0" name="Shape 4258"/>
          <p:cNvSpPr/>
          <p:nvPr/>
        </p:nvSpPr>
        <p:spPr>
          <a:xfrm>
            <a:off x="510235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1" name="Shape 4259"/>
          <p:cNvSpPr/>
          <p:nvPr/>
        </p:nvSpPr>
        <p:spPr>
          <a:xfrm>
            <a:off x="521208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2" name="Shape 4260"/>
          <p:cNvSpPr/>
          <p:nvPr/>
        </p:nvSpPr>
        <p:spPr>
          <a:xfrm>
            <a:off x="532180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3" name="Shape 4261"/>
          <p:cNvSpPr/>
          <p:nvPr/>
        </p:nvSpPr>
        <p:spPr>
          <a:xfrm>
            <a:off x="543153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4" name="Shape 4262"/>
          <p:cNvSpPr/>
          <p:nvPr/>
        </p:nvSpPr>
        <p:spPr>
          <a:xfrm>
            <a:off x="554126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5" name="Shape 4263"/>
          <p:cNvSpPr/>
          <p:nvPr/>
        </p:nvSpPr>
        <p:spPr>
          <a:xfrm>
            <a:off x="565099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6" name="Shape 4264"/>
          <p:cNvSpPr/>
          <p:nvPr/>
        </p:nvSpPr>
        <p:spPr>
          <a:xfrm>
            <a:off x="576072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7" name="Shape 4265"/>
          <p:cNvSpPr/>
          <p:nvPr/>
        </p:nvSpPr>
        <p:spPr>
          <a:xfrm>
            <a:off x="587044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8" name="Shape 4266"/>
          <p:cNvSpPr/>
          <p:nvPr/>
        </p:nvSpPr>
        <p:spPr>
          <a:xfrm>
            <a:off x="598017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9" name="Shape 4267"/>
          <p:cNvSpPr/>
          <p:nvPr/>
        </p:nvSpPr>
        <p:spPr>
          <a:xfrm>
            <a:off x="608990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0" name="Shape 4268"/>
          <p:cNvSpPr/>
          <p:nvPr/>
        </p:nvSpPr>
        <p:spPr>
          <a:xfrm>
            <a:off x="619963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1" name="Shape 4269"/>
          <p:cNvSpPr/>
          <p:nvPr/>
        </p:nvSpPr>
        <p:spPr>
          <a:xfrm>
            <a:off x="630936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2" name="Shape 4270"/>
          <p:cNvSpPr/>
          <p:nvPr/>
        </p:nvSpPr>
        <p:spPr>
          <a:xfrm>
            <a:off x="641908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3" name="Shape 4271"/>
          <p:cNvSpPr/>
          <p:nvPr/>
        </p:nvSpPr>
        <p:spPr>
          <a:xfrm>
            <a:off x="652881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4" name="Shape 4272"/>
          <p:cNvSpPr/>
          <p:nvPr/>
        </p:nvSpPr>
        <p:spPr>
          <a:xfrm>
            <a:off x="663854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5" name="Shape 4273"/>
          <p:cNvSpPr/>
          <p:nvPr/>
        </p:nvSpPr>
        <p:spPr>
          <a:xfrm>
            <a:off x="674827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6" name="Shape 4274"/>
          <p:cNvSpPr/>
          <p:nvPr/>
        </p:nvSpPr>
        <p:spPr>
          <a:xfrm>
            <a:off x="685800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7" name="Shape 4275"/>
          <p:cNvSpPr/>
          <p:nvPr/>
        </p:nvSpPr>
        <p:spPr>
          <a:xfrm>
            <a:off x="696772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8" name="Shape 4276"/>
          <p:cNvSpPr/>
          <p:nvPr/>
        </p:nvSpPr>
        <p:spPr>
          <a:xfrm>
            <a:off x="707745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9" name="Shape 4277"/>
          <p:cNvSpPr/>
          <p:nvPr/>
        </p:nvSpPr>
        <p:spPr>
          <a:xfrm>
            <a:off x="718718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0" name="Shape 4278"/>
          <p:cNvSpPr/>
          <p:nvPr/>
        </p:nvSpPr>
        <p:spPr>
          <a:xfrm>
            <a:off x="729691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1" name="Shape 4279"/>
          <p:cNvSpPr/>
          <p:nvPr/>
        </p:nvSpPr>
        <p:spPr>
          <a:xfrm>
            <a:off x="740664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2" name="Shape 4280"/>
          <p:cNvSpPr/>
          <p:nvPr/>
        </p:nvSpPr>
        <p:spPr>
          <a:xfrm>
            <a:off x="751636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3" name="Shape 4281"/>
          <p:cNvSpPr/>
          <p:nvPr/>
        </p:nvSpPr>
        <p:spPr>
          <a:xfrm>
            <a:off x="762609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4" name="Shape 4282"/>
          <p:cNvSpPr/>
          <p:nvPr/>
        </p:nvSpPr>
        <p:spPr>
          <a:xfrm>
            <a:off x="773582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5" name="Shape 4283"/>
          <p:cNvSpPr/>
          <p:nvPr/>
        </p:nvSpPr>
        <p:spPr>
          <a:xfrm>
            <a:off x="784555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6" name="Shape 4284"/>
          <p:cNvSpPr/>
          <p:nvPr/>
        </p:nvSpPr>
        <p:spPr>
          <a:xfrm>
            <a:off x="795528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7" name="Shape 4285"/>
          <p:cNvSpPr/>
          <p:nvPr/>
        </p:nvSpPr>
        <p:spPr>
          <a:xfrm>
            <a:off x="806500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8" name="Shape 4286"/>
          <p:cNvSpPr/>
          <p:nvPr/>
        </p:nvSpPr>
        <p:spPr>
          <a:xfrm>
            <a:off x="817473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9" name="Shape 4287"/>
          <p:cNvSpPr/>
          <p:nvPr/>
        </p:nvSpPr>
        <p:spPr>
          <a:xfrm>
            <a:off x="828446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0" name="Shape 4288"/>
          <p:cNvSpPr/>
          <p:nvPr/>
        </p:nvSpPr>
        <p:spPr>
          <a:xfrm>
            <a:off x="839419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1" name="Shape 4289"/>
          <p:cNvSpPr/>
          <p:nvPr/>
        </p:nvSpPr>
        <p:spPr>
          <a:xfrm>
            <a:off x="850392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2" name="Shape 4290"/>
          <p:cNvSpPr/>
          <p:nvPr/>
        </p:nvSpPr>
        <p:spPr>
          <a:xfrm>
            <a:off x="861364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3" name="Shape 4291"/>
          <p:cNvSpPr/>
          <p:nvPr/>
        </p:nvSpPr>
        <p:spPr>
          <a:xfrm>
            <a:off x="8723376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4" name="Shape 4292"/>
          <p:cNvSpPr/>
          <p:nvPr/>
        </p:nvSpPr>
        <p:spPr>
          <a:xfrm>
            <a:off x="8833104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5" name="Shape 4293"/>
          <p:cNvSpPr/>
          <p:nvPr/>
        </p:nvSpPr>
        <p:spPr>
          <a:xfrm>
            <a:off x="8942832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6" name="Shape 4294"/>
          <p:cNvSpPr/>
          <p:nvPr/>
        </p:nvSpPr>
        <p:spPr>
          <a:xfrm>
            <a:off x="9052560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7" name="Shape 4295"/>
          <p:cNvSpPr/>
          <p:nvPr/>
        </p:nvSpPr>
        <p:spPr>
          <a:xfrm>
            <a:off x="9162288" y="42793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2" name="Shape 4320"/>
          <p:cNvSpPr/>
          <p:nvPr/>
        </p:nvSpPr>
        <p:spPr>
          <a:xfrm>
            <a:off x="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3" name="Shape 4321"/>
          <p:cNvSpPr/>
          <p:nvPr/>
        </p:nvSpPr>
        <p:spPr>
          <a:xfrm>
            <a:off x="10972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4" name="Shape 4322"/>
          <p:cNvSpPr/>
          <p:nvPr/>
        </p:nvSpPr>
        <p:spPr>
          <a:xfrm>
            <a:off x="21945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5" name="Shape 4323"/>
          <p:cNvSpPr/>
          <p:nvPr/>
        </p:nvSpPr>
        <p:spPr>
          <a:xfrm>
            <a:off x="32918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6" name="Shape 4324"/>
          <p:cNvSpPr/>
          <p:nvPr/>
        </p:nvSpPr>
        <p:spPr>
          <a:xfrm>
            <a:off x="43891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7" name="Shape 4325"/>
          <p:cNvSpPr/>
          <p:nvPr/>
        </p:nvSpPr>
        <p:spPr>
          <a:xfrm>
            <a:off x="54864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8" name="Shape 4326"/>
          <p:cNvSpPr/>
          <p:nvPr/>
        </p:nvSpPr>
        <p:spPr>
          <a:xfrm>
            <a:off x="65836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9" name="Shape 4327"/>
          <p:cNvSpPr/>
          <p:nvPr/>
        </p:nvSpPr>
        <p:spPr>
          <a:xfrm>
            <a:off x="76809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0" name="Shape 4328"/>
          <p:cNvSpPr/>
          <p:nvPr/>
        </p:nvSpPr>
        <p:spPr>
          <a:xfrm>
            <a:off x="87782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1" name="Shape 4329"/>
          <p:cNvSpPr/>
          <p:nvPr/>
        </p:nvSpPr>
        <p:spPr>
          <a:xfrm>
            <a:off x="98755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2" name="Shape 4330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3" name="Shape 4331"/>
          <p:cNvSpPr/>
          <p:nvPr/>
        </p:nvSpPr>
        <p:spPr>
          <a:xfrm>
            <a:off x="120700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4" name="Shape 4332"/>
          <p:cNvSpPr/>
          <p:nvPr/>
        </p:nvSpPr>
        <p:spPr>
          <a:xfrm>
            <a:off x="131673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5" name="Shape 4333"/>
          <p:cNvSpPr/>
          <p:nvPr/>
        </p:nvSpPr>
        <p:spPr>
          <a:xfrm>
            <a:off x="142646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6" name="Shape 4334"/>
          <p:cNvSpPr/>
          <p:nvPr/>
        </p:nvSpPr>
        <p:spPr>
          <a:xfrm>
            <a:off x="153619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7" name="Shape 4335"/>
          <p:cNvSpPr/>
          <p:nvPr/>
        </p:nvSpPr>
        <p:spPr>
          <a:xfrm>
            <a:off x="164592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8" name="Shape 4336"/>
          <p:cNvSpPr/>
          <p:nvPr/>
        </p:nvSpPr>
        <p:spPr>
          <a:xfrm>
            <a:off x="175564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9" name="Shape 4337"/>
          <p:cNvSpPr/>
          <p:nvPr/>
        </p:nvSpPr>
        <p:spPr>
          <a:xfrm>
            <a:off x="186537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0" name="Shape 4338"/>
          <p:cNvSpPr/>
          <p:nvPr/>
        </p:nvSpPr>
        <p:spPr>
          <a:xfrm>
            <a:off x="197510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1" name="Shape 4339"/>
          <p:cNvSpPr/>
          <p:nvPr/>
        </p:nvSpPr>
        <p:spPr>
          <a:xfrm>
            <a:off x="208483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2" name="Shape 4340"/>
          <p:cNvSpPr/>
          <p:nvPr/>
        </p:nvSpPr>
        <p:spPr>
          <a:xfrm>
            <a:off x="219456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3" name="Shape 4341"/>
          <p:cNvSpPr/>
          <p:nvPr/>
        </p:nvSpPr>
        <p:spPr>
          <a:xfrm>
            <a:off x="230428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4" name="Shape 4342"/>
          <p:cNvSpPr/>
          <p:nvPr/>
        </p:nvSpPr>
        <p:spPr>
          <a:xfrm>
            <a:off x="241401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5" name="Shape 4343"/>
          <p:cNvSpPr/>
          <p:nvPr/>
        </p:nvSpPr>
        <p:spPr>
          <a:xfrm>
            <a:off x="252374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6" name="Shape 4344"/>
          <p:cNvSpPr/>
          <p:nvPr/>
        </p:nvSpPr>
        <p:spPr>
          <a:xfrm>
            <a:off x="263347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7" name="Shape 4345"/>
          <p:cNvSpPr/>
          <p:nvPr/>
        </p:nvSpPr>
        <p:spPr>
          <a:xfrm>
            <a:off x="274320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8" name="Shape 4346"/>
          <p:cNvSpPr/>
          <p:nvPr/>
        </p:nvSpPr>
        <p:spPr>
          <a:xfrm>
            <a:off x="285292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9" name="Shape 4347"/>
          <p:cNvSpPr/>
          <p:nvPr/>
        </p:nvSpPr>
        <p:spPr>
          <a:xfrm>
            <a:off x="296265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0" name="Shape 4348"/>
          <p:cNvSpPr/>
          <p:nvPr/>
        </p:nvSpPr>
        <p:spPr>
          <a:xfrm>
            <a:off x="307238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1" name="Shape 4349"/>
          <p:cNvSpPr/>
          <p:nvPr/>
        </p:nvSpPr>
        <p:spPr>
          <a:xfrm>
            <a:off x="318211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2" name="Shape 4350"/>
          <p:cNvSpPr/>
          <p:nvPr/>
        </p:nvSpPr>
        <p:spPr>
          <a:xfrm>
            <a:off x="329184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3" name="Shape 4351"/>
          <p:cNvSpPr/>
          <p:nvPr/>
        </p:nvSpPr>
        <p:spPr>
          <a:xfrm>
            <a:off x="340156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4" name="Shape 4352"/>
          <p:cNvSpPr/>
          <p:nvPr/>
        </p:nvSpPr>
        <p:spPr>
          <a:xfrm>
            <a:off x="351129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5" name="Shape 4353"/>
          <p:cNvSpPr/>
          <p:nvPr/>
        </p:nvSpPr>
        <p:spPr>
          <a:xfrm>
            <a:off x="362102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6" name="Shape 4354"/>
          <p:cNvSpPr/>
          <p:nvPr/>
        </p:nvSpPr>
        <p:spPr>
          <a:xfrm>
            <a:off x="373075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7" name="Shape 4355"/>
          <p:cNvSpPr/>
          <p:nvPr/>
        </p:nvSpPr>
        <p:spPr>
          <a:xfrm>
            <a:off x="384048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8" name="Shape 4356"/>
          <p:cNvSpPr/>
          <p:nvPr/>
        </p:nvSpPr>
        <p:spPr>
          <a:xfrm>
            <a:off x="395020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9" name="Shape 4357"/>
          <p:cNvSpPr/>
          <p:nvPr/>
        </p:nvSpPr>
        <p:spPr>
          <a:xfrm>
            <a:off x="405993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0" name="Shape 4358"/>
          <p:cNvSpPr/>
          <p:nvPr/>
        </p:nvSpPr>
        <p:spPr>
          <a:xfrm>
            <a:off x="416966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1" name="Shape 4359"/>
          <p:cNvSpPr/>
          <p:nvPr/>
        </p:nvSpPr>
        <p:spPr>
          <a:xfrm>
            <a:off x="427939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2" name="Shape 4360"/>
          <p:cNvSpPr/>
          <p:nvPr/>
        </p:nvSpPr>
        <p:spPr>
          <a:xfrm>
            <a:off x="438912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3" name="Shape 4361"/>
          <p:cNvSpPr/>
          <p:nvPr/>
        </p:nvSpPr>
        <p:spPr>
          <a:xfrm>
            <a:off x="449884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4" name="Shape 4362"/>
          <p:cNvSpPr/>
          <p:nvPr/>
        </p:nvSpPr>
        <p:spPr>
          <a:xfrm>
            <a:off x="460857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5" name="Shape 4363"/>
          <p:cNvSpPr/>
          <p:nvPr/>
        </p:nvSpPr>
        <p:spPr>
          <a:xfrm>
            <a:off x="471830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6" name="Shape 4364"/>
          <p:cNvSpPr/>
          <p:nvPr/>
        </p:nvSpPr>
        <p:spPr>
          <a:xfrm>
            <a:off x="482803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7" name="Shape 4365"/>
          <p:cNvSpPr/>
          <p:nvPr/>
        </p:nvSpPr>
        <p:spPr>
          <a:xfrm>
            <a:off x="493776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8" name="Shape 4366"/>
          <p:cNvSpPr/>
          <p:nvPr/>
        </p:nvSpPr>
        <p:spPr>
          <a:xfrm>
            <a:off x="504748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9" name="Shape 4367"/>
          <p:cNvSpPr/>
          <p:nvPr/>
        </p:nvSpPr>
        <p:spPr>
          <a:xfrm>
            <a:off x="515721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0" name="Shape 4368"/>
          <p:cNvSpPr/>
          <p:nvPr/>
        </p:nvSpPr>
        <p:spPr>
          <a:xfrm>
            <a:off x="526694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1" name="Shape 4369"/>
          <p:cNvSpPr/>
          <p:nvPr/>
        </p:nvSpPr>
        <p:spPr>
          <a:xfrm>
            <a:off x="537667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2" name="Shape 4370"/>
          <p:cNvSpPr/>
          <p:nvPr/>
        </p:nvSpPr>
        <p:spPr>
          <a:xfrm>
            <a:off x="548640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3" name="Shape 4371"/>
          <p:cNvSpPr/>
          <p:nvPr/>
        </p:nvSpPr>
        <p:spPr>
          <a:xfrm>
            <a:off x="559612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4" name="Shape 4372"/>
          <p:cNvSpPr/>
          <p:nvPr/>
        </p:nvSpPr>
        <p:spPr>
          <a:xfrm>
            <a:off x="570585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5" name="Shape 4373"/>
          <p:cNvSpPr/>
          <p:nvPr/>
        </p:nvSpPr>
        <p:spPr>
          <a:xfrm>
            <a:off x="581558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6" name="Shape 4374"/>
          <p:cNvSpPr/>
          <p:nvPr/>
        </p:nvSpPr>
        <p:spPr>
          <a:xfrm>
            <a:off x="592531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7" name="Shape 4375"/>
          <p:cNvSpPr/>
          <p:nvPr/>
        </p:nvSpPr>
        <p:spPr>
          <a:xfrm>
            <a:off x="603504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8" name="Shape 4376"/>
          <p:cNvSpPr/>
          <p:nvPr/>
        </p:nvSpPr>
        <p:spPr>
          <a:xfrm>
            <a:off x="614476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9" name="Shape 4377"/>
          <p:cNvSpPr/>
          <p:nvPr/>
        </p:nvSpPr>
        <p:spPr>
          <a:xfrm>
            <a:off x="625449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0" name="Shape 4378"/>
          <p:cNvSpPr/>
          <p:nvPr/>
        </p:nvSpPr>
        <p:spPr>
          <a:xfrm>
            <a:off x="636422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1" name="Shape 4379"/>
          <p:cNvSpPr/>
          <p:nvPr/>
        </p:nvSpPr>
        <p:spPr>
          <a:xfrm>
            <a:off x="647395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2" name="Shape 4380"/>
          <p:cNvSpPr/>
          <p:nvPr/>
        </p:nvSpPr>
        <p:spPr>
          <a:xfrm>
            <a:off x="658368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3" name="Shape 4381"/>
          <p:cNvSpPr/>
          <p:nvPr/>
        </p:nvSpPr>
        <p:spPr>
          <a:xfrm>
            <a:off x="669340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4" name="Shape 4382"/>
          <p:cNvSpPr/>
          <p:nvPr/>
        </p:nvSpPr>
        <p:spPr>
          <a:xfrm>
            <a:off x="680313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5" name="Shape 4383"/>
          <p:cNvSpPr/>
          <p:nvPr/>
        </p:nvSpPr>
        <p:spPr>
          <a:xfrm>
            <a:off x="691286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6" name="Shape 4384"/>
          <p:cNvSpPr/>
          <p:nvPr/>
        </p:nvSpPr>
        <p:spPr>
          <a:xfrm>
            <a:off x="702259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7" name="Shape 4385"/>
          <p:cNvSpPr/>
          <p:nvPr/>
        </p:nvSpPr>
        <p:spPr>
          <a:xfrm>
            <a:off x="713232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8" name="Shape 4386"/>
          <p:cNvSpPr/>
          <p:nvPr/>
        </p:nvSpPr>
        <p:spPr>
          <a:xfrm>
            <a:off x="724204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9" name="Shape 4387"/>
          <p:cNvSpPr/>
          <p:nvPr/>
        </p:nvSpPr>
        <p:spPr>
          <a:xfrm>
            <a:off x="735177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0" name="Shape 4388"/>
          <p:cNvSpPr/>
          <p:nvPr/>
        </p:nvSpPr>
        <p:spPr>
          <a:xfrm>
            <a:off x="746150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1" name="Shape 4389"/>
          <p:cNvSpPr/>
          <p:nvPr/>
        </p:nvSpPr>
        <p:spPr>
          <a:xfrm>
            <a:off x="757123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2" name="Shape 4390"/>
          <p:cNvSpPr/>
          <p:nvPr/>
        </p:nvSpPr>
        <p:spPr>
          <a:xfrm>
            <a:off x="768096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3" name="Shape 4391"/>
          <p:cNvSpPr/>
          <p:nvPr/>
        </p:nvSpPr>
        <p:spPr>
          <a:xfrm>
            <a:off x="779068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4" name="Shape 4392"/>
          <p:cNvSpPr/>
          <p:nvPr/>
        </p:nvSpPr>
        <p:spPr>
          <a:xfrm>
            <a:off x="790041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5" name="Shape 4393"/>
          <p:cNvSpPr/>
          <p:nvPr/>
        </p:nvSpPr>
        <p:spPr>
          <a:xfrm>
            <a:off x="801014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6" name="Shape 4394"/>
          <p:cNvSpPr/>
          <p:nvPr/>
        </p:nvSpPr>
        <p:spPr>
          <a:xfrm>
            <a:off x="811987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7" name="Shape 4395"/>
          <p:cNvSpPr/>
          <p:nvPr/>
        </p:nvSpPr>
        <p:spPr>
          <a:xfrm>
            <a:off x="822960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8" name="Shape 4396"/>
          <p:cNvSpPr/>
          <p:nvPr/>
        </p:nvSpPr>
        <p:spPr>
          <a:xfrm>
            <a:off x="833932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9" name="Shape 4397"/>
          <p:cNvSpPr/>
          <p:nvPr/>
        </p:nvSpPr>
        <p:spPr>
          <a:xfrm>
            <a:off x="844905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0" name="Shape 4398"/>
          <p:cNvSpPr/>
          <p:nvPr/>
        </p:nvSpPr>
        <p:spPr>
          <a:xfrm>
            <a:off x="855878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1" name="Shape 4399"/>
          <p:cNvSpPr/>
          <p:nvPr/>
        </p:nvSpPr>
        <p:spPr>
          <a:xfrm>
            <a:off x="8668512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2" name="Shape 4400"/>
          <p:cNvSpPr/>
          <p:nvPr/>
        </p:nvSpPr>
        <p:spPr>
          <a:xfrm>
            <a:off x="8778240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3" name="Shape 4401"/>
          <p:cNvSpPr/>
          <p:nvPr/>
        </p:nvSpPr>
        <p:spPr>
          <a:xfrm>
            <a:off x="8887968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4" name="Shape 4402"/>
          <p:cNvSpPr/>
          <p:nvPr/>
        </p:nvSpPr>
        <p:spPr>
          <a:xfrm>
            <a:off x="8997696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5" name="Shape 4403"/>
          <p:cNvSpPr/>
          <p:nvPr/>
        </p:nvSpPr>
        <p:spPr>
          <a:xfrm>
            <a:off x="9107424" y="43891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0" name="Shape 4428"/>
          <p:cNvSpPr/>
          <p:nvPr/>
        </p:nvSpPr>
        <p:spPr>
          <a:xfrm>
            <a:off x="5486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1" name="Shape 4429"/>
          <p:cNvSpPr/>
          <p:nvPr/>
        </p:nvSpPr>
        <p:spPr>
          <a:xfrm>
            <a:off x="16459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2" name="Shape 4430"/>
          <p:cNvSpPr/>
          <p:nvPr/>
        </p:nvSpPr>
        <p:spPr>
          <a:xfrm>
            <a:off x="27432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3" name="Shape 4431"/>
          <p:cNvSpPr/>
          <p:nvPr/>
        </p:nvSpPr>
        <p:spPr>
          <a:xfrm>
            <a:off x="38404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4" name="Shape 4432"/>
          <p:cNvSpPr/>
          <p:nvPr/>
        </p:nvSpPr>
        <p:spPr>
          <a:xfrm>
            <a:off x="49377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5" name="Shape 4433"/>
          <p:cNvSpPr/>
          <p:nvPr/>
        </p:nvSpPr>
        <p:spPr>
          <a:xfrm>
            <a:off x="60350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6" name="Shape 4434"/>
          <p:cNvSpPr/>
          <p:nvPr/>
        </p:nvSpPr>
        <p:spPr>
          <a:xfrm>
            <a:off x="71323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7" name="Shape 4435"/>
          <p:cNvSpPr/>
          <p:nvPr/>
        </p:nvSpPr>
        <p:spPr>
          <a:xfrm>
            <a:off x="82296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8" name="Shape 4436"/>
          <p:cNvSpPr/>
          <p:nvPr/>
        </p:nvSpPr>
        <p:spPr>
          <a:xfrm>
            <a:off x="93268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9" name="Shape 4437"/>
          <p:cNvSpPr/>
          <p:nvPr/>
        </p:nvSpPr>
        <p:spPr>
          <a:xfrm>
            <a:off x="104241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0" name="Shape 4438"/>
          <p:cNvSpPr/>
          <p:nvPr/>
        </p:nvSpPr>
        <p:spPr>
          <a:xfrm>
            <a:off x="115214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1" name="Shape 4439"/>
          <p:cNvSpPr/>
          <p:nvPr/>
        </p:nvSpPr>
        <p:spPr>
          <a:xfrm>
            <a:off x="126187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2" name="Shape 4440"/>
          <p:cNvSpPr/>
          <p:nvPr/>
        </p:nvSpPr>
        <p:spPr>
          <a:xfrm>
            <a:off x="137160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3" name="Shape 4441"/>
          <p:cNvSpPr/>
          <p:nvPr/>
        </p:nvSpPr>
        <p:spPr>
          <a:xfrm>
            <a:off x="148132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4" name="Shape 4442"/>
          <p:cNvSpPr/>
          <p:nvPr/>
        </p:nvSpPr>
        <p:spPr>
          <a:xfrm>
            <a:off x="159105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5" name="Shape 4443"/>
          <p:cNvSpPr/>
          <p:nvPr/>
        </p:nvSpPr>
        <p:spPr>
          <a:xfrm>
            <a:off x="170078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6" name="Shape 4444"/>
          <p:cNvSpPr/>
          <p:nvPr/>
        </p:nvSpPr>
        <p:spPr>
          <a:xfrm>
            <a:off x="181051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7" name="Shape 4445"/>
          <p:cNvSpPr/>
          <p:nvPr/>
        </p:nvSpPr>
        <p:spPr>
          <a:xfrm>
            <a:off x="192024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8" name="Shape 4446"/>
          <p:cNvSpPr/>
          <p:nvPr/>
        </p:nvSpPr>
        <p:spPr>
          <a:xfrm>
            <a:off x="202996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9" name="Shape 4447"/>
          <p:cNvSpPr/>
          <p:nvPr/>
        </p:nvSpPr>
        <p:spPr>
          <a:xfrm>
            <a:off x="213969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0" name="Shape 4448"/>
          <p:cNvSpPr/>
          <p:nvPr/>
        </p:nvSpPr>
        <p:spPr>
          <a:xfrm>
            <a:off x="224942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1" name="Shape 4449"/>
          <p:cNvSpPr/>
          <p:nvPr/>
        </p:nvSpPr>
        <p:spPr>
          <a:xfrm>
            <a:off x="235915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2" name="Shape 4450"/>
          <p:cNvSpPr/>
          <p:nvPr/>
        </p:nvSpPr>
        <p:spPr>
          <a:xfrm>
            <a:off x="246888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3" name="Shape 4451"/>
          <p:cNvSpPr/>
          <p:nvPr/>
        </p:nvSpPr>
        <p:spPr>
          <a:xfrm>
            <a:off x="257860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4" name="Shape 4452"/>
          <p:cNvSpPr/>
          <p:nvPr/>
        </p:nvSpPr>
        <p:spPr>
          <a:xfrm>
            <a:off x="268833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5" name="Shape 4453"/>
          <p:cNvSpPr/>
          <p:nvPr/>
        </p:nvSpPr>
        <p:spPr>
          <a:xfrm>
            <a:off x="279806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6" name="Shape 4454"/>
          <p:cNvSpPr/>
          <p:nvPr/>
        </p:nvSpPr>
        <p:spPr>
          <a:xfrm>
            <a:off x="290779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7" name="Shape 4455"/>
          <p:cNvSpPr/>
          <p:nvPr/>
        </p:nvSpPr>
        <p:spPr>
          <a:xfrm>
            <a:off x="301752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8" name="Shape 4456"/>
          <p:cNvSpPr/>
          <p:nvPr/>
        </p:nvSpPr>
        <p:spPr>
          <a:xfrm>
            <a:off x="312724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9" name="Shape 4457"/>
          <p:cNvSpPr/>
          <p:nvPr/>
        </p:nvSpPr>
        <p:spPr>
          <a:xfrm>
            <a:off x="323697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0" name="Shape 4458"/>
          <p:cNvSpPr/>
          <p:nvPr/>
        </p:nvSpPr>
        <p:spPr>
          <a:xfrm>
            <a:off x="334670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1" name="Shape 4459"/>
          <p:cNvSpPr/>
          <p:nvPr/>
        </p:nvSpPr>
        <p:spPr>
          <a:xfrm>
            <a:off x="345643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2" name="Shape 4460"/>
          <p:cNvSpPr/>
          <p:nvPr/>
        </p:nvSpPr>
        <p:spPr>
          <a:xfrm>
            <a:off x="356616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3" name="Shape 4461"/>
          <p:cNvSpPr/>
          <p:nvPr/>
        </p:nvSpPr>
        <p:spPr>
          <a:xfrm>
            <a:off x="367588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4" name="Shape 4462"/>
          <p:cNvSpPr/>
          <p:nvPr/>
        </p:nvSpPr>
        <p:spPr>
          <a:xfrm>
            <a:off x="378561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5" name="Shape 4463"/>
          <p:cNvSpPr/>
          <p:nvPr/>
        </p:nvSpPr>
        <p:spPr>
          <a:xfrm>
            <a:off x="389534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6" name="Shape 4464"/>
          <p:cNvSpPr/>
          <p:nvPr/>
        </p:nvSpPr>
        <p:spPr>
          <a:xfrm>
            <a:off x="400507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7" name="Shape 4465"/>
          <p:cNvSpPr/>
          <p:nvPr/>
        </p:nvSpPr>
        <p:spPr>
          <a:xfrm>
            <a:off x="411480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8" name="Shape 4466"/>
          <p:cNvSpPr/>
          <p:nvPr/>
        </p:nvSpPr>
        <p:spPr>
          <a:xfrm>
            <a:off x="422452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9" name="Shape 4467"/>
          <p:cNvSpPr/>
          <p:nvPr/>
        </p:nvSpPr>
        <p:spPr>
          <a:xfrm>
            <a:off x="433425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0" name="Shape 4468"/>
          <p:cNvSpPr/>
          <p:nvPr/>
        </p:nvSpPr>
        <p:spPr>
          <a:xfrm>
            <a:off x="444398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1" name="Shape 4469"/>
          <p:cNvSpPr/>
          <p:nvPr/>
        </p:nvSpPr>
        <p:spPr>
          <a:xfrm>
            <a:off x="455371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2" name="Shape 4470"/>
          <p:cNvSpPr/>
          <p:nvPr/>
        </p:nvSpPr>
        <p:spPr>
          <a:xfrm>
            <a:off x="466344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3" name="Shape 4471"/>
          <p:cNvSpPr/>
          <p:nvPr/>
        </p:nvSpPr>
        <p:spPr>
          <a:xfrm>
            <a:off x="477316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4" name="Shape 4472"/>
          <p:cNvSpPr/>
          <p:nvPr/>
        </p:nvSpPr>
        <p:spPr>
          <a:xfrm>
            <a:off x="488289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5" name="Shape 4473"/>
          <p:cNvSpPr/>
          <p:nvPr/>
        </p:nvSpPr>
        <p:spPr>
          <a:xfrm>
            <a:off x="499262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6" name="Shape 4474"/>
          <p:cNvSpPr/>
          <p:nvPr/>
        </p:nvSpPr>
        <p:spPr>
          <a:xfrm>
            <a:off x="510235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7" name="Shape 4475"/>
          <p:cNvSpPr/>
          <p:nvPr/>
        </p:nvSpPr>
        <p:spPr>
          <a:xfrm>
            <a:off x="521208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8" name="Shape 4476"/>
          <p:cNvSpPr/>
          <p:nvPr/>
        </p:nvSpPr>
        <p:spPr>
          <a:xfrm>
            <a:off x="532180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9" name="Shape 4477"/>
          <p:cNvSpPr/>
          <p:nvPr/>
        </p:nvSpPr>
        <p:spPr>
          <a:xfrm>
            <a:off x="543153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0" name="Shape 4478"/>
          <p:cNvSpPr/>
          <p:nvPr/>
        </p:nvSpPr>
        <p:spPr>
          <a:xfrm>
            <a:off x="554126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1" name="Shape 4479"/>
          <p:cNvSpPr/>
          <p:nvPr/>
        </p:nvSpPr>
        <p:spPr>
          <a:xfrm>
            <a:off x="565099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2" name="Shape 4480"/>
          <p:cNvSpPr/>
          <p:nvPr/>
        </p:nvSpPr>
        <p:spPr>
          <a:xfrm>
            <a:off x="576072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3" name="Shape 4481"/>
          <p:cNvSpPr/>
          <p:nvPr/>
        </p:nvSpPr>
        <p:spPr>
          <a:xfrm>
            <a:off x="587044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4" name="Shape 4482"/>
          <p:cNvSpPr/>
          <p:nvPr/>
        </p:nvSpPr>
        <p:spPr>
          <a:xfrm>
            <a:off x="598017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5" name="Shape 4483"/>
          <p:cNvSpPr/>
          <p:nvPr/>
        </p:nvSpPr>
        <p:spPr>
          <a:xfrm>
            <a:off x="608990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6" name="Shape 4484"/>
          <p:cNvSpPr/>
          <p:nvPr/>
        </p:nvSpPr>
        <p:spPr>
          <a:xfrm>
            <a:off x="619963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7" name="Shape 4485"/>
          <p:cNvSpPr/>
          <p:nvPr/>
        </p:nvSpPr>
        <p:spPr>
          <a:xfrm>
            <a:off x="630936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8" name="Shape 4486"/>
          <p:cNvSpPr/>
          <p:nvPr/>
        </p:nvSpPr>
        <p:spPr>
          <a:xfrm>
            <a:off x="641908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9" name="Shape 4487"/>
          <p:cNvSpPr/>
          <p:nvPr/>
        </p:nvSpPr>
        <p:spPr>
          <a:xfrm>
            <a:off x="652881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0" name="Shape 4488"/>
          <p:cNvSpPr/>
          <p:nvPr/>
        </p:nvSpPr>
        <p:spPr>
          <a:xfrm>
            <a:off x="663854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1" name="Shape 4489"/>
          <p:cNvSpPr/>
          <p:nvPr/>
        </p:nvSpPr>
        <p:spPr>
          <a:xfrm>
            <a:off x="674827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2" name="Shape 4490"/>
          <p:cNvSpPr/>
          <p:nvPr/>
        </p:nvSpPr>
        <p:spPr>
          <a:xfrm>
            <a:off x="685800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3" name="Shape 4491"/>
          <p:cNvSpPr/>
          <p:nvPr/>
        </p:nvSpPr>
        <p:spPr>
          <a:xfrm>
            <a:off x="696772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4" name="Shape 4492"/>
          <p:cNvSpPr/>
          <p:nvPr/>
        </p:nvSpPr>
        <p:spPr>
          <a:xfrm>
            <a:off x="707745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5" name="Shape 4493"/>
          <p:cNvSpPr/>
          <p:nvPr/>
        </p:nvSpPr>
        <p:spPr>
          <a:xfrm>
            <a:off x="718718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6" name="Shape 4494"/>
          <p:cNvSpPr/>
          <p:nvPr/>
        </p:nvSpPr>
        <p:spPr>
          <a:xfrm>
            <a:off x="729691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7" name="Shape 4495"/>
          <p:cNvSpPr/>
          <p:nvPr/>
        </p:nvSpPr>
        <p:spPr>
          <a:xfrm>
            <a:off x="740664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8" name="Shape 4496"/>
          <p:cNvSpPr/>
          <p:nvPr/>
        </p:nvSpPr>
        <p:spPr>
          <a:xfrm>
            <a:off x="751636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9" name="Shape 4497"/>
          <p:cNvSpPr/>
          <p:nvPr/>
        </p:nvSpPr>
        <p:spPr>
          <a:xfrm>
            <a:off x="762609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0" name="Shape 4498"/>
          <p:cNvSpPr/>
          <p:nvPr/>
        </p:nvSpPr>
        <p:spPr>
          <a:xfrm>
            <a:off x="773582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1" name="Shape 4499"/>
          <p:cNvSpPr/>
          <p:nvPr/>
        </p:nvSpPr>
        <p:spPr>
          <a:xfrm>
            <a:off x="784555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2" name="Shape 4500"/>
          <p:cNvSpPr/>
          <p:nvPr/>
        </p:nvSpPr>
        <p:spPr>
          <a:xfrm>
            <a:off x="795528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3" name="Shape 4501"/>
          <p:cNvSpPr/>
          <p:nvPr/>
        </p:nvSpPr>
        <p:spPr>
          <a:xfrm>
            <a:off x="806500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4" name="Shape 4502"/>
          <p:cNvSpPr/>
          <p:nvPr/>
        </p:nvSpPr>
        <p:spPr>
          <a:xfrm>
            <a:off x="817473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5" name="Shape 4503"/>
          <p:cNvSpPr/>
          <p:nvPr/>
        </p:nvSpPr>
        <p:spPr>
          <a:xfrm>
            <a:off x="828446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6" name="Shape 4504"/>
          <p:cNvSpPr/>
          <p:nvPr/>
        </p:nvSpPr>
        <p:spPr>
          <a:xfrm>
            <a:off x="839419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7" name="Shape 4505"/>
          <p:cNvSpPr/>
          <p:nvPr/>
        </p:nvSpPr>
        <p:spPr>
          <a:xfrm>
            <a:off x="850392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8" name="Shape 4506"/>
          <p:cNvSpPr/>
          <p:nvPr/>
        </p:nvSpPr>
        <p:spPr>
          <a:xfrm>
            <a:off x="861364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9" name="Shape 4507"/>
          <p:cNvSpPr/>
          <p:nvPr/>
        </p:nvSpPr>
        <p:spPr>
          <a:xfrm>
            <a:off x="8723376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0" name="Shape 4508"/>
          <p:cNvSpPr/>
          <p:nvPr/>
        </p:nvSpPr>
        <p:spPr>
          <a:xfrm>
            <a:off x="8833104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1" name="Shape 4509"/>
          <p:cNvSpPr/>
          <p:nvPr/>
        </p:nvSpPr>
        <p:spPr>
          <a:xfrm>
            <a:off x="8942832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2" name="Shape 4510"/>
          <p:cNvSpPr/>
          <p:nvPr/>
        </p:nvSpPr>
        <p:spPr>
          <a:xfrm>
            <a:off x="9052560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3" name="Shape 4511"/>
          <p:cNvSpPr/>
          <p:nvPr/>
        </p:nvSpPr>
        <p:spPr>
          <a:xfrm>
            <a:off x="9162288" y="44988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8" name="Shape 4536"/>
          <p:cNvSpPr/>
          <p:nvPr/>
        </p:nvSpPr>
        <p:spPr>
          <a:xfrm>
            <a:off x="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9" name="Shape 4537"/>
          <p:cNvSpPr/>
          <p:nvPr/>
        </p:nvSpPr>
        <p:spPr>
          <a:xfrm>
            <a:off x="10972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0" name="Shape 4538"/>
          <p:cNvSpPr/>
          <p:nvPr/>
        </p:nvSpPr>
        <p:spPr>
          <a:xfrm>
            <a:off x="21945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1" name="Shape 4539"/>
          <p:cNvSpPr/>
          <p:nvPr/>
        </p:nvSpPr>
        <p:spPr>
          <a:xfrm>
            <a:off x="32918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2" name="Shape 4540"/>
          <p:cNvSpPr/>
          <p:nvPr/>
        </p:nvSpPr>
        <p:spPr>
          <a:xfrm>
            <a:off x="43891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3" name="Shape 4541"/>
          <p:cNvSpPr/>
          <p:nvPr/>
        </p:nvSpPr>
        <p:spPr>
          <a:xfrm>
            <a:off x="54864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4" name="Shape 4542"/>
          <p:cNvSpPr/>
          <p:nvPr/>
        </p:nvSpPr>
        <p:spPr>
          <a:xfrm>
            <a:off x="65836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5" name="Shape 4543"/>
          <p:cNvSpPr/>
          <p:nvPr/>
        </p:nvSpPr>
        <p:spPr>
          <a:xfrm>
            <a:off x="76809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6" name="Shape 4544"/>
          <p:cNvSpPr/>
          <p:nvPr/>
        </p:nvSpPr>
        <p:spPr>
          <a:xfrm>
            <a:off x="87782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7" name="Shape 4545"/>
          <p:cNvSpPr/>
          <p:nvPr/>
        </p:nvSpPr>
        <p:spPr>
          <a:xfrm>
            <a:off x="98755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8" name="Shape 4546"/>
          <p:cNvSpPr/>
          <p:nvPr/>
        </p:nvSpPr>
        <p:spPr>
          <a:xfrm>
            <a:off x="109728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9" name="Shape 4547"/>
          <p:cNvSpPr/>
          <p:nvPr/>
        </p:nvSpPr>
        <p:spPr>
          <a:xfrm>
            <a:off x="120700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0" name="Shape 4548"/>
          <p:cNvSpPr/>
          <p:nvPr/>
        </p:nvSpPr>
        <p:spPr>
          <a:xfrm>
            <a:off x="131673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1" name="Shape 4549"/>
          <p:cNvSpPr/>
          <p:nvPr/>
        </p:nvSpPr>
        <p:spPr>
          <a:xfrm>
            <a:off x="142646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2" name="Shape 4550"/>
          <p:cNvSpPr/>
          <p:nvPr/>
        </p:nvSpPr>
        <p:spPr>
          <a:xfrm>
            <a:off x="153619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3" name="Shape 4551"/>
          <p:cNvSpPr/>
          <p:nvPr/>
        </p:nvSpPr>
        <p:spPr>
          <a:xfrm>
            <a:off x="164592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4" name="Shape 4552"/>
          <p:cNvSpPr/>
          <p:nvPr/>
        </p:nvSpPr>
        <p:spPr>
          <a:xfrm>
            <a:off x="175564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5" name="Shape 4553"/>
          <p:cNvSpPr/>
          <p:nvPr/>
        </p:nvSpPr>
        <p:spPr>
          <a:xfrm>
            <a:off x="186537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6" name="Shape 4554"/>
          <p:cNvSpPr/>
          <p:nvPr/>
        </p:nvSpPr>
        <p:spPr>
          <a:xfrm>
            <a:off x="197510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7" name="Shape 4555"/>
          <p:cNvSpPr/>
          <p:nvPr/>
        </p:nvSpPr>
        <p:spPr>
          <a:xfrm>
            <a:off x="208483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8" name="Shape 4556"/>
          <p:cNvSpPr/>
          <p:nvPr/>
        </p:nvSpPr>
        <p:spPr>
          <a:xfrm>
            <a:off x="219456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9" name="Shape 4557"/>
          <p:cNvSpPr/>
          <p:nvPr/>
        </p:nvSpPr>
        <p:spPr>
          <a:xfrm>
            <a:off x="230428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0" name="Shape 4558"/>
          <p:cNvSpPr/>
          <p:nvPr/>
        </p:nvSpPr>
        <p:spPr>
          <a:xfrm>
            <a:off x="241401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1" name="Shape 4559"/>
          <p:cNvSpPr/>
          <p:nvPr/>
        </p:nvSpPr>
        <p:spPr>
          <a:xfrm>
            <a:off x="252374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2" name="Shape 4560"/>
          <p:cNvSpPr/>
          <p:nvPr/>
        </p:nvSpPr>
        <p:spPr>
          <a:xfrm>
            <a:off x="263347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3" name="Shape 4561"/>
          <p:cNvSpPr/>
          <p:nvPr/>
        </p:nvSpPr>
        <p:spPr>
          <a:xfrm>
            <a:off x="274320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4" name="Shape 4562"/>
          <p:cNvSpPr/>
          <p:nvPr/>
        </p:nvSpPr>
        <p:spPr>
          <a:xfrm>
            <a:off x="285292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5" name="Shape 4563"/>
          <p:cNvSpPr/>
          <p:nvPr/>
        </p:nvSpPr>
        <p:spPr>
          <a:xfrm>
            <a:off x="296265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6" name="Shape 4564"/>
          <p:cNvSpPr/>
          <p:nvPr/>
        </p:nvSpPr>
        <p:spPr>
          <a:xfrm>
            <a:off x="307238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7" name="Shape 4565"/>
          <p:cNvSpPr/>
          <p:nvPr/>
        </p:nvSpPr>
        <p:spPr>
          <a:xfrm>
            <a:off x="318211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8" name="Shape 4566"/>
          <p:cNvSpPr/>
          <p:nvPr/>
        </p:nvSpPr>
        <p:spPr>
          <a:xfrm>
            <a:off x="329184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9" name="Shape 4567"/>
          <p:cNvSpPr/>
          <p:nvPr/>
        </p:nvSpPr>
        <p:spPr>
          <a:xfrm>
            <a:off x="340156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0" name="Shape 4568"/>
          <p:cNvSpPr/>
          <p:nvPr/>
        </p:nvSpPr>
        <p:spPr>
          <a:xfrm>
            <a:off x="351129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1" name="Shape 4569"/>
          <p:cNvSpPr/>
          <p:nvPr/>
        </p:nvSpPr>
        <p:spPr>
          <a:xfrm>
            <a:off x="362102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2" name="Shape 4570"/>
          <p:cNvSpPr/>
          <p:nvPr/>
        </p:nvSpPr>
        <p:spPr>
          <a:xfrm>
            <a:off x="373075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3" name="Shape 4571"/>
          <p:cNvSpPr/>
          <p:nvPr/>
        </p:nvSpPr>
        <p:spPr>
          <a:xfrm>
            <a:off x="384048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4" name="Shape 4572"/>
          <p:cNvSpPr/>
          <p:nvPr/>
        </p:nvSpPr>
        <p:spPr>
          <a:xfrm>
            <a:off x="395020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5" name="Shape 4573"/>
          <p:cNvSpPr/>
          <p:nvPr/>
        </p:nvSpPr>
        <p:spPr>
          <a:xfrm>
            <a:off x="405993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6" name="Shape 4574"/>
          <p:cNvSpPr/>
          <p:nvPr/>
        </p:nvSpPr>
        <p:spPr>
          <a:xfrm>
            <a:off x="416966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7" name="Shape 4575"/>
          <p:cNvSpPr/>
          <p:nvPr/>
        </p:nvSpPr>
        <p:spPr>
          <a:xfrm>
            <a:off x="427939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8" name="Shape 4576"/>
          <p:cNvSpPr/>
          <p:nvPr/>
        </p:nvSpPr>
        <p:spPr>
          <a:xfrm>
            <a:off x="438912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9" name="Shape 4577"/>
          <p:cNvSpPr/>
          <p:nvPr/>
        </p:nvSpPr>
        <p:spPr>
          <a:xfrm>
            <a:off x="449884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0" name="Shape 4578"/>
          <p:cNvSpPr/>
          <p:nvPr/>
        </p:nvSpPr>
        <p:spPr>
          <a:xfrm>
            <a:off x="460857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1" name="Shape 4579"/>
          <p:cNvSpPr/>
          <p:nvPr/>
        </p:nvSpPr>
        <p:spPr>
          <a:xfrm>
            <a:off x="471830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2" name="Shape 4580"/>
          <p:cNvSpPr/>
          <p:nvPr/>
        </p:nvSpPr>
        <p:spPr>
          <a:xfrm>
            <a:off x="482803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3" name="Shape 4581"/>
          <p:cNvSpPr/>
          <p:nvPr/>
        </p:nvSpPr>
        <p:spPr>
          <a:xfrm>
            <a:off x="493776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4" name="Shape 4582"/>
          <p:cNvSpPr/>
          <p:nvPr/>
        </p:nvSpPr>
        <p:spPr>
          <a:xfrm>
            <a:off x="504748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5" name="Shape 4583"/>
          <p:cNvSpPr/>
          <p:nvPr/>
        </p:nvSpPr>
        <p:spPr>
          <a:xfrm>
            <a:off x="515721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6" name="Shape 4584"/>
          <p:cNvSpPr/>
          <p:nvPr/>
        </p:nvSpPr>
        <p:spPr>
          <a:xfrm>
            <a:off x="526694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7" name="Shape 4585"/>
          <p:cNvSpPr/>
          <p:nvPr/>
        </p:nvSpPr>
        <p:spPr>
          <a:xfrm>
            <a:off x="537667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8" name="Shape 4586"/>
          <p:cNvSpPr/>
          <p:nvPr/>
        </p:nvSpPr>
        <p:spPr>
          <a:xfrm>
            <a:off x="548640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9" name="Shape 4587"/>
          <p:cNvSpPr/>
          <p:nvPr/>
        </p:nvSpPr>
        <p:spPr>
          <a:xfrm>
            <a:off x="559612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0" name="Shape 4588"/>
          <p:cNvSpPr/>
          <p:nvPr/>
        </p:nvSpPr>
        <p:spPr>
          <a:xfrm>
            <a:off x="570585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1" name="Shape 4589"/>
          <p:cNvSpPr/>
          <p:nvPr/>
        </p:nvSpPr>
        <p:spPr>
          <a:xfrm>
            <a:off x="581558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2" name="Shape 4590"/>
          <p:cNvSpPr/>
          <p:nvPr/>
        </p:nvSpPr>
        <p:spPr>
          <a:xfrm>
            <a:off x="592531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3" name="Shape 4591"/>
          <p:cNvSpPr/>
          <p:nvPr/>
        </p:nvSpPr>
        <p:spPr>
          <a:xfrm>
            <a:off x="603504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4" name="Shape 4592"/>
          <p:cNvSpPr/>
          <p:nvPr/>
        </p:nvSpPr>
        <p:spPr>
          <a:xfrm>
            <a:off x="614476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5" name="Shape 4593"/>
          <p:cNvSpPr/>
          <p:nvPr/>
        </p:nvSpPr>
        <p:spPr>
          <a:xfrm>
            <a:off x="625449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6" name="Shape 4594"/>
          <p:cNvSpPr/>
          <p:nvPr/>
        </p:nvSpPr>
        <p:spPr>
          <a:xfrm>
            <a:off x="636422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7" name="Shape 4595"/>
          <p:cNvSpPr/>
          <p:nvPr/>
        </p:nvSpPr>
        <p:spPr>
          <a:xfrm>
            <a:off x="647395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8" name="Shape 4596"/>
          <p:cNvSpPr/>
          <p:nvPr/>
        </p:nvSpPr>
        <p:spPr>
          <a:xfrm>
            <a:off x="658368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9" name="Shape 4597"/>
          <p:cNvSpPr/>
          <p:nvPr/>
        </p:nvSpPr>
        <p:spPr>
          <a:xfrm>
            <a:off x="669340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0" name="Shape 4598"/>
          <p:cNvSpPr/>
          <p:nvPr/>
        </p:nvSpPr>
        <p:spPr>
          <a:xfrm>
            <a:off x="680313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1" name="Shape 4599"/>
          <p:cNvSpPr/>
          <p:nvPr/>
        </p:nvSpPr>
        <p:spPr>
          <a:xfrm>
            <a:off x="691286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2" name="Shape 4600"/>
          <p:cNvSpPr/>
          <p:nvPr/>
        </p:nvSpPr>
        <p:spPr>
          <a:xfrm>
            <a:off x="702259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3" name="Shape 4601"/>
          <p:cNvSpPr/>
          <p:nvPr/>
        </p:nvSpPr>
        <p:spPr>
          <a:xfrm>
            <a:off x="713232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4" name="Shape 4602"/>
          <p:cNvSpPr/>
          <p:nvPr/>
        </p:nvSpPr>
        <p:spPr>
          <a:xfrm>
            <a:off x="724204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5" name="Shape 4603"/>
          <p:cNvSpPr/>
          <p:nvPr/>
        </p:nvSpPr>
        <p:spPr>
          <a:xfrm>
            <a:off x="735177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6" name="Shape 4604"/>
          <p:cNvSpPr/>
          <p:nvPr/>
        </p:nvSpPr>
        <p:spPr>
          <a:xfrm>
            <a:off x="746150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7" name="Shape 4605"/>
          <p:cNvSpPr/>
          <p:nvPr/>
        </p:nvSpPr>
        <p:spPr>
          <a:xfrm>
            <a:off x="757123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8" name="Shape 4606"/>
          <p:cNvSpPr/>
          <p:nvPr/>
        </p:nvSpPr>
        <p:spPr>
          <a:xfrm>
            <a:off x="768096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9" name="Shape 4607"/>
          <p:cNvSpPr/>
          <p:nvPr/>
        </p:nvSpPr>
        <p:spPr>
          <a:xfrm>
            <a:off x="779068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0" name="Shape 4608"/>
          <p:cNvSpPr/>
          <p:nvPr/>
        </p:nvSpPr>
        <p:spPr>
          <a:xfrm>
            <a:off x="790041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1" name="Shape 4609"/>
          <p:cNvSpPr/>
          <p:nvPr/>
        </p:nvSpPr>
        <p:spPr>
          <a:xfrm>
            <a:off x="801014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2" name="Shape 4610"/>
          <p:cNvSpPr/>
          <p:nvPr/>
        </p:nvSpPr>
        <p:spPr>
          <a:xfrm>
            <a:off x="811987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3" name="Shape 4611"/>
          <p:cNvSpPr/>
          <p:nvPr/>
        </p:nvSpPr>
        <p:spPr>
          <a:xfrm>
            <a:off x="822960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4" name="Shape 4612"/>
          <p:cNvSpPr/>
          <p:nvPr/>
        </p:nvSpPr>
        <p:spPr>
          <a:xfrm>
            <a:off x="833932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5" name="Shape 4613"/>
          <p:cNvSpPr/>
          <p:nvPr/>
        </p:nvSpPr>
        <p:spPr>
          <a:xfrm>
            <a:off x="844905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6" name="Shape 4614"/>
          <p:cNvSpPr/>
          <p:nvPr/>
        </p:nvSpPr>
        <p:spPr>
          <a:xfrm>
            <a:off x="855878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7" name="Shape 4615"/>
          <p:cNvSpPr/>
          <p:nvPr/>
        </p:nvSpPr>
        <p:spPr>
          <a:xfrm>
            <a:off x="8668512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8" name="Shape 4616"/>
          <p:cNvSpPr/>
          <p:nvPr/>
        </p:nvSpPr>
        <p:spPr>
          <a:xfrm>
            <a:off x="8778240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9" name="Shape 4617"/>
          <p:cNvSpPr/>
          <p:nvPr/>
        </p:nvSpPr>
        <p:spPr>
          <a:xfrm>
            <a:off x="8887968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20" name="Shape 4618"/>
          <p:cNvSpPr/>
          <p:nvPr/>
        </p:nvSpPr>
        <p:spPr>
          <a:xfrm>
            <a:off x="8997696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21" name="Shape 4619"/>
          <p:cNvSpPr/>
          <p:nvPr/>
        </p:nvSpPr>
        <p:spPr>
          <a:xfrm>
            <a:off x="9107424" y="46085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6" name="Shape 4644"/>
          <p:cNvSpPr/>
          <p:nvPr/>
        </p:nvSpPr>
        <p:spPr>
          <a:xfrm>
            <a:off x="5486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7" name="Shape 4645"/>
          <p:cNvSpPr/>
          <p:nvPr/>
        </p:nvSpPr>
        <p:spPr>
          <a:xfrm>
            <a:off x="16459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8" name="Shape 4646"/>
          <p:cNvSpPr/>
          <p:nvPr/>
        </p:nvSpPr>
        <p:spPr>
          <a:xfrm>
            <a:off x="27432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9" name="Shape 4647"/>
          <p:cNvSpPr/>
          <p:nvPr/>
        </p:nvSpPr>
        <p:spPr>
          <a:xfrm>
            <a:off x="38404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0" name="Shape 4648"/>
          <p:cNvSpPr/>
          <p:nvPr/>
        </p:nvSpPr>
        <p:spPr>
          <a:xfrm>
            <a:off x="49377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1" name="Shape 4649"/>
          <p:cNvSpPr/>
          <p:nvPr/>
        </p:nvSpPr>
        <p:spPr>
          <a:xfrm>
            <a:off x="60350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2" name="Shape 4650"/>
          <p:cNvSpPr/>
          <p:nvPr/>
        </p:nvSpPr>
        <p:spPr>
          <a:xfrm>
            <a:off x="71323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3" name="Shape 4651"/>
          <p:cNvSpPr/>
          <p:nvPr/>
        </p:nvSpPr>
        <p:spPr>
          <a:xfrm>
            <a:off x="82296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4" name="Shape 4652"/>
          <p:cNvSpPr/>
          <p:nvPr/>
        </p:nvSpPr>
        <p:spPr>
          <a:xfrm>
            <a:off x="93268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5" name="Shape 4653"/>
          <p:cNvSpPr/>
          <p:nvPr/>
        </p:nvSpPr>
        <p:spPr>
          <a:xfrm>
            <a:off x="104241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6" name="Shape 4654"/>
          <p:cNvSpPr/>
          <p:nvPr/>
        </p:nvSpPr>
        <p:spPr>
          <a:xfrm>
            <a:off x="115214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7" name="Shape 4655"/>
          <p:cNvSpPr/>
          <p:nvPr/>
        </p:nvSpPr>
        <p:spPr>
          <a:xfrm>
            <a:off x="126187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8" name="Shape 4656"/>
          <p:cNvSpPr/>
          <p:nvPr/>
        </p:nvSpPr>
        <p:spPr>
          <a:xfrm>
            <a:off x="137160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9" name="Shape 4657"/>
          <p:cNvSpPr/>
          <p:nvPr/>
        </p:nvSpPr>
        <p:spPr>
          <a:xfrm>
            <a:off x="148132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0" name="Shape 4658"/>
          <p:cNvSpPr/>
          <p:nvPr/>
        </p:nvSpPr>
        <p:spPr>
          <a:xfrm>
            <a:off x="159105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1" name="Shape 4659"/>
          <p:cNvSpPr/>
          <p:nvPr/>
        </p:nvSpPr>
        <p:spPr>
          <a:xfrm>
            <a:off x="170078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2" name="Shape 4660"/>
          <p:cNvSpPr/>
          <p:nvPr/>
        </p:nvSpPr>
        <p:spPr>
          <a:xfrm>
            <a:off x="181051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3" name="Shape 4661"/>
          <p:cNvSpPr/>
          <p:nvPr/>
        </p:nvSpPr>
        <p:spPr>
          <a:xfrm>
            <a:off x="192024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4" name="Shape 4662"/>
          <p:cNvSpPr/>
          <p:nvPr/>
        </p:nvSpPr>
        <p:spPr>
          <a:xfrm>
            <a:off x="202996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5" name="Shape 4663"/>
          <p:cNvSpPr/>
          <p:nvPr/>
        </p:nvSpPr>
        <p:spPr>
          <a:xfrm>
            <a:off x="213969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6" name="Shape 4664"/>
          <p:cNvSpPr/>
          <p:nvPr/>
        </p:nvSpPr>
        <p:spPr>
          <a:xfrm>
            <a:off x="224942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7" name="Shape 4665"/>
          <p:cNvSpPr/>
          <p:nvPr/>
        </p:nvSpPr>
        <p:spPr>
          <a:xfrm>
            <a:off x="235915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8" name="Shape 4666"/>
          <p:cNvSpPr/>
          <p:nvPr/>
        </p:nvSpPr>
        <p:spPr>
          <a:xfrm>
            <a:off x="246888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9" name="Shape 4667"/>
          <p:cNvSpPr/>
          <p:nvPr/>
        </p:nvSpPr>
        <p:spPr>
          <a:xfrm>
            <a:off x="257860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0" name="Shape 4668"/>
          <p:cNvSpPr/>
          <p:nvPr/>
        </p:nvSpPr>
        <p:spPr>
          <a:xfrm>
            <a:off x="268833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1" name="Shape 4669"/>
          <p:cNvSpPr/>
          <p:nvPr/>
        </p:nvSpPr>
        <p:spPr>
          <a:xfrm>
            <a:off x="279806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2" name="Shape 4670"/>
          <p:cNvSpPr/>
          <p:nvPr/>
        </p:nvSpPr>
        <p:spPr>
          <a:xfrm>
            <a:off x="290779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3" name="Shape 4671"/>
          <p:cNvSpPr/>
          <p:nvPr/>
        </p:nvSpPr>
        <p:spPr>
          <a:xfrm>
            <a:off x="301752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4" name="Shape 4672"/>
          <p:cNvSpPr/>
          <p:nvPr/>
        </p:nvSpPr>
        <p:spPr>
          <a:xfrm>
            <a:off x="312724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5" name="Shape 4673"/>
          <p:cNvSpPr/>
          <p:nvPr/>
        </p:nvSpPr>
        <p:spPr>
          <a:xfrm>
            <a:off x="323697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6" name="Shape 4674"/>
          <p:cNvSpPr/>
          <p:nvPr/>
        </p:nvSpPr>
        <p:spPr>
          <a:xfrm>
            <a:off x="334670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7" name="Shape 4675"/>
          <p:cNvSpPr/>
          <p:nvPr/>
        </p:nvSpPr>
        <p:spPr>
          <a:xfrm>
            <a:off x="345643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8" name="Shape 4676"/>
          <p:cNvSpPr/>
          <p:nvPr/>
        </p:nvSpPr>
        <p:spPr>
          <a:xfrm>
            <a:off x="356616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9" name="Shape 4677"/>
          <p:cNvSpPr/>
          <p:nvPr/>
        </p:nvSpPr>
        <p:spPr>
          <a:xfrm>
            <a:off x="367588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0" name="Shape 4678"/>
          <p:cNvSpPr/>
          <p:nvPr/>
        </p:nvSpPr>
        <p:spPr>
          <a:xfrm>
            <a:off x="378561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1" name="Shape 4679"/>
          <p:cNvSpPr/>
          <p:nvPr/>
        </p:nvSpPr>
        <p:spPr>
          <a:xfrm>
            <a:off x="389534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2" name="Shape 4680"/>
          <p:cNvSpPr/>
          <p:nvPr/>
        </p:nvSpPr>
        <p:spPr>
          <a:xfrm>
            <a:off x="400507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3" name="Shape 4681"/>
          <p:cNvSpPr/>
          <p:nvPr/>
        </p:nvSpPr>
        <p:spPr>
          <a:xfrm>
            <a:off x="411480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4" name="Shape 4682"/>
          <p:cNvSpPr/>
          <p:nvPr/>
        </p:nvSpPr>
        <p:spPr>
          <a:xfrm>
            <a:off x="422452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5" name="Shape 4683"/>
          <p:cNvSpPr/>
          <p:nvPr/>
        </p:nvSpPr>
        <p:spPr>
          <a:xfrm>
            <a:off x="433425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6" name="Shape 4684"/>
          <p:cNvSpPr/>
          <p:nvPr/>
        </p:nvSpPr>
        <p:spPr>
          <a:xfrm>
            <a:off x="444398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7" name="Shape 4685"/>
          <p:cNvSpPr/>
          <p:nvPr/>
        </p:nvSpPr>
        <p:spPr>
          <a:xfrm>
            <a:off x="455371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8" name="Shape 4686"/>
          <p:cNvSpPr/>
          <p:nvPr/>
        </p:nvSpPr>
        <p:spPr>
          <a:xfrm>
            <a:off x="466344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9" name="Shape 4687"/>
          <p:cNvSpPr/>
          <p:nvPr/>
        </p:nvSpPr>
        <p:spPr>
          <a:xfrm>
            <a:off x="477316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0" name="Shape 4688"/>
          <p:cNvSpPr/>
          <p:nvPr/>
        </p:nvSpPr>
        <p:spPr>
          <a:xfrm>
            <a:off x="488289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1" name="Shape 4689"/>
          <p:cNvSpPr/>
          <p:nvPr/>
        </p:nvSpPr>
        <p:spPr>
          <a:xfrm>
            <a:off x="499262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2" name="Shape 4690"/>
          <p:cNvSpPr/>
          <p:nvPr/>
        </p:nvSpPr>
        <p:spPr>
          <a:xfrm>
            <a:off x="510235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3" name="Shape 4691"/>
          <p:cNvSpPr/>
          <p:nvPr/>
        </p:nvSpPr>
        <p:spPr>
          <a:xfrm>
            <a:off x="521208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4" name="Shape 4692"/>
          <p:cNvSpPr/>
          <p:nvPr/>
        </p:nvSpPr>
        <p:spPr>
          <a:xfrm>
            <a:off x="532180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5" name="Shape 4693"/>
          <p:cNvSpPr/>
          <p:nvPr/>
        </p:nvSpPr>
        <p:spPr>
          <a:xfrm>
            <a:off x="543153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6" name="Shape 4694"/>
          <p:cNvSpPr/>
          <p:nvPr/>
        </p:nvSpPr>
        <p:spPr>
          <a:xfrm>
            <a:off x="554126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7" name="Shape 4695"/>
          <p:cNvSpPr/>
          <p:nvPr/>
        </p:nvSpPr>
        <p:spPr>
          <a:xfrm>
            <a:off x="565099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8" name="Shape 4696"/>
          <p:cNvSpPr/>
          <p:nvPr/>
        </p:nvSpPr>
        <p:spPr>
          <a:xfrm>
            <a:off x="576072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9" name="Shape 4697"/>
          <p:cNvSpPr/>
          <p:nvPr/>
        </p:nvSpPr>
        <p:spPr>
          <a:xfrm>
            <a:off x="587044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0" name="Shape 4698"/>
          <p:cNvSpPr/>
          <p:nvPr/>
        </p:nvSpPr>
        <p:spPr>
          <a:xfrm>
            <a:off x="598017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1" name="Shape 4699"/>
          <p:cNvSpPr/>
          <p:nvPr/>
        </p:nvSpPr>
        <p:spPr>
          <a:xfrm>
            <a:off x="608990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2" name="Shape 4700"/>
          <p:cNvSpPr/>
          <p:nvPr/>
        </p:nvSpPr>
        <p:spPr>
          <a:xfrm>
            <a:off x="619963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3" name="Shape 4701"/>
          <p:cNvSpPr/>
          <p:nvPr/>
        </p:nvSpPr>
        <p:spPr>
          <a:xfrm>
            <a:off x="630936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4" name="Shape 4702"/>
          <p:cNvSpPr/>
          <p:nvPr/>
        </p:nvSpPr>
        <p:spPr>
          <a:xfrm>
            <a:off x="641908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5" name="Shape 4703"/>
          <p:cNvSpPr/>
          <p:nvPr/>
        </p:nvSpPr>
        <p:spPr>
          <a:xfrm>
            <a:off x="652881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6" name="Shape 4704"/>
          <p:cNvSpPr/>
          <p:nvPr/>
        </p:nvSpPr>
        <p:spPr>
          <a:xfrm>
            <a:off x="663854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7" name="Shape 4705"/>
          <p:cNvSpPr/>
          <p:nvPr/>
        </p:nvSpPr>
        <p:spPr>
          <a:xfrm>
            <a:off x="674827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8" name="Shape 4706"/>
          <p:cNvSpPr/>
          <p:nvPr/>
        </p:nvSpPr>
        <p:spPr>
          <a:xfrm>
            <a:off x="685800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9" name="Shape 4707"/>
          <p:cNvSpPr/>
          <p:nvPr/>
        </p:nvSpPr>
        <p:spPr>
          <a:xfrm>
            <a:off x="696772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0" name="Shape 4708"/>
          <p:cNvSpPr/>
          <p:nvPr/>
        </p:nvSpPr>
        <p:spPr>
          <a:xfrm>
            <a:off x="707745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1" name="Shape 4709"/>
          <p:cNvSpPr/>
          <p:nvPr/>
        </p:nvSpPr>
        <p:spPr>
          <a:xfrm>
            <a:off x="718718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2" name="Shape 4710"/>
          <p:cNvSpPr/>
          <p:nvPr/>
        </p:nvSpPr>
        <p:spPr>
          <a:xfrm>
            <a:off x="729691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3" name="Shape 4711"/>
          <p:cNvSpPr/>
          <p:nvPr/>
        </p:nvSpPr>
        <p:spPr>
          <a:xfrm>
            <a:off x="740664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4" name="Shape 4712"/>
          <p:cNvSpPr/>
          <p:nvPr/>
        </p:nvSpPr>
        <p:spPr>
          <a:xfrm>
            <a:off x="751636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5" name="Shape 4713"/>
          <p:cNvSpPr/>
          <p:nvPr/>
        </p:nvSpPr>
        <p:spPr>
          <a:xfrm>
            <a:off x="762609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6" name="Shape 4714"/>
          <p:cNvSpPr/>
          <p:nvPr/>
        </p:nvSpPr>
        <p:spPr>
          <a:xfrm>
            <a:off x="773582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7" name="Shape 4715"/>
          <p:cNvSpPr/>
          <p:nvPr/>
        </p:nvSpPr>
        <p:spPr>
          <a:xfrm>
            <a:off x="784555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8" name="Shape 4716"/>
          <p:cNvSpPr/>
          <p:nvPr/>
        </p:nvSpPr>
        <p:spPr>
          <a:xfrm>
            <a:off x="795528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9" name="Shape 4717"/>
          <p:cNvSpPr/>
          <p:nvPr/>
        </p:nvSpPr>
        <p:spPr>
          <a:xfrm>
            <a:off x="806500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0" name="Shape 4718"/>
          <p:cNvSpPr/>
          <p:nvPr/>
        </p:nvSpPr>
        <p:spPr>
          <a:xfrm>
            <a:off x="817473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1" name="Shape 4719"/>
          <p:cNvSpPr/>
          <p:nvPr/>
        </p:nvSpPr>
        <p:spPr>
          <a:xfrm>
            <a:off x="828446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2" name="Shape 4720"/>
          <p:cNvSpPr/>
          <p:nvPr/>
        </p:nvSpPr>
        <p:spPr>
          <a:xfrm>
            <a:off x="839419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3" name="Shape 4721"/>
          <p:cNvSpPr/>
          <p:nvPr/>
        </p:nvSpPr>
        <p:spPr>
          <a:xfrm>
            <a:off x="850392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4" name="Shape 4722"/>
          <p:cNvSpPr/>
          <p:nvPr/>
        </p:nvSpPr>
        <p:spPr>
          <a:xfrm>
            <a:off x="861364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5" name="Shape 4723"/>
          <p:cNvSpPr/>
          <p:nvPr/>
        </p:nvSpPr>
        <p:spPr>
          <a:xfrm>
            <a:off x="8723376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6" name="Shape 4724"/>
          <p:cNvSpPr/>
          <p:nvPr/>
        </p:nvSpPr>
        <p:spPr>
          <a:xfrm>
            <a:off x="8833104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7" name="Shape 4725"/>
          <p:cNvSpPr/>
          <p:nvPr/>
        </p:nvSpPr>
        <p:spPr>
          <a:xfrm>
            <a:off x="8942832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8" name="Shape 4726"/>
          <p:cNvSpPr/>
          <p:nvPr/>
        </p:nvSpPr>
        <p:spPr>
          <a:xfrm>
            <a:off x="9052560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9" name="Shape 4727"/>
          <p:cNvSpPr/>
          <p:nvPr/>
        </p:nvSpPr>
        <p:spPr>
          <a:xfrm>
            <a:off x="9162288" y="47183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4" name="Shape 4752"/>
          <p:cNvSpPr/>
          <p:nvPr/>
        </p:nvSpPr>
        <p:spPr>
          <a:xfrm>
            <a:off x="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5" name="Shape 4753"/>
          <p:cNvSpPr/>
          <p:nvPr/>
        </p:nvSpPr>
        <p:spPr>
          <a:xfrm>
            <a:off x="10972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6" name="Shape 4754"/>
          <p:cNvSpPr/>
          <p:nvPr/>
        </p:nvSpPr>
        <p:spPr>
          <a:xfrm>
            <a:off x="21945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7" name="Shape 4755"/>
          <p:cNvSpPr/>
          <p:nvPr/>
        </p:nvSpPr>
        <p:spPr>
          <a:xfrm>
            <a:off x="32918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8" name="Shape 4756"/>
          <p:cNvSpPr/>
          <p:nvPr/>
        </p:nvSpPr>
        <p:spPr>
          <a:xfrm>
            <a:off x="43891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9" name="Shape 4757"/>
          <p:cNvSpPr/>
          <p:nvPr/>
        </p:nvSpPr>
        <p:spPr>
          <a:xfrm>
            <a:off x="54864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0" name="Shape 4758"/>
          <p:cNvSpPr/>
          <p:nvPr/>
        </p:nvSpPr>
        <p:spPr>
          <a:xfrm>
            <a:off x="65836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1" name="Shape 4759"/>
          <p:cNvSpPr/>
          <p:nvPr/>
        </p:nvSpPr>
        <p:spPr>
          <a:xfrm>
            <a:off x="76809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2" name="Shape 4760"/>
          <p:cNvSpPr/>
          <p:nvPr/>
        </p:nvSpPr>
        <p:spPr>
          <a:xfrm>
            <a:off x="87782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3" name="Shape 4761"/>
          <p:cNvSpPr/>
          <p:nvPr/>
        </p:nvSpPr>
        <p:spPr>
          <a:xfrm>
            <a:off x="98755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4" name="Shape 4762"/>
          <p:cNvSpPr/>
          <p:nvPr/>
        </p:nvSpPr>
        <p:spPr>
          <a:xfrm>
            <a:off x="109728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5" name="Shape 4763"/>
          <p:cNvSpPr/>
          <p:nvPr/>
        </p:nvSpPr>
        <p:spPr>
          <a:xfrm>
            <a:off x="120700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6" name="Shape 4764"/>
          <p:cNvSpPr/>
          <p:nvPr/>
        </p:nvSpPr>
        <p:spPr>
          <a:xfrm>
            <a:off x="131673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7" name="Shape 4765"/>
          <p:cNvSpPr/>
          <p:nvPr/>
        </p:nvSpPr>
        <p:spPr>
          <a:xfrm>
            <a:off x="142646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8" name="Shape 4766"/>
          <p:cNvSpPr/>
          <p:nvPr/>
        </p:nvSpPr>
        <p:spPr>
          <a:xfrm>
            <a:off x="153619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9" name="Shape 4767"/>
          <p:cNvSpPr/>
          <p:nvPr/>
        </p:nvSpPr>
        <p:spPr>
          <a:xfrm>
            <a:off x="164592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0" name="Shape 4768"/>
          <p:cNvSpPr/>
          <p:nvPr/>
        </p:nvSpPr>
        <p:spPr>
          <a:xfrm>
            <a:off x="175564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1" name="Shape 4769"/>
          <p:cNvSpPr/>
          <p:nvPr/>
        </p:nvSpPr>
        <p:spPr>
          <a:xfrm>
            <a:off x="186537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2" name="Shape 4770"/>
          <p:cNvSpPr/>
          <p:nvPr/>
        </p:nvSpPr>
        <p:spPr>
          <a:xfrm>
            <a:off x="197510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3" name="Shape 4771"/>
          <p:cNvSpPr/>
          <p:nvPr/>
        </p:nvSpPr>
        <p:spPr>
          <a:xfrm>
            <a:off x="208483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4" name="Shape 4772"/>
          <p:cNvSpPr/>
          <p:nvPr/>
        </p:nvSpPr>
        <p:spPr>
          <a:xfrm>
            <a:off x="219456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5" name="Shape 4773"/>
          <p:cNvSpPr/>
          <p:nvPr/>
        </p:nvSpPr>
        <p:spPr>
          <a:xfrm>
            <a:off x="230428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6" name="Shape 4774"/>
          <p:cNvSpPr/>
          <p:nvPr/>
        </p:nvSpPr>
        <p:spPr>
          <a:xfrm>
            <a:off x="241401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7" name="Shape 4775"/>
          <p:cNvSpPr/>
          <p:nvPr/>
        </p:nvSpPr>
        <p:spPr>
          <a:xfrm>
            <a:off x="252374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8" name="Shape 4776"/>
          <p:cNvSpPr/>
          <p:nvPr/>
        </p:nvSpPr>
        <p:spPr>
          <a:xfrm>
            <a:off x="263347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9" name="Shape 4777"/>
          <p:cNvSpPr/>
          <p:nvPr/>
        </p:nvSpPr>
        <p:spPr>
          <a:xfrm>
            <a:off x="274320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0" name="Shape 4778"/>
          <p:cNvSpPr/>
          <p:nvPr/>
        </p:nvSpPr>
        <p:spPr>
          <a:xfrm>
            <a:off x="285292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1" name="Shape 4779"/>
          <p:cNvSpPr/>
          <p:nvPr/>
        </p:nvSpPr>
        <p:spPr>
          <a:xfrm>
            <a:off x="296265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2" name="Shape 4780"/>
          <p:cNvSpPr/>
          <p:nvPr/>
        </p:nvSpPr>
        <p:spPr>
          <a:xfrm>
            <a:off x="307238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3" name="Shape 4781"/>
          <p:cNvSpPr/>
          <p:nvPr/>
        </p:nvSpPr>
        <p:spPr>
          <a:xfrm>
            <a:off x="318211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4" name="Shape 4782"/>
          <p:cNvSpPr/>
          <p:nvPr/>
        </p:nvSpPr>
        <p:spPr>
          <a:xfrm>
            <a:off x="329184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5" name="Shape 4783"/>
          <p:cNvSpPr/>
          <p:nvPr/>
        </p:nvSpPr>
        <p:spPr>
          <a:xfrm>
            <a:off x="340156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6" name="Shape 4784"/>
          <p:cNvSpPr/>
          <p:nvPr/>
        </p:nvSpPr>
        <p:spPr>
          <a:xfrm>
            <a:off x="351129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7" name="Shape 4785"/>
          <p:cNvSpPr/>
          <p:nvPr/>
        </p:nvSpPr>
        <p:spPr>
          <a:xfrm>
            <a:off x="362102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8" name="Shape 4786"/>
          <p:cNvSpPr/>
          <p:nvPr/>
        </p:nvSpPr>
        <p:spPr>
          <a:xfrm>
            <a:off x="373075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9" name="Shape 4787"/>
          <p:cNvSpPr/>
          <p:nvPr/>
        </p:nvSpPr>
        <p:spPr>
          <a:xfrm>
            <a:off x="384048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0" name="Shape 4788"/>
          <p:cNvSpPr/>
          <p:nvPr/>
        </p:nvSpPr>
        <p:spPr>
          <a:xfrm>
            <a:off x="395020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1" name="Shape 4789"/>
          <p:cNvSpPr/>
          <p:nvPr/>
        </p:nvSpPr>
        <p:spPr>
          <a:xfrm>
            <a:off x="405993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2" name="Shape 4790"/>
          <p:cNvSpPr/>
          <p:nvPr/>
        </p:nvSpPr>
        <p:spPr>
          <a:xfrm>
            <a:off x="416966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3" name="Shape 4791"/>
          <p:cNvSpPr/>
          <p:nvPr/>
        </p:nvSpPr>
        <p:spPr>
          <a:xfrm>
            <a:off x="427939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4" name="Shape 4792"/>
          <p:cNvSpPr/>
          <p:nvPr/>
        </p:nvSpPr>
        <p:spPr>
          <a:xfrm>
            <a:off x="438912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5" name="Shape 4793"/>
          <p:cNvSpPr/>
          <p:nvPr/>
        </p:nvSpPr>
        <p:spPr>
          <a:xfrm>
            <a:off x="449884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6" name="Shape 4794"/>
          <p:cNvSpPr/>
          <p:nvPr/>
        </p:nvSpPr>
        <p:spPr>
          <a:xfrm>
            <a:off x="460857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7" name="Shape 4795"/>
          <p:cNvSpPr/>
          <p:nvPr/>
        </p:nvSpPr>
        <p:spPr>
          <a:xfrm>
            <a:off x="471830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8" name="Shape 4796"/>
          <p:cNvSpPr/>
          <p:nvPr/>
        </p:nvSpPr>
        <p:spPr>
          <a:xfrm>
            <a:off x="482803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9" name="Shape 4797"/>
          <p:cNvSpPr/>
          <p:nvPr/>
        </p:nvSpPr>
        <p:spPr>
          <a:xfrm>
            <a:off x="493776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0" name="Shape 4798"/>
          <p:cNvSpPr/>
          <p:nvPr/>
        </p:nvSpPr>
        <p:spPr>
          <a:xfrm>
            <a:off x="504748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1" name="Shape 4799"/>
          <p:cNvSpPr/>
          <p:nvPr/>
        </p:nvSpPr>
        <p:spPr>
          <a:xfrm>
            <a:off x="515721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2" name="Shape 4800"/>
          <p:cNvSpPr/>
          <p:nvPr/>
        </p:nvSpPr>
        <p:spPr>
          <a:xfrm>
            <a:off x="526694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3" name="Shape 4801"/>
          <p:cNvSpPr/>
          <p:nvPr/>
        </p:nvSpPr>
        <p:spPr>
          <a:xfrm>
            <a:off x="537667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4" name="Shape 4802"/>
          <p:cNvSpPr/>
          <p:nvPr/>
        </p:nvSpPr>
        <p:spPr>
          <a:xfrm>
            <a:off x="548640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5" name="Shape 4803"/>
          <p:cNvSpPr/>
          <p:nvPr/>
        </p:nvSpPr>
        <p:spPr>
          <a:xfrm>
            <a:off x="559612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6" name="Shape 4804"/>
          <p:cNvSpPr/>
          <p:nvPr/>
        </p:nvSpPr>
        <p:spPr>
          <a:xfrm>
            <a:off x="570585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7" name="Shape 4805"/>
          <p:cNvSpPr/>
          <p:nvPr/>
        </p:nvSpPr>
        <p:spPr>
          <a:xfrm>
            <a:off x="581558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8" name="Shape 4806"/>
          <p:cNvSpPr/>
          <p:nvPr/>
        </p:nvSpPr>
        <p:spPr>
          <a:xfrm>
            <a:off x="592531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9" name="Shape 4807"/>
          <p:cNvSpPr/>
          <p:nvPr/>
        </p:nvSpPr>
        <p:spPr>
          <a:xfrm>
            <a:off x="603504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0" name="Shape 4808"/>
          <p:cNvSpPr/>
          <p:nvPr/>
        </p:nvSpPr>
        <p:spPr>
          <a:xfrm>
            <a:off x="614476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1" name="Shape 4809"/>
          <p:cNvSpPr/>
          <p:nvPr/>
        </p:nvSpPr>
        <p:spPr>
          <a:xfrm>
            <a:off x="625449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2" name="Shape 4810"/>
          <p:cNvSpPr/>
          <p:nvPr/>
        </p:nvSpPr>
        <p:spPr>
          <a:xfrm>
            <a:off x="636422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3" name="Shape 4811"/>
          <p:cNvSpPr/>
          <p:nvPr/>
        </p:nvSpPr>
        <p:spPr>
          <a:xfrm>
            <a:off x="647395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4" name="Shape 4812"/>
          <p:cNvSpPr/>
          <p:nvPr/>
        </p:nvSpPr>
        <p:spPr>
          <a:xfrm>
            <a:off x="658368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5" name="Shape 4813"/>
          <p:cNvSpPr/>
          <p:nvPr/>
        </p:nvSpPr>
        <p:spPr>
          <a:xfrm>
            <a:off x="669340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6" name="Shape 4814"/>
          <p:cNvSpPr/>
          <p:nvPr/>
        </p:nvSpPr>
        <p:spPr>
          <a:xfrm>
            <a:off x="680313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7" name="Shape 4815"/>
          <p:cNvSpPr/>
          <p:nvPr/>
        </p:nvSpPr>
        <p:spPr>
          <a:xfrm>
            <a:off x="691286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8" name="Shape 4816"/>
          <p:cNvSpPr/>
          <p:nvPr/>
        </p:nvSpPr>
        <p:spPr>
          <a:xfrm>
            <a:off x="702259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9" name="Shape 4817"/>
          <p:cNvSpPr/>
          <p:nvPr/>
        </p:nvSpPr>
        <p:spPr>
          <a:xfrm>
            <a:off x="713232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0" name="Shape 4818"/>
          <p:cNvSpPr/>
          <p:nvPr/>
        </p:nvSpPr>
        <p:spPr>
          <a:xfrm>
            <a:off x="724204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1" name="Shape 4819"/>
          <p:cNvSpPr/>
          <p:nvPr/>
        </p:nvSpPr>
        <p:spPr>
          <a:xfrm>
            <a:off x="735177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2" name="Shape 4820"/>
          <p:cNvSpPr/>
          <p:nvPr/>
        </p:nvSpPr>
        <p:spPr>
          <a:xfrm>
            <a:off x="746150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3" name="Shape 4821"/>
          <p:cNvSpPr/>
          <p:nvPr/>
        </p:nvSpPr>
        <p:spPr>
          <a:xfrm>
            <a:off x="757123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4" name="Shape 4822"/>
          <p:cNvSpPr/>
          <p:nvPr/>
        </p:nvSpPr>
        <p:spPr>
          <a:xfrm>
            <a:off x="768096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5" name="Shape 4823"/>
          <p:cNvSpPr/>
          <p:nvPr/>
        </p:nvSpPr>
        <p:spPr>
          <a:xfrm>
            <a:off x="779068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6" name="Shape 4824"/>
          <p:cNvSpPr/>
          <p:nvPr/>
        </p:nvSpPr>
        <p:spPr>
          <a:xfrm>
            <a:off x="790041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7" name="Shape 4825"/>
          <p:cNvSpPr/>
          <p:nvPr/>
        </p:nvSpPr>
        <p:spPr>
          <a:xfrm>
            <a:off x="801014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8" name="Shape 4826"/>
          <p:cNvSpPr/>
          <p:nvPr/>
        </p:nvSpPr>
        <p:spPr>
          <a:xfrm>
            <a:off x="811987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9" name="Shape 4827"/>
          <p:cNvSpPr/>
          <p:nvPr/>
        </p:nvSpPr>
        <p:spPr>
          <a:xfrm>
            <a:off x="822960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0" name="Shape 4828"/>
          <p:cNvSpPr/>
          <p:nvPr/>
        </p:nvSpPr>
        <p:spPr>
          <a:xfrm>
            <a:off x="833932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1" name="Shape 4829"/>
          <p:cNvSpPr/>
          <p:nvPr/>
        </p:nvSpPr>
        <p:spPr>
          <a:xfrm>
            <a:off x="844905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2" name="Shape 4830"/>
          <p:cNvSpPr/>
          <p:nvPr/>
        </p:nvSpPr>
        <p:spPr>
          <a:xfrm>
            <a:off x="855878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3" name="Shape 4831"/>
          <p:cNvSpPr/>
          <p:nvPr/>
        </p:nvSpPr>
        <p:spPr>
          <a:xfrm>
            <a:off x="8668512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4" name="Shape 4832"/>
          <p:cNvSpPr/>
          <p:nvPr/>
        </p:nvSpPr>
        <p:spPr>
          <a:xfrm>
            <a:off x="8778240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5" name="Shape 4833"/>
          <p:cNvSpPr/>
          <p:nvPr/>
        </p:nvSpPr>
        <p:spPr>
          <a:xfrm>
            <a:off x="8887968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6" name="Shape 4834"/>
          <p:cNvSpPr/>
          <p:nvPr/>
        </p:nvSpPr>
        <p:spPr>
          <a:xfrm>
            <a:off x="8997696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7" name="Shape 4835"/>
          <p:cNvSpPr/>
          <p:nvPr/>
        </p:nvSpPr>
        <p:spPr>
          <a:xfrm>
            <a:off x="9107424" y="48280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2" name="Shape 4860"/>
          <p:cNvSpPr/>
          <p:nvPr/>
        </p:nvSpPr>
        <p:spPr>
          <a:xfrm>
            <a:off x="5486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3" name="Shape 4861"/>
          <p:cNvSpPr/>
          <p:nvPr/>
        </p:nvSpPr>
        <p:spPr>
          <a:xfrm>
            <a:off x="16459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4" name="Shape 4862"/>
          <p:cNvSpPr/>
          <p:nvPr/>
        </p:nvSpPr>
        <p:spPr>
          <a:xfrm>
            <a:off x="27432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5" name="Shape 4863"/>
          <p:cNvSpPr/>
          <p:nvPr/>
        </p:nvSpPr>
        <p:spPr>
          <a:xfrm>
            <a:off x="38404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6" name="Shape 4864"/>
          <p:cNvSpPr/>
          <p:nvPr/>
        </p:nvSpPr>
        <p:spPr>
          <a:xfrm>
            <a:off x="49377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7" name="Shape 4865"/>
          <p:cNvSpPr/>
          <p:nvPr/>
        </p:nvSpPr>
        <p:spPr>
          <a:xfrm>
            <a:off x="60350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8" name="Shape 4866"/>
          <p:cNvSpPr/>
          <p:nvPr/>
        </p:nvSpPr>
        <p:spPr>
          <a:xfrm>
            <a:off x="71323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9" name="Shape 4867"/>
          <p:cNvSpPr/>
          <p:nvPr/>
        </p:nvSpPr>
        <p:spPr>
          <a:xfrm>
            <a:off x="82296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0" name="Shape 4868"/>
          <p:cNvSpPr/>
          <p:nvPr/>
        </p:nvSpPr>
        <p:spPr>
          <a:xfrm>
            <a:off x="93268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1" name="Shape 4869"/>
          <p:cNvSpPr/>
          <p:nvPr/>
        </p:nvSpPr>
        <p:spPr>
          <a:xfrm>
            <a:off x="104241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2" name="Shape 4870"/>
          <p:cNvSpPr/>
          <p:nvPr/>
        </p:nvSpPr>
        <p:spPr>
          <a:xfrm>
            <a:off x="115214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3" name="Shape 4871"/>
          <p:cNvSpPr/>
          <p:nvPr/>
        </p:nvSpPr>
        <p:spPr>
          <a:xfrm>
            <a:off x="126187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4" name="Shape 4872"/>
          <p:cNvSpPr/>
          <p:nvPr/>
        </p:nvSpPr>
        <p:spPr>
          <a:xfrm>
            <a:off x="137160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5" name="Shape 4873"/>
          <p:cNvSpPr/>
          <p:nvPr/>
        </p:nvSpPr>
        <p:spPr>
          <a:xfrm>
            <a:off x="148132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6" name="Shape 4874"/>
          <p:cNvSpPr/>
          <p:nvPr/>
        </p:nvSpPr>
        <p:spPr>
          <a:xfrm>
            <a:off x="159105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7" name="Shape 4875"/>
          <p:cNvSpPr/>
          <p:nvPr/>
        </p:nvSpPr>
        <p:spPr>
          <a:xfrm>
            <a:off x="170078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8" name="Shape 4876"/>
          <p:cNvSpPr/>
          <p:nvPr/>
        </p:nvSpPr>
        <p:spPr>
          <a:xfrm>
            <a:off x="181051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9" name="Shape 4877"/>
          <p:cNvSpPr/>
          <p:nvPr/>
        </p:nvSpPr>
        <p:spPr>
          <a:xfrm>
            <a:off x="192024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0" name="Shape 4878"/>
          <p:cNvSpPr/>
          <p:nvPr/>
        </p:nvSpPr>
        <p:spPr>
          <a:xfrm>
            <a:off x="202996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1" name="Shape 4879"/>
          <p:cNvSpPr/>
          <p:nvPr/>
        </p:nvSpPr>
        <p:spPr>
          <a:xfrm>
            <a:off x="213969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2" name="Shape 4880"/>
          <p:cNvSpPr/>
          <p:nvPr/>
        </p:nvSpPr>
        <p:spPr>
          <a:xfrm>
            <a:off x="224942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3" name="Shape 4881"/>
          <p:cNvSpPr/>
          <p:nvPr/>
        </p:nvSpPr>
        <p:spPr>
          <a:xfrm>
            <a:off x="235915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4" name="Shape 4882"/>
          <p:cNvSpPr/>
          <p:nvPr/>
        </p:nvSpPr>
        <p:spPr>
          <a:xfrm>
            <a:off x="246888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5" name="Shape 4883"/>
          <p:cNvSpPr/>
          <p:nvPr/>
        </p:nvSpPr>
        <p:spPr>
          <a:xfrm>
            <a:off x="257860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6" name="Shape 4884"/>
          <p:cNvSpPr/>
          <p:nvPr/>
        </p:nvSpPr>
        <p:spPr>
          <a:xfrm>
            <a:off x="268833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7" name="Shape 4885"/>
          <p:cNvSpPr/>
          <p:nvPr/>
        </p:nvSpPr>
        <p:spPr>
          <a:xfrm>
            <a:off x="279806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8" name="Shape 4886"/>
          <p:cNvSpPr/>
          <p:nvPr/>
        </p:nvSpPr>
        <p:spPr>
          <a:xfrm>
            <a:off x="290779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9" name="Shape 4887"/>
          <p:cNvSpPr/>
          <p:nvPr/>
        </p:nvSpPr>
        <p:spPr>
          <a:xfrm>
            <a:off x="301752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0" name="Shape 4888"/>
          <p:cNvSpPr/>
          <p:nvPr/>
        </p:nvSpPr>
        <p:spPr>
          <a:xfrm>
            <a:off x="312724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1" name="Shape 4889"/>
          <p:cNvSpPr/>
          <p:nvPr/>
        </p:nvSpPr>
        <p:spPr>
          <a:xfrm>
            <a:off x="323697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2" name="Shape 4890"/>
          <p:cNvSpPr/>
          <p:nvPr/>
        </p:nvSpPr>
        <p:spPr>
          <a:xfrm>
            <a:off x="334670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3" name="Shape 4891"/>
          <p:cNvSpPr/>
          <p:nvPr/>
        </p:nvSpPr>
        <p:spPr>
          <a:xfrm>
            <a:off x="345643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4" name="Shape 4892"/>
          <p:cNvSpPr/>
          <p:nvPr/>
        </p:nvSpPr>
        <p:spPr>
          <a:xfrm>
            <a:off x="356616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5" name="Shape 4893"/>
          <p:cNvSpPr/>
          <p:nvPr/>
        </p:nvSpPr>
        <p:spPr>
          <a:xfrm>
            <a:off x="367588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6" name="Shape 4894"/>
          <p:cNvSpPr/>
          <p:nvPr/>
        </p:nvSpPr>
        <p:spPr>
          <a:xfrm>
            <a:off x="378561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7" name="Shape 4895"/>
          <p:cNvSpPr/>
          <p:nvPr/>
        </p:nvSpPr>
        <p:spPr>
          <a:xfrm>
            <a:off x="389534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8" name="Shape 4896"/>
          <p:cNvSpPr/>
          <p:nvPr/>
        </p:nvSpPr>
        <p:spPr>
          <a:xfrm>
            <a:off x="400507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9" name="Shape 4897"/>
          <p:cNvSpPr/>
          <p:nvPr/>
        </p:nvSpPr>
        <p:spPr>
          <a:xfrm>
            <a:off x="411480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0" name="Shape 4898"/>
          <p:cNvSpPr/>
          <p:nvPr/>
        </p:nvSpPr>
        <p:spPr>
          <a:xfrm>
            <a:off x="422452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1" name="Shape 4899"/>
          <p:cNvSpPr/>
          <p:nvPr/>
        </p:nvSpPr>
        <p:spPr>
          <a:xfrm>
            <a:off x="433425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2" name="Shape 4900"/>
          <p:cNvSpPr/>
          <p:nvPr/>
        </p:nvSpPr>
        <p:spPr>
          <a:xfrm>
            <a:off x="444398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3" name="Shape 4901"/>
          <p:cNvSpPr/>
          <p:nvPr/>
        </p:nvSpPr>
        <p:spPr>
          <a:xfrm>
            <a:off x="455371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4" name="Shape 4902"/>
          <p:cNvSpPr/>
          <p:nvPr/>
        </p:nvSpPr>
        <p:spPr>
          <a:xfrm>
            <a:off x="466344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5" name="Shape 4903"/>
          <p:cNvSpPr/>
          <p:nvPr/>
        </p:nvSpPr>
        <p:spPr>
          <a:xfrm>
            <a:off x="477316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6" name="Shape 4904"/>
          <p:cNvSpPr/>
          <p:nvPr/>
        </p:nvSpPr>
        <p:spPr>
          <a:xfrm>
            <a:off x="488289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7" name="Shape 4905"/>
          <p:cNvSpPr/>
          <p:nvPr/>
        </p:nvSpPr>
        <p:spPr>
          <a:xfrm>
            <a:off x="499262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8" name="Shape 4906"/>
          <p:cNvSpPr/>
          <p:nvPr/>
        </p:nvSpPr>
        <p:spPr>
          <a:xfrm>
            <a:off x="510235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9" name="Shape 4907"/>
          <p:cNvSpPr/>
          <p:nvPr/>
        </p:nvSpPr>
        <p:spPr>
          <a:xfrm>
            <a:off x="521208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0" name="Shape 4908"/>
          <p:cNvSpPr/>
          <p:nvPr/>
        </p:nvSpPr>
        <p:spPr>
          <a:xfrm>
            <a:off x="532180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1" name="Shape 4909"/>
          <p:cNvSpPr/>
          <p:nvPr/>
        </p:nvSpPr>
        <p:spPr>
          <a:xfrm>
            <a:off x="543153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2" name="Shape 4910"/>
          <p:cNvSpPr/>
          <p:nvPr/>
        </p:nvSpPr>
        <p:spPr>
          <a:xfrm>
            <a:off x="554126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3" name="Shape 4911"/>
          <p:cNvSpPr/>
          <p:nvPr/>
        </p:nvSpPr>
        <p:spPr>
          <a:xfrm>
            <a:off x="565099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4" name="Shape 4912"/>
          <p:cNvSpPr/>
          <p:nvPr/>
        </p:nvSpPr>
        <p:spPr>
          <a:xfrm>
            <a:off x="576072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5" name="Shape 4913"/>
          <p:cNvSpPr/>
          <p:nvPr/>
        </p:nvSpPr>
        <p:spPr>
          <a:xfrm>
            <a:off x="587044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6" name="Shape 4914"/>
          <p:cNvSpPr/>
          <p:nvPr/>
        </p:nvSpPr>
        <p:spPr>
          <a:xfrm>
            <a:off x="598017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7" name="Shape 4915"/>
          <p:cNvSpPr/>
          <p:nvPr/>
        </p:nvSpPr>
        <p:spPr>
          <a:xfrm>
            <a:off x="608990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8" name="Shape 4916"/>
          <p:cNvSpPr/>
          <p:nvPr/>
        </p:nvSpPr>
        <p:spPr>
          <a:xfrm>
            <a:off x="619963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9" name="Shape 4917"/>
          <p:cNvSpPr/>
          <p:nvPr/>
        </p:nvSpPr>
        <p:spPr>
          <a:xfrm>
            <a:off x="630936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0" name="Shape 4918"/>
          <p:cNvSpPr/>
          <p:nvPr/>
        </p:nvSpPr>
        <p:spPr>
          <a:xfrm>
            <a:off x="641908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1" name="Shape 4919"/>
          <p:cNvSpPr/>
          <p:nvPr/>
        </p:nvSpPr>
        <p:spPr>
          <a:xfrm>
            <a:off x="652881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2" name="Shape 4920"/>
          <p:cNvSpPr/>
          <p:nvPr/>
        </p:nvSpPr>
        <p:spPr>
          <a:xfrm>
            <a:off x="663854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3" name="Shape 4921"/>
          <p:cNvSpPr/>
          <p:nvPr/>
        </p:nvSpPr>
        <p:spPr>
          <a:xfrm>
            <a:off x="674827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4" name="Shape 4922"/>
          <p:cNvSpPr/>
          <p:nvPr/>
        </p:nvSpPr>
        <p:spPr>
          <a:xfrm>
            <a:off x="685800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5" name="Shape 4923"/>
          <p:cNvSpPr/>
          <p:nvPr/>
        </p:nvSpPr>
        <p:spPr>
          <a:xfrm>
            <a:off x="696772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6" name="Shape 4924"/>
          <p:cNvSpPr/>
          <p:nvPr/>
        </p:nvSpPr>
        <p:spPr>
          <a:xfrm>
            <a:off x="707745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7" name="Shape 4925"/>
          <p:cNvSpPr/>
          <p:nvPr/>
        </p:nvSpPr>
        <p:spPr>
          <a:xfrm>
            <a:off x="718718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8" name="Shape 4926"/>
          <p:cNvSpPr/>
          <p:nvPr/>
        </p:nvSpPr>
        <p:spPr>
          <a:xfrm>
            <a:off x="729691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9" name="Shape 4927"/>
          <p:cNvSpPr/>
          <p:nvPr/>
        </p:nvSpPr>
        <p:spPr>
          <a:xfrm>
            <a:off x="740664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0" name="Shape 4928"/>
          <p:cNvSpPr/>
          <p:nvPr/>
        </p:nvSpPr>
        <p:spPr>
          <a:xfrm>
            <a:off x="751636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1" name="Shape 4929"/>
          <p:cNvSpPr/>
          <p:nvPr/>
        </p:nvSpPr>
        <p:spPr>
          <a:xfrm>
            <a:off x="762609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2" name="Shape 4930"/>
          <p:cNvSpPr/>
          <p:nvPr/>
        </p:nvSpPr>
        <p:spPr>
          <a:xfrm>
            <a:off x="773582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3" name="Shape 4931"/>
          <p:cNvSpPr/>
          <p:nvPr/>
        </p:nvSpPr>
        <p:spPr>
          <a:xfrm>
            <a:off x="784555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4" name="Shape 4932"/>
          <p:cNvSpPr/>
          <p:nvPr/>
        </p:nvSpPr>
        <p:spPr>
          <a:xfrm>
            <a:off x="795528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5" name="Shape 4933"/>
          <p:cNvSpPr/>
          <p:nvPr/>
        </p:nvSpPr>
        <p:spPr>
          <a:xfrm>
            <a:off x="806500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6" name="Shape 4934"/>
          <p:cNvSpPr/>
          <p:nvPr/>
        </p:nvSpPr>
        <p:spPr>
          <a:xfrm>
            <a:off x="817473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7" name="Shape 4935"/>
          <p:cNvSpPr/>
          <p:nvPr/>
        </p:nvSpPr>
        <p:spPr>
          <a:xfrm>
            <a:off x="828446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8" name="Shape 4936"/>
          <p:cNvSpPr/>
          <p:nvPr/>
        </p:nvSpPr>
        <p:spPr>
          <a:xfrm>
            <a:off x="839419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9" name="Shape 4937"/>
          <p:cNvSpPr/>
          <p:nvPr/>
        </p:nvSpPr>
        <p:spPr>
          <a:xfrm>
            <a:off x="850392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0" name="Shape 4938"/>
          <p:cNvSpPr/>
          <p:nvPr/>
        </p:nvSpPr>
        <p:spPr>
          <a:xfrm>
            <a:off x="861364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1" name="Shape 4939"/>
          <p:cNvSpPr/>
          <p:nvPr/>
        </p:nvSpPr>
        <p:spPr>
          <a:xfrm>
            <a:off x="8723376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2" name="Shape 4940"/>
          <p:cNvSpPr/>
          <p:nvPr/>
        </p:nvSpPr>
        <p:spPr>
          <a:xfrm>
            <a:off x="8833104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3" name="Shape 4941"/>
          <p:cNvSpPr/>
          <p:nvPr/>
        </p:nvSpPr>
        <p:spPr>
          <a:xfrm>
            <a:off x="8942832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4" name="Shape 4942"/>
          <p:cNvSpPr/>
          <p:nvPr/>
        </p:nvSpPr>
        <p:spPr>
          <a:xfrm>
            <a:off x="9052560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5" name="Shape 4943"/>
          <p:cNvSpPr/>
          <p:nvPr/>
        </p:nvSpPr>
        <p:spPr>
          <a:xfrm>
            <a:off x="9162288" y="49377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70" name="Shape 4968"/>
          <p:cNvSpPr/>
          <p:nvPr/>
        </p:nvSpPr>
        <p:spPr>
          <a:xfrm>
            <a:off x="457200" y="457200"/>
            <a:ext cx="1371600" cy="365760"/>
          </a:xfrm>
          <a:prstGeom prst="round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71" name="Text 4969"/>
          <p:cNvSpPr/>
          <p:nvPr/>
        </p:nvSpPr>
        <p:spPr>
          <a:xfrm>
            <a:off x="45720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</a:t>
            </a:r>
            <a:r>
              <a:rPr lang="ko-KR" altLang="en-US" sz="1200" b="1" dirty="0">
                <a:solidFill>
                  <a:srgbClr val="FFFFFF"/>
                </a:solidFill>
              </a:rPr>
              <a:t>특강</a:t>
            </a:r>
            <a:endParaRPr lang="en-US" sz="1200" dirty="0"/>
          </a:p>
        </p:txBody>
      </p:sp>
      <p:sp>
        <p:nvSpPr>
          <p:cNvPr id="4973" name="Text 4971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AI 세미나</a:t>
            </a:r>
            <a:endParaRPr lang="en-US" sz="5600" dirty="0"/>
          </a:p>
        </p:txBody>
      </p:sp>
      <p:sp>
        <p:nvSpPr>
          <p:cNvPr id="4974" name="Text 4972"/>
          <p:cNvSpPr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5A623"/>
                </a:solidFill>
              </a:rPr>
              <a:t>나만의 인공지능 에이전트 </a:t>
            </a:r>
            <a:r>
              <a:rPr lang="ko-KR" altLang="en-US" sz="3200" b="1" dirty="0" err="1">
                <a:solidFill>
                  <a:srgbClr val="F5A623"/>
                </a:solidFill>
              </a:rPr>
              <a:t>챗봇</a:t>
            </a:r>
            <a:r>
              <a:rPr lang="ko-KR" altLang="en-US" sz="3200" b="1" dirty="0">
                <a:solidFill>
                  <a:srgbClr val="F5A623"/>
                </a:solidFill>
              </a:rPr>
              <a:t> 만들기</a:t>
            </a:r>
            <a:endParaRPr lang="en-US" sz="3200" dirty="0"/>
          </a:p>
        </p:txBody>
      </p:sp>
      <p:sp>
        <p:nvSpPr>
          <p:cNvPr id="4975" name="Text 4973"/>
          <p:cNvSpPr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ECDC4"/>
                </a:solidFill>
              </a:rPr>
              <a:t>LLM 원리부터 Tool Agent까지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F9B6-F393-DEF9-0DE4-E28B3392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4155F95-FDC5-8773-A5F2-94379625E76C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8DB4408-E8A9-CECD-349C-1D62B24A9775}"/>
              </a:ext>
            </a:extLst>
          </p:cNvPr>
          <p:cNvSpPr/>
          <p:nvPr/>
        </p:nvSpPr>
        <p:spPr>
          <a:xfrm>
            <a:off x="274320" y="914400"/>
            <a:ext cx="73152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C7B6B2-C68C-F12E-84A7-491C0FC9E828}"/>
              </a:ext>
            </a:extLst>
          </p:cNvPr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소개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96A4965-67F4-DF9E-3D4D-E26D0FC67CDA}"/>
              </a:ext>
            </a:extLst>
          </p:cNvPr>
          <p:cNvSpPr/>
          <p:nvPr/>
        </p:nvSpPr>
        <p:spPr>
          <a:xfrm>
            <a:off x="457200" y="1554479"/>
            <a:ext cx="8229600" cy="24703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한준구</a:t>
            </a:r>
            <a:r>
              <a:rPr lang="en-US" altLang="ko-KR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코난쌤</a:t>
            </a:r>
            <a:r>
              <a:rPr lang="en-US" altLang="ko-KR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8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altLang="ko-KR" dirty="0"/>
              <a:t>(</a:t>
            </a:r>
            <a:r>
              <a:rPr lang="ko-KR" altLang="en-US" dirty="0"/>
              <a:t>현</a:t>
            </a:r>
            <a:r>
              <a:rPr lang="en-US" altLang="ko-KR" dirty="0"/>
              <a:t>) </a:t>
            </a:r>
            <a:r>
              <a:rPr lang="ko-KR" altLang="en-US" dirty="0"/>
              <a:t>국립대학교 </a:t>
            </a:r>
            <a:r>
              <a:rPr lang="en" altLang="ko-KR" dirty="0"/>
              <a:t>AI </a:t>
            </a:r>
            <a:r>
              <a:rPr lang="ko-KR" altLang="en-US" dirty="0"/>
              <a:t>강사 </a:t>
            </a:r>
            <a:r>
              <a:rPr lang="en-US" altLang="ko-KR" dirty="0"/>
              <a:t>/ </a:t>
            </a:r>
            <a:r>
              <a:rPr lang="ko-KR" altLang="en-US" dirty="0"/>
              <a:t>온톨로지 기반 </a:t>
            </a:r>
            <a:r>
              <a:rPr lang="ko-KR" altLang="en-US" dirty="0" err="1"/>
              <a:t>에이전틱</a:t>
            </a:r>
            <a:r>
              <a:rPr lang="ko-KR" altLang="en-US" dirty="0"/>
              <a:t> </a:t>
            </a:r>
            <a:r>
              <a:rPr lang="en" altLang="ko-KR" dirty="0"/>
              <a:t>AI </a:t>
            </a:r>
            <a:r>
              <a:rPr lang="ko-KR" altLang="en-US" dirty="0"/>
              <a:t>시스템 연구자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현</a:t>
            </a:r>
            <a:r>
              <a:rPr lang="en-US" altLang="ko-KR" dirty="0"/>
              <a:t>) </a:t>
            </a:r>
            <a:r>
              <a:rPr lang="en" altLang="ko-KR" dirty="0"/>
              <a:t>NVIDIA DLI Ambassador</a:t>
            </a:r>
          </a:p>
          <a:p>
            <a:endParaRPr lang="en" sz="1800" dirty="0"/>
          </a:p>
          <a:p>
            <a:r>
              <a:rPr lang="en" altLang="ko-KR" dirty="0"/>
              <a:t>SK DEVOCEAN </a:t>
            </a:r>
            <a:r>
              <a:rPr lang="ko-KR" altLang="en-US" dirty="0"/>
              <a:t>온톨로지 </a:t>
            </a:r>
            <a:r>
              <a:rPr lang="en-US" altLang="ko-KR" dirty="0"/>
              <a:t>&amp; </a:t>
            </a:r>
            <a:r>
              <a:rPr lang="ko-KR" altLang="en-US" dirty="0"/>
              <a:t>지식그래프 스터디 참여</a:t>
            </a:r>
            <a:br>
              <a:rPr lang="ko-KR" altLang="en-US" dirty="0"/>
            </a:br>
            <a:r>
              <a:rPr lang="ko-KR" altLang="en-US" dirty="0"/>
              <a:t>온톨로지 기반 자율 </a:t>
            </a:r>
            <a:r>
              <a:rPr lang="en" altLang="ko-KR" dirty="0"/>
              <a:t>UAM </a:t>
            </a:r>
            <a:r>
              <a:rPr lang="ko-KR" altLang="en-US" dirty="0"/>
              <a:t>제어 </a:t>
            </a:r>
            <a:r>
              <a:rPr lang="ko-KR" altLang="en-US" dirty="0" err="1"/>
              <a:t>에이전틱</a:t>
            </a:r>
            <a:r>
              <a:rPr lang="ko-KR" altLang="en-US" dirty="0"/>
              <a:t> 시스템 구현</a:t>
            </a:r>
            <a:br>
              <a:rPr lang="ko-KR" altLang="en-US" dirty="0"/>
            </a:br>
            <a:r>
              <a:rPr lang="ko-KR" altLang="en-US" dirty="0"/>
              <a:t>정부기관 </a:t>
            </a:r>
            <a:r>
              <a:rPr lang="en" altLang="ko-KR" dirty="0"/>
              <a:t>AI </a:t>
            </a:r>
            <a:r>
              <a:rPr lang="ko-KR" altLang="en-US" dirty="0"/>
              <a:t>과제 공동연구원</a:t>
            </a:r>
            <a:br>
              <a:rPr lang="ko-KR" altLang="en-US" dirty="0"/>
            </a:br>
            <a:r>
              <a:rPr lang="en" altLang="ko-KR" dirty="0"/>
              <a:t>AI </a:t>
            </a:r>
            <a:r>
              <a:rPr lang="ko-KR" altLang="en-US" dirty="0"/>
              <a:t>자동화 기술서 저자</a:t>
            </a:r>
            <a:endParaRPr lang="en-US" sz="1800" dirty="0"/>
          </a:p>
        </p:txBody>
      </p:sp>
      <p:sp>
        <p:nvSpPr>
          <p:cNvPr id="9" name="Text 81">
            <a:extLst>
              <a:ext uri="{FF2B5EF4-FFF2-40B4-BE49-F238E27FC236}">
                <a16:creationId xmlns:a16="http://schemas.microsoft.com/office/drawing/2014/main" id="{62747774-0C40-DD7F-0806-DD37B7C04A45}"/>
              </a:ext>
            </a:extLst>
          </p:cNvPr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세미나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b="1" dirty="0"/>
          </a:p>
        </p:txBody>
      </p:sp>
      <p:pic>
        <p:nvPicPr>
          <p:cNvPr id="6146" name="Picture 2" descr="의류, 사람, 인간의 얼굴, 소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DAD689-1246-1083-56CE-AA7422F724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5" t="4029" r="27482" b="22829"/>
          <a:stretch>
            <a:fillRect/>
          </a:stretch>
        </p:blipFill>
        <p:spPr bwMode="auto">
          <a:xfrm>
            <a:off x="6104707" y="1325252"/>
            <a:ext cx="3300549" cy="290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9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구성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세미나 시간표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576652"/>
              </p:ext>
            </p:extLst>
          </p:nvPr>
        </p:nvGraphicFramePr>
        <p:xfrm>
          <a:off x="1371600" y="1554480"/>
          <a:ext cx="6096000" cy="256032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원리와 한계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웹앱 제작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RAG 구현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Agent 제작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194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91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89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80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778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875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2070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167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4264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5361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6459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7556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8653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9751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848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1945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042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4140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5237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6334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432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8529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9626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0723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1821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2918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4015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112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6210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7307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8404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9502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0599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1696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2793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3891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4988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6085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7183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8280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9377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0474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1572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2669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3766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4864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5961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7058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8155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9253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0350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1447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2544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3642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4739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65836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6934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8031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9128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0225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1323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72420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3517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4615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75712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6809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77906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79004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0101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1198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82296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83393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84490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5587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86685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87782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88879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89976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91074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92171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93268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94366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95463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96560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97657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98755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99852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100949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102047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103144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104241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105338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106436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107533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108630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109728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110825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111922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113019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114117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115214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116311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117408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548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1645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2743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3840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4937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6035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132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229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9326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10424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11521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12618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13716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14813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15910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17007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18105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19202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20299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21396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22494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23591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24688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25786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26883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27980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29077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30175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31272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32369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33467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34564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35661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36758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37856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38953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40050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41148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42245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43342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44439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45537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>
            <a:off x="46634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>
            <a:off x="47731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48828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49926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51023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52120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>
            <a:off x="53218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54315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>
            <a:off x="55412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>
            <a:off x="56509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>
            <a:off x="57607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58704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59801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60899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>
            <a:off x="61996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63093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168"/>
          <p:cNvSpPr/>
          <p:nvPr/>
        </p:nvSpPr>
        <p:spPr>
          <a:xfrm>
            <a:off x="64190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>
            <a:off x="65288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66385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67482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68580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173"/>
          <p:cNvSpPr/>
          <p:nvPr/>
        </p:nvSpPr>
        <p:spPr>
          <a:xfrm>
            <a:off x="69677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>
            <a:off x="70774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71871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>
            <a:off x="72969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74066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75163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76260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77358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78455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>
            <a:off x="79552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80650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81747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82844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83941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85039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>
            <a:off x="86136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>
            <a:off x="87233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>
            <a:off x="88331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89428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90525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>
            <a:off x="91622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 194"/>
          <p:cNvSpPr/>
          <p:nvPr/>
        </p:nvSpPr>
        <p:spPr>
          <a:xfrm>
            <a:off x="92720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 195"/>
          <p:cNvSpPr/>
          <p:nvPr/>
        </p:nvSpPr>
        <p:spPr>
          <a:xfrm>
            <a:off x="93817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 196"/>
          <p:cNvSpPr/>
          <p:nvPr/>
        </p:nvSpPr>
        <p:spPr>
          <a:xfrm>
            <a:off x="94914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 197"/>
          <p:cNvSpPr/>
          <p:nvPr/>
        </p:nvSpPr>
        <p:spPr>
          <a:xfrm>
            <a:off x="96012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" name="Shape 198"/>
          <p:cNvSpPr/>
          <p:nvPr/>
        </p:nvSpPr>
        <p:spPr>
          <a:xfrm>
            <a:off x="97109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199"/>
          <p:cNvSpPr/>
          <p:nvPr/>
        </p:nvSpPr>
        <p:spPr>
          <a:xfrm>
            <a:off x="98206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 200"/>
          <p:cNvSpPr/>
          <p:nvPr/>
        </p:nvSpPr>
        <p:spPr>
          <a:xfrm>
            <a:off x="99303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 201"/>
          <p:cNvSpPr/>
          <p:nvPr/>
        </p:nvSpPr>
        <p:spPr>
          <a:xfrm>
            <a:off x="100401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" name="Shape 202"/>
          <p:cNvSpPr/>
          <p:nvPr/>
        </p:nvSpPr>
        <p:spPr>
          <a:xfrm>
            <a:off x="101498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" name="Shape 203"/>
          <p:cNvSpPr/>
          <p:nvPr/>
        </p:nvSpPr>
        <p:spPr>
          <a:xfrm>
            <a:off x="102595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 204"/>
          <p:cNvSpPr/>
          <p:nvPr/>
        </p:nvSpPr>
        <p:spPr>
          <a:xfrm>
            <a:off x="103692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 205"/>
          <p:cNvSpPr/>
          <p:nvPr/>
        </p:nvSpPr>
        <p:spPr>
          <a:xfrm>
            <a:off x="104790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 206"/>
          <p:cNvSpPr/>
          <p:nvPr/>
        </p:nvSpPr>
        <p:spPr>
          <a:xfrm>
            <a:off x="105887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 207"/>
          <p:cNvSpPr/>
          <p:nvPr/>
        </p:nvSpPr>
        <p:spPr>
          <a:xfrm>
            <a:off x="106984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" name="Shape 208"/>
          <p:cNvSpPr/>
          <p:nvPr/>
        </p:nvSpPr>
        <p:spPr>
          <a:xfrm>
            <a:off x="108082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" name="Shape 209"/>
          <p:cNvSpPr/>
          <p:nvPr/>
        </p:nvSpPr>
        <p:spPr>
          <a:xfrm>
            <a:off x="109179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" name="Shape 210"/>
          <p:cNvSpPr/>
          <p:nvPr/>
        </p:nvSpPr>
        <p:spPr>
          <a:xfrm>
            <a:off x="110276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 211"/>
          <p:cNvSpPr/>
          <p:nvPr/>
        </p:nvSpPr>
        <p:spPr>
          <a:xfrm>
            <a:off x="111373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 212"/>
          <p:cNvSpPr/>
          <p:nvPr/>
        </p:nvSpPr>
        <p:spPr>
          <a:xfrm>
            <a:off x="112471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 213"/>
          <p:cNvSpPr/>
          <p:nvPr/>
        </p:nvSpPr>
        <p:spPr>
          <a:xfrm>
            <a:off x="113568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 214"/>
          <p:cNvSpPr/>
          <p:nvPr/>
        </p:nvSpPr>
        <p:spPr>
          <a:xfrm>
            <a:off x="114665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 215"/>
          <p:cNvSpPr/>
          <p:nvPr/>
        </p:nvSpPr>
        <p:spPr>
          <a:xfrm>
            <a:off x="115763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 216"/>
          <p:cNvSpPr/>
          <p:nvPr/>
        </p:nvSpPr>
        <p:spPr>
          <a:xfrm>
            <a:off x="116860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 217"/>
          <p:cNvSpPr/>
          <p:nvPr/>
        </p:nvSpPr>
        <p:spPr>
          <a:xfrm>
            <a:off x="117957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 218"/>
          <p:cNvSpPr/>
          <p:nvPr/>
        </p:nvSpPr>
        <p:spPr>
          <a:xfrm>
            <a:off x="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 219"/>
          <p:cNvSpPr/>
          <p:nvPr/>
        </p:nvSpPr>
        <p:spPr>
          <a:xfrm>
            <a:off x="1097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>
            <a:off x="2194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>
            <a:off x="3291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>
            <a:off x="4389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" name="Shape 223"/>
          <p:cNvSpPr/>
          <p:nvPr/>
        </p:nvSpPr>
        <p:spPr>
          <a:xfrm>
            <a:off x="5486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" name="Shape 224"/>
          <p:cNvSpPr/>
          <p:nvPr/>
        </p:nvSpPr>
        <p:spPr>
          <a:xfrm>
            <a:off x="6583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" name="Shape 225"/>
          <p:cNvSpPr/>
          <p:nvPr/>
        </p:nvSpPr>
        <p:spPr>
          <a:xfrm>
            <a:off x="7680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>
            <a:off x="8778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>
            <a:off x="9875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>
            <a:off x="10972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" name="Shape 229"/>
          <p:cNvSpPr/>
          <p:nvPr/>
        </p:nvSpPr>
        <p:spPr>
          <a:xfrm>
            <a:off x="12070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" name="Shape 230"/>
          <p:cNvSpPr/>
          <p:nvPr/>
        </p:nvSpPr>
        <p:spPr>
          <a:xfrm>
            <a:off x="13167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" name="Shape 231"/>
          <p:cNvSpPr/>
          <p:nvPr/>
        </p:nvSpPr>
        <p:spPr>
          <a:xfrm>
            <a:off x="14264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" name="Shape 232"/>
          <p:cNvSpPr/>
          <p:nvPr/>
        </p:nvSpPr>
        <p:spPr>
          <a:xfrm>
            <a:off x="15361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" name="Shape 233"/>
          <p:cNvSpPr/>
          <p:nvPr/>
        </p:nvSpPr>
        <p:spPr>
          <a:xfrm>
            <a:off x="16459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" name="Shape 234"/>
          <p:cNvSpPr/>
          <p:nvPr/>
        </p:nvSpPr>
        <p:spPr>
          <a:xfrm>
            <a:off x="17556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" name="Shape 235"/>
          <p:cNvSpPr/>
          <p:nvPr/>
        </p:nvSpPr>
        <p:spPr>
          <a:xfrm>
            <a:off x="18653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" name="Shape 236"/>
          <p:cNvSpPr/>
          <p:nvPr/>
        </p:nvSpPr>
        <p:spPr>
          <a:xfrm>
            <a:off x="19751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" name="Shape 237"/>
          <p:cNvSpPr/>
          <p:nvPr/>
        </p:nvSpPr>
        <p:spPr>
          <a:xfrm>
            <a:off x="20848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" name="Shape 238"/>
          <p:cNvSpPr/>
          <p:nvPr/>
        </p:nvSpPr>
        <p:spPr>
          <a:xfrm>
            <a:off x="21945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" name="Shape 239"/>
          <p:cNvSpPr/>
          <p:nvPr/>
        </p:nvSpPr>
        <p:spPr>
          <a:xfrm>
            <a:off x="23042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" name="Shape 240"/>
          <p:cNvSpPr/>
          <p:nvPr/>
        </p:nvSpPr>
        <p:spPr>
          <a:xfrm>
            <a:off x="24140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 241"/>
          <p:cNvSpPr/>
          <p:nvPr/>
        </p:nvSpPr>
        <p:spPr>
          <a:xfrm>
            <a:off x="25237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" name="Shape 242"/>
          <p:cNvSpPr/>
          <p:nvPr/>
        </p:nvSpPr>
        <p:spPr>
          <a:xfrm>
            <a:off x="26334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" name="Shape 243"/>
          <p:cNvSpPr/>
          <p:nvPr/>
        </p:nvSpPr>
        <p:spPr>
          <a:xfrm>
            <a:off x="27432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" name="Shape 244"/>
          <p:cNvSpPr/>
          <p:nvPr/>
        </p:nvSpPr>
        <p:spPr>
          <a:xfrm>
            <a:off x="28529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" name="Shape 245"/>
          <p:cNvSpPr/>
          <p:nvPr/>
        </p:nvSpPr>
        <p:spPr>
          <a:xfrm>
            <a:off x="29626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" name="Shape 246"/>
          <p:cNvSpPr/>
          <p:nvPr/>
        </p:nvSpPr>
        <p:spPr>
          <a:xfrm>
            <a:off x="30723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" name="Shape 247"/>
          <p:cNvSpPr/>
          <p:nvPr/>
        </p:nvSpPr>
        <p:spPr>
          <a:xfrm>
            <a:off x="31821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" name="Shape 248"/>
          <p:cNvSpPr/>
          <p:nvPr/>
        </p:nvSpPr>
        <p:spPr>
          <a:xfrm>
            <a:off x="32918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" name="Shape 249"/>
          <p:cNvSpPr/>
          <p:nvPr/>
        </p:nvSpPr>
        <p:spPr>
          <a:xfrm>
            <a:off x="34015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" name="Shape 250"/>
          <p:cNvSpPr/>
          <p:nvPr/>
        </p:nvSpPr>
        <p:spPr>
          <a:xfrm>
            <a:off x="35112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" name="Shape 251"/>
          <p:cNvSpPr/>
          <p:nvPr/>
        </p:nvSpPr>
        <p:spPr>
          <a:xfrm>
            <a:off x="36210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" name="Shape 252"/>
          <p:cNvSpPr/>
          <p:nvPr/>
        </p:nvSpPr>
        <p:spPr>
          <a:xfrm>
            <a:off x="37307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 253"/>
          <p:cNvSpPr/>
          <p:nvPr/>
        </p:nvSpPr>
        <p:spPr>
          <a:xfrm>
            <a:off x="38404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" name="Shape 254"/>
          <p:cNvSpPr/>
          <p:nvPr/>
        </p:nvSpPr>
        <p:spPr>
          <a:xfrm>
            <a:off x="39502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7" name="Shape 255"/>
          <p:cNvSpPr/>
          <p:nvPr/>
        </p:nvSpPr>
        <p:spPr>
          <a:xfrm>
            <a:off x="40599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8" name="Shape 256"/>
          <p:cNvSpPr/>
          <p:nvPr/>
        </p:nvSpPr>
        <p:spPr>
          <a:xfrm>
            <a:off x="41696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" name="Shape 257"/>
          <p:cNvSpPr/>
          <p:nvPr/>
        </p:nvSpPr>
        <p:spPr>
          <a:xfrm>
            <a:off x="42793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" name="Shape 258"/>
          <p:cNvSpPr/>
          <p:nvPr/>
        </p:nvSpPr>
        <p:spPr>
          <a:xfrm>
            <a:off x="43891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" name="Shape 259"/>
          <p:cNvSpPr/>
          <p:nvPr/>
        </p:nvSpPr>
        <p:spPr>
          <a:xfrm>
            <a:off x="44988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" name="Shape 260"/>
          <p:cNvSpPr/>
          <p:nvPr/>
        </p:nvSpPr>
        <p:spPr>
          <a:xfrm>
            <a:off x="46085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" name="Shape 261"/>
          <p:cNvSpPr/>
          <p:nvPr/>
        </p:nvSpPr>
        <p:spPr>
          <a:xfrm>
            <a:off x="47183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" name="Shape 262"/>
          <p:cNvSpPr/>
          <p:nvPr/>
        </p:nvSpPr>
        <p:spPr>
          <a:xfrm>
            <a:off x="48280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" name="Shape 263"/>
          <p:cNvSpPr/>
          <p:nvPr/>
        </p:nvSpPr>
        <p:spPr>
          <a:xfrm>
            <a:off x="49377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" name="Shape 264"/>
          <p:cNvSpPr/>
          <p:nvPr/>
        </p:nvSpPr>
        <p:spPr>
          <a:xfrm>
            <a:off x="50474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" name="Shape 265"/>
          <p:cNvSpPr/>
          <p:nvPr/>
        </p:nvSpPr>
        <p:spPr>
          <a:xfrm>
            <a:off x="51572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8" name="Shape 266"/>
          <p:cNvSpPr/>
          <p:nvPr/>
        </p:nvSpPr>
        <p:spPr>
          <a:xfrm>
            <a:off x="52669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9" name="Shape 267"/>
          <p:cNvSpPr/>
          <p:nvPr/>
        </p:nvSpPr>
        <p:spPr>
          <a:xfrm>
            <a:off x="53766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" name="Shape 268"/>
          <p:cNvSpPr/>
          <p:nvPr/>
        </p:nvSpPr>
        <p:spPr>
          <a:xfrm>
            <a:off x="54864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" name="Shape 269"/>
          <p:cNvSpPr/>
          <p:nvPr/>
        </p:nvSpPr>
        <p:spPr>
          <a:xfrm>
            <a:off x="55961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" name="Shape 270"/>
          <p:cNvSpPr/>
          <p:nvPr/>
        </p:nvSpPr>
        <p:spPr>
          <a:xfrm>
            <a:off x="57058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" name="Shape 271"/>
          <p:cNvSpPr/>
          <p:nvPr/>
        </p:nvSpPr>
        <p:spPr>
          <a:xfrm>
            <a:off x="58155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" name="Shape 272"/>
          <p:cNvSpPr/>
          <p:nvPr/>
        </p:nvSpPr>
        <p:spPr>
          <a:xfrm>
            <a:off x="59253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" name="Shape 273"/>
          <p:cNvSpPr/>
          <p:nvPr/>
        </p:nvSpPr>
        <p:spPr>
          <a:xfrm>
            <a:off x="60350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" name="Shape 274"/>
          <p:cNvSpPr/>
          <p:nvPr/>
        </p:nvSpPr>
        <p:spPr>
          <a:xfrm>
            <a:off x="61447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" name="Shape 275"/>
          <p:cNvSpPr/>
          <p:nvPr/>
        </p:nvSpPr>
        <p:spPr>
          <a:xfrm>
            <a:off x="62544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" name="Shape 276"/>
          <p:cNvSpPr/>
          <p:nvPr/>
        </p:nvSpPr>
        <p:spPr>
          <a:xfrm>
            <a:off x="63642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9" name="Shape 277"/>
          <p:cNvSpPr/>
          <p:nvPr/>
        </p:nvSpPr>
        <p:spPr>
          <a:xfrm>
            <a:off x="64739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0" name="Shape 278"/>
          <p:cNvSpPr/>
          <p:nvPr/>
        </p:nvSpPr>
        <p:spPr>
          <a:xfrm>
            <a:off x="65836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" name="Shape 279"/>
          <p:cNvSpPr/>
          <p:nvPr/>
        </p:nvSpPr>
        <p:spPr>
          <a:xfrm>
            <a:off x="66934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" name="Shape 280"/>
          <p:cNvSpPr/>
          <p:nvPr/>
        </p:nvSpPr>
        <p:spPr>
          <a:xfrm>
            <a:off x="68031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" name="Shape 281"/>
          <p:cNvSpPr/>
          <p:nvPr/>
        </p:nvSpPr>
        <p:spPr>
          <a:xfrm>
            <a:off x="69128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" name="Shape 282"/>
          <p:cNvSpPr/>
          <p:nvPr/>
        </p:nvSpPr>
        <p:spPr>
          <a:xfrm>
            <a:off x="70225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" name="Shape 283"/>
          <p:cNvSpPr/>
          <p:nvPr/>
        </p:nvSpPr>
        <p:spPr>
          <a:xfrm>
            <a:off x="71323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" name="Shape 284"/>
          <p:cNvSpPr/>
          <p:nvPr/>
        </p:nvSpPr>
        <p:spPr>
          <a:xfrm>
            <a:off x="72420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" name="Shape 285"/>
          <p:cNvSpPr/>
          <p:nvPr/>
        </p:nvSpPr>
        <p:spPr>
          <a:xfrm>
            <a:off x="73517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" name="Shape 286"/>
          <p:cNvSpPr/>
          <p:nvPr/>
        </p:nvSpPr>
        <p:spPr>
          <a:xfrm>
            <a:off x="74615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" name="Shape 287"/>
          <p:cNvSpPr/>
          <p:nvPr/>
        </p:nvSpPr>
        <p:spPr>
          <a:xfrm>
            <a:off x="75712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0" name="Shape 288"/>
          <p:cNvSpPr/>
          <p:nvPr/>
        </p:nvSpPr>
        <p:spPr>
          <a:xfrm>
            <a:off x="76809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" name="Shape 289"/>
          <p:cNvSpPr/>
          <p:nvPr/>
        </p:nvSpPr>
        <p:spPr>
          <a:xfrm>
            <a:off x="77906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" name="Shape 290"/>
          <p:cNvSpPr/>
          <p:nvPr/>
        </p:nvSpPr>
        <p:spPr>
          <a:xfrm>
            <a:off x="79004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" name="Shape 291"/>
          <p:cNvSpPr/>
          <p:nvPr/>
        </p:nvSpPr>
        <p:spPr>
          <a:xfrm>
            <a:off x="80101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" name="Shape 292"/>
          <p:cNvSpPr/>
          <p:nvPr/>
        </p:nvSpPr>
        <p:spPr>
          <a:xfrm>
            <a:off x="81198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" name="Shape 293"/>
          <p:cNvSpPr/>
          <p:nvPr/>
        </p:nvSpPr>
        <p:spPr>
          <a:xfrm>
            <a:off x="82296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" name="Shape 294"/>
          <p:cNvSpPr/>
          <p:nvPr/>
        </p:nvSpPr>
        <p:spPr>
          <a:xfrm>
            <a:off x="83393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" name="Shape 295"/>
          <p:cNvSpPr/>
          <p:nvPr/>
        </p:nvSpPr>
        <p:spPr>
          <a:xfrm>
            <a:off x="84490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" name="Shape 296"/>
          <p:cNvSpPr/>
          <p:nvPr/>
        </p:nvSpPr>
        <p:spPr>
          <a:xfrm>
            <a:off x="85587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" name="Shape 297"/>
          <p:cNvSpPr/>
          <p:nvPr/>
        </p:nvSpPr>
        <p:spPr>
          <a:xfrm>
            <a:off x="86685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0" name="Shape 298"/>
          <p:cNvSpPr/>
          <p:nvPr/>
        </p:nvSpPr>
        <p:spPr>
          <a:xfrm>
            <a:off x="87782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1" name="Shape 299"/>
          <p:cNvSpPr/>
          <p:nvPr/>
        </p:nvSpPr>
        <p:spPr>
          <a:xfrm>
            <a:off x="88879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" name="Shape 300"/>
          <p:cNvSpPr/>
          <p:nvPr/>
        </p:nvSpPr>
        <p:spPr>
          <a:xfrm>
            <a:off x="89976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" name="Shape 301"/>
          <p:cNvSpPr/>
          <p:nvPr/>
        </p:nvSpPr>
        <p:spPr>
          <a:xfrm>
            <a:off x="91074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" name="Shape 302"/>
          <p:cNvSpPr/>
          <p:nvPr/>
        </p:nvSpPr>
        <p:spPr>
          <a:xfrm>
            <a:off x="92171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" name="Shape 303"/>
          <p:cNvSpPr/>
          <p:nvPr/>
        </p:nvSpPr>
        <p:spPr>
          <a:xfrm>
            <a:off x="93268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" name="Shape 304"/>
          <p:cNvSpPr/>
          <p:nvPr/>
        </p:nvSpPr>
        <p:spPr>
          <a:xfrm>
            <a:off x="94366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" name="Shape 305"/>
          <p:cNvSpPr/>
          <p:nvPr/>
        </p:nvSpPr>
        <p:spPr>
          <a:xfrm>
            <a:off x="95463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" name="Shape 306"/>
          <p:cNvSpPr/>
          <p:nvPr/>
        </p:nvSpPr>
        <p:spPr>
          <a:xfrm>
            <a:off x="96560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" name="Shape 307"/>
          <p:cNvSpPr/>
          <p:nvPr/>
        </p:nvSpPr>
        <p:spPr>
          <a:xfrm>
            <a:off x="97657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" name="Shape 308"/>
          <p:cNvSpPr/>
          <p:nvPr/>
        </p:nvSpPr>
        <p:spPr>
          <a:xfrm>
            <a:off x="98755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1" name="Shape 309"/>
          <p:cNvSpPr/>
          <p:nvPr/>
        </p:nvSpPr>
        <p:spPr>
          <a:xfrm>
            <a:off x="99852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2" name="Shape 310"/>
          <p:cNvSpPr/>
          <p:nvPr/>
        </p:nvSpPr>
        <p:spPr>
          <a:xfrm>
            <a:off x="100949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" name="Shape 311"/>
          <p:cNvSpPr/>
          <p:nvPr/>
        </p:nvSpPr>
        <p:spPr>
          <a:xfrm>
            <a:off x="102047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" name="Shape 312"/>
          <p:cNvSpPr/>
          <p:nvPr/>
        </p:nvSpPr>
        <p:spPr>
          <a:xfrm>
            <a:off x="103144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" name="Shape 313"/>
          <p:cNvSpPr/>
          <p:nvPr/>
        </p:nvSpPr>
        <p:spPr>
          <a:xfrm>
            <a:off x="104241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" name="Shape 314"/>
          <p:cNvSpPr/>
          <p:nvPr/>
        </p:nvSpPr>
        <p:spPr>
          <a:xfrm>
            <a:off x="105338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" name="Shape 315"/>
          <p:cNvSpPr/>
          <p:nvPr/>
        </p:nvSpPr>
        <p:spPr>
          <a:xfrm>
            <a:off x="106436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" name="Shape 316"/>
          <p:cNvSpPr/>
          <p:nvPr/>
        </p:nvSpPr>
        <p:spPr>
          <a:xfrm>
            <a:off x="107533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" name="Shape 317"/>
          <p:cNvSpPr/>
          <p:nvPr/>
        </p:nvSpPr>
        <p:spPr>
          <a:xfrm>
            <a:off x="108630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" name="Shape 318"/>
          <p:cNvSpPr/>
          <p:nvPr/>
        </p:nvSpPr>
        <p:spPr>
          <a:xfrm>
            <a:off x="109728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" name="Shape 319"/>
          <p:cNvSpPr/>
          <p:nvPr/>
        </p:nvSpPr>
        <p:spPr>
          <a:xfrm>
            <a:off x="110825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2" name="Shape 320"/>
          <p:cNvSpPr/>
          <p:nvPr/>
        </p:nvSpPr>
        <p:spPr>
          <a:xfrm>
            <a:off x="111922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3" name="Shape 321"/>
          <p:cNvSpPr/>
          <p:nvPr/>
        </p:nvSpPr>
        <p:spPr>
          <a:xfrm>
            <a:off x="113019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" name="Shape 322"/>
          <p:cNvSpPr/>
          <p:nvPr/>
        </p:nvSpPr>
        <p:spPr>
          <a:xfrm>
            <a:off x="114117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" name="Shape 323"/>
          <p:cNvSpPr/>
          <p:nvPr/>
        </p:nvSpPr>
        <p:spPr>
          <a:xfrm>
            <a:off x="115214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" name="Shape 324"/>
          <p:cNvSpPr/>
          <p:nvPr/>
        </p:nvSpPr>
        <p:spPr>
          <a:xfrm>
            <a:off x="116311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" name="Shape 325"/>
          <p:cNvSpPr/>
          <p:nvPr/>
        </p:nvSpPr>
        <p:spPr>
          <a:xfrm>
            <a:off x="117408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" name="Shape 326"/>
          <p:cNvSpPr/>
          <p:nvPr/>
        </p:nvSpPr>
        <p:spPr>
          <a:xfrm>
            <a:off x="548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" name="Shape 327"/>
          <p:cNvSpPr/>
          <p:nvPr/>
        </p:nvSpPr>
        <p:spPr>
          <a:xfrm>
            <a:off x="1645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" name="Shape 328"/>
          <p:cNvSpPr/>
          <p:nvPr/>
        </p:nvSpPr>
        <p:spPr>
          <a:xfrm>
            <a:off x="2743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" name="Shape 329"/>
          <p:cNvSpPr/>
          <p:nvPr/>
        </p:nvSpPr>
        <p:spPr>
          <a:xfrm>
            <a:off x="3840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" name="Shape 330"/>
          <p:cNvSpPr/>
          <p:nvPr/>
        </p:nvSpPr>
        <p:spPr>
          <a:xfrm>
            <a:off x="4937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3" name="Shape 331"/>
          <p:cNvSpPr/>
          <p:nvPr/>
        </p:nvSpPr>
        <p:spPr>
          <a:xfrm>
            <a:off x="6035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4" name="Shape 332"/>
          <p:cNvSpPr/>
          <p:nvPr/>
        </p:nvSpPr>
        <p:spPr>
          <a:xfrm>
            <a:off x="7132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" name="Shape 333"/>
          <p:cNvSpPr/>
          <p:nvPr/>
        </p:nvSpPr>
        <p:spPr>
          <a:xfrm>
            <a:off x="8229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" name="Shape 334"/>
          <p:cNvSpPr/>
          <p:nvPr/>
        </p:nvSpPr>
        <p:spPr>
          <a:xfrm>
            <a:off x="9326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" name="Shape 335"/>
          <p:cNvSpPr/>
          <p:nvPr/>
        </p:nvSpPr>
        <p:spPr>
          <a:xfrm>
            <a:off x="10424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" name="Shape 336"/>
          <p:cNvSpPr/>
          <p:nvPr/>
        </p:nvSpPr>
        <p:spPr>
          <a:xfrm>
            <a:off x="11521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" name="Shape 337"/>
          <p:cNvSpPr/>
          <p:nvPr/>
        </p:nvSpPr>
        <p:spPr>
          <a:xfrm>
            <a:off x="12618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" name="Shape 338"/>
          <p:cNvSpPr/>
          <p:nvPr/>
        </p:nvSpPr>
        <p:spPr>
          <a:xfrm>
            <a:off x="13716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" name="Shape 339"/>
          <p:cNvSpPr/>
          <p:nvPr/>
        </p:nvSpPr>
        <p:spPr>
          <a:xfrm>
            <a:off x="14813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" name="Shape 340"/>
          <p:cNvSpPr/>
          <p:nvPr/>
        </p:nvSpPr>
        <p:spPr>
          <a:xfrm>
            <a:off x="15910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1"/>
          <p:cNvSpPr/>
          <p:nvPr/>
        </p:nvSpPr>
        <p:spPr>
          <a:xfrm>
            <a:off x="17007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4" name="Shape 342"/>
          <p:cNvSpPr/>
          <p:nvPr/>
        </p:nvSpPr>
        <p:spPr>
          <a:xfrm>
            <a:off x="18105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" name="Shape 343"/>
          <p:cNvSpPr/>
          <p:nvPr/>
        </p:nvSpPr>
        <p:spPr>
          <a:xfrm>
            <a:off x="19202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" name="Shape 344"/>
          <p:cNvSpPr/>
          <p:nvPr/>
        </p:nvSpPr>
        <p:spPr>
          <a:xfrm>
            <a:off x="20299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" name="Shape 345"/>
          <p:cNvSpPr/>
          <p:nvPr/>
        </p:nvSpPr>
        <p:spPr>
          <a:xfrm>
            <a:off x="21396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" name="Shape 346"/>
          <p:cNvSpPr/>
          <p:nvPr/>
        </p:nvSpPr>
        <p:spPr>
          <a:xfrm>
            <a:off x="22494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" name="Shape 347"/>
          <p:cNvSpPr/>
          <p:nvPr/>
        </p:nvSpPr>
        <p:spPr>
          <a:xfrm>
            <a:off x="23591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" name="Shape 348"/>
          <p:cNvSpPr/>
          <p:nvPr/>
        </p:nvSpPr>
        <p:spPr>
          <a:xfrm>
            <a:off x="24688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" name="Shape 349"/>
          <p:cNvSpPr/>
          <p:nvPr/>
        </p:nvSpPr>
        <p:spPr>
          <a:xfrm>
            <a:off x="25786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" name="Shape 350"/>
          <p:cNvSpPr/>
          <p:nvPr/>
        </p:nvSpPr>
        <p:spPr>
          <a:xfrm>
            <a:off x="26883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" name="Shape 351"/>
          <p:cNvSpPr/>
          <p:nvPr/>
        </p:nvSpPr>
        <p:spPr>
          <a:xfrm>
            <a:off x="27980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4" name="Shape 352"/>
          <p:cNvSpPr/>
          <p:nvPr/>
        </p:nvSpPr>
        <p:spPr>
          <a:xfrm>
            <a:off x="29077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5" name="Shape 353"/>
          <p:cNvSpPr/>
          <p:nvPr/>
        </p:nvSpPr>
        <p:spPr>
          <a:xfrm>
            <a:off x="30175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" name="Shape 354"/>
          <p:cNvSpPr/>
          <p:nvPr/>
        </p:nvSpPr>
        <p:spPr>
          <a:xfrm>
            <a:off x="31272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" name="Shape 355"/>
          <p:cNvSpPr/>
          <p:nvPr/>
        </p:nvSpPr>
        <p:spPr>
          <a:xfrm>
            <a:off x="32369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" name="Shape 356"/>
          <p:cNvSpPr/>
          <p:nvPr/>
        </p:nvSpPr>
        <p:spPr>
          <a:xfrm>
            <a:off x="33467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" name="Shape 357"/>
          <p:cNvSpPr/>
          <p:nvPr/>
        </p:nvSpPr>
        <p:spPr>
          <a:xfrm>
            <a:off x="34564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" name="Shape 358"/>
          <p:cNvSpPr/>
          <p:nvPr/>
        </p:nvSpPr>
        <p:spPr>
          <a:xfrm>
            <a:off x="35661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" name="Shape 359"/>
          <p:cNvSpPr/>
          <p:nvPr/>
        </p:nvSpPr>
        <p:spPr>
          <a:xfrm>
            <a:off x="36758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" name="Shape 360"/>
          <p:cNvSpPr/>
          <p:nvPr/>
        </p:nvSpPr>
        <p:spPr>
          <a:xfrm>
            <a:off x="37856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" name="Shape 361"/>
          <p:cNvSpPr/>
          <p:nvPr/>
        </p:nvSpPr>
        <p:spPr>
          <a:xfrm>
            <a:off x="38953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" name="Shape 362"/>
          <p:cNvSpPr/>
          <p:nvPr/>
        </p:nvSpPr>
        <p:spPr>
          <a:xfrm>
            <a:off x="40050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5" name="Shape 363"/>
          <p:cNvSpPr/>
          <p:nvPr/>
        </p:nvSpPr>
        <p:spPr>
          <a:xfrm>
            <a:off x="41148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6" name="Shape 364"/>
          <p:cNvSpPr/>
          <p:nvPr/>
        </p:nvSpPr>
        <p:spPr>
          <a:xfrm>
            <a:off x="42245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" name="Shape 365"/>
          <p:cNvSpPr/>
          <p:nvPr/>
        </p:nvSpPr>
        <p:spPr>
          <a:xfrm>
            <a:off x="43342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" name="Shape 366"/>
          <p:cNvSpPr/>
          <p:nvPr/>
        </p:nvSpPr>
        <p:spPr>
          <a:xfrm>
            <a:off x="44439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" name="Shape 367"/>
          <p:cNvSpPr/>
          <p:nvPr/>
        </p:nvSpPr>
        <p:spPr>
          <a:xfrm>
            <a:off x="45537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" name="Shape 368"/>
          <p:cNvSpPr/>
          <p:nvPr/>
        </p:nvSpPr>
        <p:spPr>
          <a:xfrm>
            <a:off x="46634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" name="Shape 369"/>
          <p:cNvSpPr/>
          <p:nvPr/>
        </p:nvSpPr>
        <p:spPr>
          <a:xfrm>
            <a:off x="47731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" name="Shape 370"/>
          <p:cNvSpPr/>
          <p:nvPr/>
        </p:nvSpPr>
        <p:spPr>
          <a:xfrm>
            <a:off x="48828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" name="Shape 371"/>
          <p:cNvSpPr/>
          <p:nvPr/>
        </p:nvSpPr>
        <p:spPr>
          <a:xfrm>
            <a:off x="49926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" name="Shape 372"/>
          <p:cNvSpPr/>
          <p:nvPr/>
        </p:nvSpPr>
        <p:spPr>
          <a:xfrm>
            <a:off x="51023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" name="Shape 373"/>
          <p:cNvSpPr/>
          <p:nvPr/>
        </p:nvSpPr>
        <p:spPr>
          <a:xfrm>
            <a:off x="52120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6" name="Shape 374"/>
          <p:cNvSpPr/>
          <p:nvPr/>
        </p:nvSpPr>
        <p:spPr>
          <a:xfrm>
            <a:off x="53218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7" name="Shape 375"/>
          <p:cNvSpPr/>
          <p:nvPr/>
        </p:nvSpPr>
        <p:spPr>
          <a:xfrm>
            <a:off x="54315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" name="Shape 376"/>
          <p:cNvSpPr/>
          <p:nvPr/>
        </p:nvSpPr>
        <p:spPr>
          <a:xfrm>
            <a:off x="55412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" name="Shape 377"/>
          <p:cNvSpPr/>
          <p:nvPr/>
        </p:nvSpPr>
        <p:spPr>
          <a:xfrm>
            <a:off x="56509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" name="Shape 378"/>
          <p:cNvSpPr/>
          <p:nvPr/>
        </p:nvSpPr>
        <p:spPr>
          <a:xfrm>
            <a:off x="57607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" name="Shape 379"/>
          <p:cNvSpPr/>
          <p:nvPr/>
        </p:nvSpPr>
        <p:spPr>
          <a:xfrm>
            <a:off x="58704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" name="Shape 380"/>
          <p:cNvSpPr/>
          <p:nvPr/>
        </p:nvSpPr>
        <p:spPr>
          <a:xfrm>
            <a:off x="59801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" name="Shape 381"/>
          <p:cNvSpPr/>
          <p:nvPr/>
        </p:nvSpPr>
        <p:spPr>
          <a:xfrm>
            <a:off x="60899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" name="Shape 382"/>
          <p:cNvSpPr/>
          <p:nvPr/>
        </p:nvSpPr>
        <p:spPr>
          <a:xfrm>
            <a:off x="61996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" name="Shape 383"/>
          <p:cNvSpPr/>
          <p:nvPr/>
        </p:nvSpPr>
        <p:spPr>
          <a:xfrm>
            <a:off x="63093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" name="Shape 384"/>
          <p:cNvSpPr/>
          <p:nvPr/>
        </p:nvSpPr>
        <p:spPr>
          <a:xfrm>
            <a:off x="64190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7" name="Shape 385"/>
          <p:cNvSpPr/>
          <p:nvPr/>
        </p:nvSpPr>
        <p:spPr>
          <a:xfrm>
            <a:off x="65288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8" name="Shape 386"/>
          <p:cNvSpPr/>
          <p:nvPr/>
        </p:nvSpPr>
        <p:spPr>
          <a:xfrm>
            <a:off x="66385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" name="Shape 387"/>
          <p:cNvSpPr/>
          <p:nvPr/>
        </p:nvSpPr>
        <p:spPr>
          <a:xfrm>
            <a:off x="67482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" name="Shape 388"/>
          <p:cNvSpPr/>
          <p:nvPr/>
        </p:nvSpPr>
        <p:spPr>
          <a:xfrm>
            <a:off x="68580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" name="Shape 389"/>
          <p:cNvSpPr/>
          <p:nvPr/>
        </p:nvSpPr>
        <p:spPr>
          <a:xfrm>
            <a:off x="69677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" name="Shape 390"/>
          <p:cNvSpPr/>
          <p:nvPr/>
        </p:nvSpPr>
        <p:spPr>
          <a:xfrm>
            <a:off x="70774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" name="Shape 391"/>
          <p:cNvSpPr/>
          <p:nvPr/>
        </p:nvSpPr>
        <p:spPr>
          <a:xfrm>
            <a:off x="71871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" name="Shape 392"/>
          <p:cNvSpPr/>
          <p:nvPr/>
        </p:nvSpPr>
        <p:spPr>
          <a:xfrm>
            <a:off x="72969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" name="Shape 393"/>
          <p:cNvSpPr/>
          <p:nvPr/>
        </p:nvSpPr>
        <p:spPr>
          <a:xfrm>
            <a:off x="74066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" name="Shape 394"/>
          <p:cNvSpPr/>
          <p:nvPr/>
        </p:nvSpPr>
        <p:spPr>
          <a:xfrm>
            <a:off x="75163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" name="Shape 395"/>
          <p:cNvSpPr/>
          <p:nvPr/>
        </p:nvSpPr>
        <p:spPr>
          <a:xfrm>
            <a:off x="76260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8" name="Shape 396"/>
          <p:cNvSpPr/>
          <p:nvPr/>
        </p:nvSpPr>
        <p:spPr>
          <a:xfrm>
            <a:off x="77358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9" name="Shape 397"/>
          <p:cNvSpPr/>
          <p:nvPr/>
        </p:nvSpPr>
        <p:spPr>
          <a:xfrm>
            <a:off x="78455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" name="Shape 398"/>
          <p:cNvSpPr/>
          <p:nvPr/>
        </p:nvSpPr>
        <p:spPr>
          <a:xfrm>
            <a:off x="79552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" name="Shape 399"/>
          <p:cNvSpPr/>
          <p:nvPr/>
        </p:nvSpPr>
        <p:spPr>
          <a:xfrm>
            <a:off x="80650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" name="Shape 400"/>
          <p:cNvSpPr/>
          <p:nvPr/>
        </p:nvSpPr>
        <p:spPr>
          <a:xfrm>
            <a:off x="81747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" name="Shape 401"/>
          <p:cNvSpPr/>
          <p:nvPr/>
        </p:nvSpPr>
        <p:spPr>
          <a:xfrm>
            <a:off x="82844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" name="Shape 402"/>
          <p:cNvSpPr/>
          <p:nvPr/>
        </p:nvSpPr>
        <p:spPr>
          <a:xfrm>
            <a:off x="83941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" name="Shape 403"/>
          <p:cNvSpPr/>
          <p:nvPr/>
        </p:nvSpPr>
        <p:spPr>
          <a:xfrm>
            <a:off x="85039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" name="Shape 404"/>
          <p:cNvSpPr/>
          <p:nvPr/>
        </p:nvSpPr>
        <p:spPr>
          <a:xfrm>
            <a:off x="86136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" name="Shape 405"/>
          <p:cNvSpPr/>
          <p:nvPr/>
        </p:nvSpPr>
        <p:spPr>
          <a:xfrm>
            <a:off x="87233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8" name="Shape 406"/>
          <p:cNvSpPr/>
          <p:nvPr/>
        </p:nvSpPr>
        <p:spPr>
          <a:xfrm>
            <a:off x="88331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9" name="Shape 407"/>
          <p:cNvSpPr/>
          <p:nvPr/>
        </p:nvSpPr>
        <p:spPr>
          <a:xfrm>
            <a:off x="89428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" name="Shape 408"/>
          <p:cNvSpPr/>
          <p:nvPr/>
        </p:nvSpPr>
        <p:spPr>
          <a:xfrm>
            <a:off x="90525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" name="Shape 409"/>
          <p:cNvSpPr/>
          <p:nvPr/>
        </p:nvSpPr>
        <p:spPr>
          <a:xfrm>
            <a:off x="91622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" name="Shape 410"/>
          <p:cNvSpPr/>
          <p:nvPr/>
        </p:nvSpPr>
        <p:spPr>
          <a:xfrm>
            <a:off x="92720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" name="Shape 411"/>
          <p:cNvSpPr/>
          <p:nvPr/>
        </p:nvSpPr>
        <p:spPr>
          <a:xfrm>
            <a:off x="93817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" name="Shape 412"/>
          <p:cNvSpPr/>
          <p:nvPr/>
        </p:nvSpPr>
        <p:spPr>
          <a:xfrm>
            <a:off x="94914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" name="Shape 413"/>
          <p:cNvSpPr/>
          <p:nvPr/>
        </p:nvSpPr>
        <p:spPr>
          <a:xfrm>
            <a:off x="96012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" name="Shape 414"/>
          <p:cNvSpPr/>
          <p:nvPr/>
        </p:nvSpPr>
        <p:spPr>
          <a:xfrm>
            <a:off x="97109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" name="Shape 415"/>
          <p:cNvSpPr/>
          <p:nvPr/>
        </p:nvSpPr>
        <p:spPr>
          <a:xfrm>
            <a:off x="98206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" name="Shape 416"/>
          <p:cNvSpPr/>
          <p:nvPr/>
        </p:nvSpPr>
        <p:spPr>
          <a:xfrm>
            <a:off x="99303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9" name="Shape 417"/>
          <p:cNvSpPr/>
          <p:nvPr/>
        </p:nvSpPr>
        <p:spPr>
          <a:xfrm>
            <a:off x="100401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0" name="Shape 418"/>
          <p:cNvSpPr/>
          <p:nvPr/>
        </p:nvSpPr>
        <p:spPr>
          <a:xfrm>
            <a:off x="101498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" name="Shape 419"/>
          <p:cNvSpPr/>
          <p:nvPr/>
        </p:nvSpPr>
        <p:spPr>
          <a:xfrm>
            <a:off x="102595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" name="Shape 420"/>
          <p:cNvSpPr/>
          <p:nvPr/>
        </p:nvSpPr>
        <p:spPr>
          <a:xfrm>
            <a:off x="103692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" name="Shape 421"/>
          <p:cNvSpPr/>
          <p:nvPr/>
        </p:nvSpPr>
        <p:spPr>
          <a:xfrm>
            <a:off x="104790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" name="Shape 422"/>
          <p:cNvSpPr/>
          <p:nvPr/>
        </p:nvSpPr>
        <p:spPr>
          <a:xfrm>
            <a:off x="105887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" name="Shape 423"/>
          <p:cNvSpPr/>
          <p:nvPr/>
        </p:nvSpPr>
        <p:spPr>
          <a:xfrm>
            <a:off x="106984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" name="Shape 424"/>
          <p:cNvSpPr/>
          <p:nvPr/>
        </p:nvSpPr>
        <p:spPr>
          <a:xfrm>
            <a:off x="108082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" name="Shape 425"/>
          <p:cNvSpPr/>
          <p:nvPr/>
        </p:nvSpPr>
        <p:spPr>
          <a:xfrm>
            <a:off x="109179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" name="Shape 426"/>
          <p:cNvSpPr/>
          <p:nvPr/>
        </p:nvSpPr>
        <p:spPr>
          <a:xfrm>
            <a:off x="110276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" name="Shape 427"/>
          <p:cNvSpPr/>
          <p:nvPr/>
        </p:nvSpPr>
        <p:spPr>
          <a:xfrm>
            <a:off x="111373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0" name="Shape 428"/>
          <p:cNvSpPr/>
          <p:nvPr/>
        </p:nvSpPr>
        <p:spPr>
          <a:xfrm>
            <a:off x="112471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1" name="Shape 429"/>
          <p:cNvSpPr/>
          <p:nvPr/>
        </p:nvSpPr>
        <p:spPr>
          <a:xfrm>
            <a:off x="113568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" name="Shape 430"/>
          <p:cNvSpPr/>
          <p:nvPr/>
        </p:nvSpPr>
        <p:spPr>
          <a:xfrm>
            <a:off x="114665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" name="Shape 431"/>
          <p:cNvSpPr/>
          <p:nvPr/>
        </p:nvSpPr>
        <p:spPr>
          <a:xfrm>
            <a:off x="115763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" name="Shape 432"/>
          <p:cNvSpPr/>
          <p:nvPr/>
        </p:nvSpPr>
        <p:spPr>
          <a:xfrm>
            <a:off x="116860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" name="Shape 433"/>
          <p:cNvSpPr/>
          <p:nvPr/>
        </p:nvSpPr>
        <p:spPr>
          <a:xfrm>
            <a:off x="117957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" name="Shape 434"/>
          <p:cNvSpPr/>
          <p:nvPr/>
        </p:nvSpPr>
        <p:spPr>
          <a:xfrm>
            <a:off x="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" name="Shape 435"/>
          <p:cNvSpPr/>
          <p:nvPr/>
        </p:nvSpPr>
        <p:spPr>
          <a:xfrm>
            <a:off x="1097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" name="Shape 436"/>
          <p:cNvSpPr/>
          <p:nvPr/>
        </p:nvSpPr>
        <p:spPr>
          <a:xfrm>
            <a:off x="2194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" name="Shape 437"/>
          <p:cNvSpPr/>
          <p:nvPr/>
        </p:nvSpPr>
        <p:spPr>
          <a:xfrm>
            <a:off x="3291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" name="Shape 438"/>
          <p:cNvSpPr/>
          <p:nvPr/>
        </p:nvSpPr>
        <p:spPr>
          <a:xfrm>
            <a:off x="4389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1" name="Shape 439"/>
          <p:cNvSpPr/>
          <p:nvPr/>
        </p:nvSpPr>
        <p:spPr>
          <a:xfrm>
            <a:off x="5486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2" name="Shape 440"/>
          <p:cNvSpPr/>
          <p:nvPr/>
        </p:nvSpPr>
        <p:spPr>
          <a:xfrm>
            <a:off x="6583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" name="Shape 441"/>
          <p:cNvSpPr/>
          <p:nvPr/>
        </p:nvSpPr>
        <p:spPr>
          <a:xfrm>
            <a:off x="7680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" name="Shape 442"/>
          <p:cNvSpPr/>
          <p:nvPr/>
        </p:nvSpPr>
        <p:spPr>
          <a:xfrm>
            <a:off x="8778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" name="Shape 443"/>
          <p:cNvSpPr/>
          <p:nvPr/>
        </p:nvSpPr>
        <p:spPr>
          <a:xfrm>
            <a:off x="9875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" name="Shape 444"/>
          <p:cNvSpPr/>
          <p:nvPr/>
        </p:nvSpPr>
        <p:spPr>
          <a:xfrm>
            <a:off x="10972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" name="Shape 445"/>
          <p:cNvSpPr/>
          <p:nvPr/>
        </p:nvSpPr>
        <p:spPr>
          <a:xfrm>
            <a:off x="12070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" name="Shape 446"/>
          <p:cNvSpPr/>
          <p:nvPr/>
        </p:nvSpPr>
        <p:spPr>
          <a:xfrm>
            <a:off x="13167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" name="Shape 447"/>
          <p:cNvSpPr/>
          <p:nvPr/>
        </p:nvSpPr>
        <p:spPr>
          <a:xfrm>
            <a:off x="14264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" name="Shape 448"/>
          <p:cNvSpPr/>
          <p:nvPr/>
        </p:nvSpPr>
        <p:spPr>
          <a:xfrm>
            <a:off x="15361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" name="Shape 449"/>
          <p:cNvSpPr/>
          <p:nvPr/>
        </p:nvSpPr>
        <p:spPr>
          <a:xfrm>
            <a:off x="16459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2" name="Shape 450"/>
          <p:cNvSpPr/>
          <p:nvPr/>
        </p:nvSpPr>
        <p:spPr>
          <a:xfrm>
            <a:off x="17556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" name="Shape 451"/>
          <p:cNvSpPr/>
          <p:nvPr/>
        </p:nvSpPr>
        <p:spPr>
          <a:xfrm>
            <a:off x="18653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" name="Shape 452"/>
          <p:cNvSpPr/>
          <p:nvPr/>
        </p:nvSpPr>
        <p:spPr>
          <a:xfrm>
            <a:off x="19751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" name="Shape 453"/>
          <p:cNvSpPr/>
          <p:nvPr/>
        </p:nvSpPr>
        <p:spPr>
          <a:xfrm>
            <a:off x="20848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" name="Shape 454"/>
          <p:cNvSpPr/>
          <p:nvPr/>
        </p:nvSpPr>
        <p:spPr>
          <a:xfrm>
            <a:off x="21945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" name="Shape 455"/>
          <p:cNvSpPr/>
          <p:nvPr/>
        </p:nvSpPr>
        <p:spPr>
          <a:xfrm>
            <a:off x="23042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" name="Shape 456"/>
          <p:cNvSpPr/>
          <p:nvPr/>
        </p:nvSpPr>
        <p:spPr>
          <a:xfrm>
            <a:off x="24140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" name="Shape 457"/>
          <p:cNvSpPr/>
          <p:nvPr/>
        </p:nvSpPr>
        <p:spPr>
          <a:xfrm>
            <a:off x="25237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" name="Shape 458"/>
          <p:cNvSpPr/>
          <p:nvPr/>
        </p:nvSpPr>
        <p:spPr>
          <a:xfrm>
            <a:off x="26334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" name="Shape 459"/>
          <p:cNvSpPr/>
          <p:nvPr/>
        </p:nvSpPr>
        <p:spPr>
          <a:xfrm>
            <a:off x="27432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2" name="Shape 460"/>
          <p:cNvSpPr/>
          <p:nvPr/>
        </p:nvSpPr>
        <p:spPr>
          <a:xfrm>
            <a:off x="28529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3" name="Shape 461"/>
          <p:cNvSpPr/>
          <p:nvPr/>
        </p:nvSpPr>
        <p:spPr>
          <a:xfrm>
            <a:off x="29626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" name="Shape 462"/>
          <p:cNvSpPr/>
          <p:nvPr/>
        </p:nvSpPr>
        <p:spPr>
          <a:xfrm>
            <a:off x="30723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" name="Shape 463"/>
          <p:cNvSpPr/>
          <p:nvPr/>
        </p:nvSpPr>
        <p:spPr>
          <a:xfrm>
            <a:off x="31821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" name="Shape 464"/>
          <p:cNvSpPr/>
          <p:nvPr/>
        </p:nvSpPr>
        <p:spPr>
          <a:xfrm>
            <a:off x="32918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" name="Shape 465"/>
          <p:cNvSpPr/>
          <p:nvPr/>
        </p:nvSpPr>
        <p:spPr>
          <a:xfrm>
            <a:off x="34015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" name="Shape 466"/>
          <p:cNvSpPr/>
          <p:nvPr/>
        </p:nvSpPr>
        <p:spPr>
          <a:xfrm>
            <a:off x="35112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" name="Shape 467"/>
          <p:cNvSpPr/>
          <p:nvPr/>
        </p:nvSpPr>
        <p:spPr>
          <a:xfrm>
            <a:off x="36210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" name="Shape 468"/>
          <p:cNvSpPr/>
          <p:nvPr/>
        </p:nvSpPr>
        <p:spPr>
          <a:xfrm>
            <a:off x="37307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" name="Shape 469"/>
          <p:cNvSpPr/>
          <p:nvPr/>
        </p:nvSpPr>
        <p:spPr>
          <a:xfrm>
            <a:off x="38404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" name="Shape 470"/>
          <p:cNvSpPr/>
          <p:nvPr/>
        </p:nvSpPr>
        <p:spPr>
          <a:xfrm>
            <a:off x="39502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3" name="Shape 471"/>
          <p:cNvSpPr/>
          <p:nvPr/>
        </p:nvSpPr>
        <p:spPr>
          <a:xfrm>
            <a:off x="40599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4" name="Shape 472"/>
          <p:cNvSpPr/>
          <p:nvPr/>
        </p:nvSpPr>
        <p:spPr>
          <a:xfrm>
            <a:off x="41696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" name="Shape 473"/>
          <p:cNvSpPr/>
          <p:nvPr/>
        </p:nvSpPr>
        <p:spPr>
          <a:xfrm>
            <a:off x="42793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" name="Shape 474"/>
          <p:cNvSpPr/>
          <p:nvPr/>
        </p:nvSpPr>
        <p:spPr>
          <a:xfrm>
            <a:off x="43891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" name="Shape 475"/>
          <p:cNvSpPr/>
          <p:nvPr/>
        </p:nvSpPr>
        <p:spPr>
          <a:xfrm>
            <a:off x="44988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" name="Shape 476"/>
          <p:cNvSpPr/>
          <p:nvPr/>
        </p:nvSpPr>
        <p:spPr>
          <a:xfrm>
            <a:off x="46085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" name="Shape 477"/>
          <p:cNvSpPr/>
          <p:nvPr/>
        </p:nvSpPr>
        <p:spPr>
          <a:xfrm>
            <a:off x="47183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" name="Shape 478"/>
          <p:cNvSpPr/>
          <p:nvPr/>
        </p:nvSpPr>
        <p:spPr>
          <a:xfrm>
            <a:off x="48280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" name="Shape 479"/>
          <p:cNvSpPr/>
          <p:nvPr/>
        </p:nvSpPr>
        <p:spPr>
          <a:xfrm>
            <a:off x="49377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" name="Shape 480"/>
          <p:cNvSpPr/>
          <p:nvPr/>
        </p:nvSpPr>
        <p:spPr>
          <a:xfrm>
            <a:off x="50474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" name="Shape 481"/>
          <p:cNvSpPr/>
          <p:nvPr/>
        </p:nvSpPr>
        <p:spPr>
          <a:xfrm>
            <a:off x="51572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4" name="Shape 482"/>
          <p:cNvSpPr/>
          <p:nvPr/>
        </p:nvSpPr>
        <p:spPr>
          <a:xfrm>
            <a:off x="52669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5" name="Shape 483"/>
          <p:cNvSpPr/>
          <p:nvPr/>
        </p:nvSpPr>
        <p:spPr>
          <a:xfrm>
            <a:off x="53766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" name="Shape 484"/>
          <p:cNvSpPr/>
          <p:nvPr/>
        </p:nvSpPr>
        <p:spPr>
          <a:xfrm>
            <a:off x="54864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" name="Shape 485"/>
          <p:cNvSpPr/>
          <p:nvPr/>
        </p:nvSpPr>
        <p:spPr>
          <a:xfrm>
            <a:off x="55961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" name="Shape 486"/>
          <p:cNvSpPr/>
          <p:nvPr/>
        </p:nvSpPr>
        <p:spPr>
          <a:xfrm>
            <a:off x="57058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" name="Shape 487"/>
          <p:cNvSpPr/>
          <p:nvPr/>
        </p:nvSpPr>
        <p:spPr>
          <a:xfrm>
            <a:off x="58155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" name="Shape 488"/>
          <p:cNvSpPr/>
          <p:nvPr/>
        </p:nvSpPr>
        <p:spPr>
          <a:xfrm>
            <a:off x="59253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" name="Shape 489"/>
          <p:cNvSpPr/>
          <p:nvPr/>
        </p:nvSpPr>
        <p:spPr>
          <a:xfrm>
            <a:off x="60350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" name="Shape 490"/>
          <p:cNvSpPr/>
          <p:nvPr/>
        </p:nvSpPr>
        <p:spPr>
          <a:xfrm>
            <a:off x="61447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" name="Shape 491"/>
          <p:cNvSpPr/>
          <p:nvPr/>
        </p:nvSpPr>
        <p:spPr>
          <a:xfrm>
            <a:off x="62544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" name="Shape 492"/>
          <p:cNvSpPr/>
          <p:nvPr/>
        </p:nvSpPr>
        <p:spPr>
          <a:xfrm>
            <a:off x="63642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5" name="Shape 493"/>
          <p:cNvSpPr/>
          <p:nvPr/>
        </p:nvSpPr>
        <p:spPr>
          <a:xfrm>
            <a:off x="64739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6" name="Shape 494"/>
          <p:cNvSpPr/>
          <p:nvPr/>
        </p:nvSpPr>
        <p:spPr>
          <a:xfrm>
            <a:off x="65836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7" name="Shape 495"/>
          <p:cNvSpPr/>
          <p:nvPr/>
        </p:nvSpPr>
        <p:spPr>
          <a:xfrm>
            <a:off x="66934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8" name="Shape 496"/>
          <p:cNvSpPr/>
          <p:nvPr/>
        </p:nvSpPr>
        <p:spPr>
          <a:xfrm>
            <a:off x="68031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9" name="Shape 497"/>
          <p:cNvSpPr/>
          <p:nvPr/>
        </p:nvSpPr>
        <p:spPr>
          <a:xfrm>
            <a:off x="69128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0" name="Shape 498"/>
          <p:cNvSpPr/>
          <p:nvPr/>
        </p:nvSpPr>
        <p:spPr>
          <a:xfrm>
            <a:off x="70225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1" name="Shape 499"/>
          <p:cNvSpPr/>
          <p:nvPr/>
        </p:nvSpPr>
        <p:spPr>
          <a:xfrm>
            <a:off x="71323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2" name="Shape 500"/>
          <p:cNvSpPr/>
          <p:nvPr/>
        </p:nvSpPr>
        <p:spPr>
          <a:xfrm>
            <a:off x="72420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3" name="Shape 501"/>
          <p:cNvSpPr/>
          <p:nvPr/>
        </p:nvSpPr>
        <p:spPr>
          <a:xfrm>
            <a:off x="73517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4" name="Shape 502"/>
          <p:cNvSpPr/>
          <p:nvPr/>
        </p:nvSpPr>
        <p:spPr>
          <a:xfrm>
            <a:off x="74615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5" name="Shape 503"/>
          <p:cNvSpPr/>
          <p:nvPr/>
        </p:nvSpPr>
        <p:spPr>
          <a:xfrm>
            <a:off x="75712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6" name="Shape 504"/>
          <p:cNvSpPr/>
          <p:nvPr/>
        </p:nvSpPr>
        <p:spPr>
          <a:xfrm>
            <a:off x="76809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7" name="Shape 505"/>
          <p:cNvSpPr/>
          <p:nvPr/>
        </p:nvSpPr>
        <p:spPr>
          <a:xfrm>
            <a:off x="77906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8" name="Shape 506"/>
          <p:cNvSpPr/>
          <p:nvPr/>
        </p:nvSpPr>
        <p:spPr>
          <a:xfrm>
            <a:off x="79004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9" name="Shape 507"/>
          <p:cNvSpPr/>
          <p:nvPr/>
        </p:nvSpPr>
        <p:spPr>
          <a:xfrm>
            <a:off x="80101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0" name="Shape 508"/>
          <p:cNvSpPr/>
          <p:nvPr/>
        </p:nvSpPr>
        <p:spPr>
          <a:xfrm>
            <a:off x="81198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1" name="Shape 509"/>
          <p:cNvSpPr/>
          <p:nvPr/>
        </p:nvSpPr>
        <p:spPr>
          <a:xfrm>
            <a:off x="82296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2" name="Shape 510"/>
          <p:cNvSpPr/>
          <p:nvPr/>
        </p:nvSpPr>
        <p:spPr>
          <a:xfrm>
            <a:off x="83393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3" name="Shape 511"/>
          <p:cNvSpPr/>
          <p:nvPr/>
        </p:nvSpPr>
        <p:spPr>
          <a:xfrm>
            <a:off x="84490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4" name="Shape 512"/>
          <p:cNvSpPr/>
          <p:nvPr/>
        </p:nvSpPr>
        <p:spPr>
          <a:xfrm>
            <a:off x="85587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5" name="Shape 513"/>
          <p:cNvSpPr/>
          <p:nvPr/>
        </p:nvSpPr>
        <p:spPr>
          <a:xfrm>
            <a:off x="86685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6" name="Shape 514"/>
          <p:cNvSpPr/>
          <p:nvPr/>
        </p:nvSpPr>
        <p:spPr>
          <a:xfrm>
            <a:off x="87782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7" name="Shape 515"/>
          <p:cNvSpPr/>
          <p:nvPr/>
        </p:nvSpPr>
        <p:spPr>
          <a:xfrm>
            <a:off x="88879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8" name="Shape 516"/>
          <p:cNvSpPr/>
          <p:nvPr/>
        </p:nvSpPr>
        <p:spPr>
          <a:xfrm>
            <a:off x="89976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9" name="Shape 517"/>
          <p:cNvSpPr/>
          <p:nvPr/>
        </p:nvSpPr>
        <p:spPr>
          <a:xfrm>
            <a:off x="91074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0" name="Shape 518"/>
          <p:cNvSpPr/>
          <p:nvPr/>
        </p:nvSpPr>
        <p:spPr>
          <a:xfrm>
            <a:off x="92171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1" name="Shape 519"/>
          <p:cNvSpPr/>
          <p:nvPr/>
        </p:nvSpPr>
        <p:spPr>
          <a:xfrm>
            <a:off x="93268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2" name="Shape 520"/>
          <p:cNvSpPr/>
          <p:nvPr/>
        </p:nvSpPr>
        <p:spPr>
          <a:xfrm>
            <a:off x="94366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3" name="Shape 521"/>
          <p:cNvSpPr/>
          <p:nvPr/>
        </p:nvSpPr>
        <p:spPr>
          <a:xfrm>
            <a:off x="95463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4" name="Shape 522"/>
          <p:cNvSpPr/>
          <p:nvPr/>
        </p:nvSpPr>
        <p:spPr>
          <a:xfrm>
            <a:off x="96560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5" name="Shape 523"/>
          <p:cNvSpPr/>
          <p:nvPr/>
        </p:nvSpPr>
        <p:spPr>
          <a:xfrm>
            <a:off x="97657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6" name="Shape 524"/>
          <p:cNvSpPr/>
          <p:nvPr/>
        </p:nvSpPr>
        <p:spPr>
          <a:xfrm>
            <a:off x="98755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7" name="Shape 525"/>
          <p:cNvSpPr/>
          <p:nvPr/>
        </p:nvSpPr>
        <p:spPr>
          <a:xfrm>
            <a:off x="99852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8" name="Shape 526"/>
          <p:cNvSpPr/>
          <p:nvPr/>
        </p:nvSpPr>
        <p:spPr>
          <a:xfrm>
            <a:off x="100949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9" name="Shape 527"/>
          <p:cNvSpPr/>
          <p:nvPr/>
        </p:nvSpPr>
        <p:spPr>
          <a:xfrm>
            <a:off x="102047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0" name="Shape 528"/>
          <p:cNvSpPr/>
          <p:nvPr/>
        </p:nvSpPr>
        <p:spPr>
          <a:xfrm>
            <a:off x="103144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1" name="Shape 529"/>
          <p:cNvSpPr/>
          <p:nvPr/>
        </p:nvSpPr>
        <p:spPr>
          <a:xfrm>
            <a:off x="104241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2" name="Shape 530"/>
          <p:cNvSpPr/>
          <p:nvPr/>
        </p:nvSpPr>
        <p:spPr>
          <a:xfrm>
            <a:off x="105338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3" name="Shape 531"/>
          <p:cNvSpPr/>
          <p:nvPr/>
        </p:nvSpPr>
        <p:spPr>
          <a:xfrm>
            <a:off x="106436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4" name="Shape 532"/>
          <p:cNvSpPr/>
          <p:nvPr/>
        </p:nvSpPr>
        <p:spPr>
          <a:xfrm>
            <a:off x="107533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5" name="Shape 533"/>
          <p:cNvSpPr/>
          <p:nvPr/>
        </p:nvSpPr>
        <p:spPr>
          <a:xfrm>
            <a:off x="108630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6" name="Shape 534"/>
          <p:cNvSpPr/>
          <p:nvPr/>
        </p:nvSpPr>
        <p:spPr>
          <a:xfrm>
            <a:off x="109728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7" name="Shape 535"/>
          <p:cNvSpPr/>
          <p:nvPr/>
        </p:nvSpPr>
        <p:spPr>
          <a:xfrm>
            <a:off x="110825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8" name="Shape 536"/>
          <p:cNvSpPr/>
          <p:nvPr/>
        </p:nvSpPr>
        <p:spPr>
          <a:xfrm>
            <a:off x="111922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9" name="Shape 537"/>
          <p:cNvSpPr/>
          <p:nvPr/>
        </p:nvSpPr>
        <p:spPr>
          <a:xfrm>
            <a:off x="113019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0" name="Shape 538"/>
          <p:cNvSpPr/>
          <p:nvPr/>
        </p:nvSpPr>
        <p:spPr>
          <a:xfrm>
            <a:off x="114117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1" name="Shape 539"/>
          <p:cNvSpPr/>
          <p:nvPr/>
        </p:nvSpPr>
        <p:spPr>
          <a:xfrm>
            <a:off x="115214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2" name="Shape 540"/>
          <p:cNvSpPr/>
          <p:nvPr/>
        </p:nvSpPr>
        <p:spPr>
          <a:xfrm>
            <a:off x="116311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3" name="Shape 541"/>
          <p:cNvSpPr/>
          <p:nvPr/>
        </p:nvSpPr>
        <p:spPr>
          <a:xfrm>
            <a:off x="117408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4" name="Shape 542"/>
          <p:cNvSpPr/>
          <p:nvPr/>
        </p:nvSpPr>
        <p:spPr>
          <a:xfrm>
            <a:off x="548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5" name="Shape 543"/>
          <p:cNvSpPr/>
          <p:nvPr/>
        </p:nvSpPr>
        <p:spPr>
          <a:xfrm>
            <a:off x="1645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6" name="Shape 544"/>
          <p:cNvSpPr/>
          <p:nvPr/>
        </p:nvSpPr>
        <p:spPr>
          <a:xfrm>
            <a:off x="2743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7" name="Shape 545"/>
          <p:cNvSpPr/>
          <p:nvPr/>
        </p:nvSpPr>
        <p:spPr>
          <a:xfrm>
            <a:off x="3840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8" name="Shape 546"/>
          <p:cNvSpPr/>
          <p:nvPr/>
        </p:nvSpPr>
        <p:spPr>
          <a:xfrm>
            <a:off x="4937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9" name="Shape 547"/>
          <p:cNvSpPr/>
          <p:nvPr/>
        </p:nvSpPr>
        <p:spPr>
          <a:xfrm>
            <a:off x="6035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0" name="Shape 548"/>
          <p:cNvSpPr/>
          <p:nvPr/>
        </p:nvSpPr>
        <p:spPr>
          <a:xfrm>
            <a:off x="7132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1" name="Shape 549"/>
          <p:cNvSpPr/>
          <p:nvPr/>
        </p:nvSpPr>
        <p:spPr>
          <a:xfrm>
            <a:off x="8229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2" name="Shape 550"/>
          <p:cNvSpPr/>
          <p:nvPr/>
        </p:nvSpPr>
        <p:spPr>
          <a:xfrm>
            <a:off x="9326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3" name="Shape 551"/>
          <p:cNvSpPr/>
          <p:nvPr/>
        </p:nvSpPr>
        <p:spPr>
          <a:xfrm>
            <a:off x="10424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4" name="Shape 552"/>
          <p:cNvSpPr/>
          <p:nvPr/>
        </p:nvSpPr>
        <p:spPr>
          <a:xfrm>
            <a:off x="11521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5" name="Shape 553"/>
          <p:cNvSpPr/>
          <p:nvPr/>
        </p:nvSpPr>
        <p:spPr>
          <a:xfrm>
            <a:off x="12618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6" name="Shape 554"/>
          <p:cNvSpPr/>
          <p:nvPr/>
        </p:nvSpPr>
        <p:spPr>
          <a:xfrm>
            <a:off x="13716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7" name="Shape 555"/>
          <p:cNvSpPr/>
          <p:nvPr/>
        </p:nvSpPr>
        <p:spPr>
          <a:xfrm>
            <a:off x="14813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8" name="Shape 556"/>
          <p:cNvSpPr/>
          <p:nvPr/>
        </p:nvSpPr>
        <p:spPr>
          <a:xfrm>
            <a:off x="15910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9" name="Shape 557"/>
          <p:cNvSpPr/>
          <p:nvPr/>
        </p:nvSpPr>
        <p:spPr>
          <a:xfrm>
            <a:off x="17007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0" name="Shape 558"/>
          <p:cNvSpPr/>
          <p:nvPr/>
        </p:nvSpPr>
        <p:spPr>
          <a:xfrm>
            <a:off x="18105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1" name="Shape 559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2" name="Shape 560"/>
          <p:cNvSpPr/>
          <p:nvPr/>
        </p:nvSpPr>
        <p:spPr>
          <a:xfrm>
            <a:off x="20299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3" name="Shape 561"/>
          <p:cNvSpPr/>
          <p:nvPr/>
        </p:nvSpPr>
        <p:spPr>
          <a:xfrm>
            <a:off x="21396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4" name="Shape 562"/>
          <p:cNvSpPr/>
          <p:nvPr/>
        </p:nvSpPr>
        <p:spPr>
          <a:xfrm>
            <a:off x="22494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5" name="Shape 563"/>
          <p:cNvSpPr/>
          <p:nvPr/>
        </p:nvSpPr>
        <p:spPr>
          <a:xfrm>
            <a:off x="23591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6" name="Shape 564"/>
          <p:cNvSpPr/>
          <p:nvPr/>
        </p:nvSpPr>
        <p:spPr>
          <a:xfrm>
            <a:off x="24688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7" name="Shape 565"/>
          <p:cNvSpPr/>
          <p:nvPr/>
        </p:nvSpPr>
        <p:spPr>
          <a:xfrm>
            <a:off x="25786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8" name="Shape 566"/>
          <p:cNvSpPr/>
          <p:nvPr/>
        </p:nvSpPr>
        <p:spPr>
          <a:xfrm>
            <a:off x="26883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9" name="Shape 567"/>
          <p:cNvSpPr/>
          <p:nvPr/>
        </p:nvSpPr>
        <p:spPr>
          <a:xfrm>
            <a:off x="27980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0" name="Shape 568"/>
          <p:cNvSpPr/>
          <p:nvPr/>
        </p:nvSpPr>
        <p:spPr>
          <a:xfrm>
            <a:off x="29077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1" name="Shape 569"/>
          <p:cNvSpPr/>
          <p:nvPr/>
        </p:nvSpPr>
        <p:spPr>
          <a:xfrm>
            <a:off x="30175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2" name="Shape 570"/>
          <p:cNvSpPr/>
          <p:nvPr/>
        </p:nvSpPr>
        <p:spPr>
          <a:xfrm>
            <a:off x="31272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3" name="Shape 571"/>
          <p:cNvSpPr/>
          <p:nvPr/>
        </p:nvSpPr>
        <p:spPr>
          <a:xfrm>
            <a:off x="32369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4" name="Shape 572"/>
          <p:cNvSpPr/>
          <p:nvPr/>
        </p:nvSpPr>
        <p:spPr>
          <a:xfrm>
            <a:off x="33467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5" name="Shape 573"/>
          <p:cNvSpPr/>
          <p:nvPr/>
        </p:nvSpPr>
        <p:spPr>
          <a:xfrm>
            <a:off x="34564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6" name="Shape 574"/>
          <p:cNvSpPr/>
          <p:nvPr/>
        </p:nvSpPr>
        <p:spPr>
          <a:xfrm>
            <a:off x="35661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7" name="Shape 575"/>
          <p:cNvSpPr/>
          <p:nvPr/>
        </p:nvSpPr>
        <p:spPr>
          <a:xfrm>
            <a:off x="36758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8" name="Shape 576"/>
          <p:cNvSpPr/>
          <p:nvPr/>
        </p:nvSpPr>
        <p:spPr>
          <a:xfrm>
            <a:off x="37856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9" name="Shape 577"/>
          <p:cNvSpPr/>
          <p:nvPr/>
        </p:nvSpPr>
        <p:spPr>
          <a:xfrm>
            <a:off x="38953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0" name="Shape 578"/>
          <p:cNvSpPr/>
          <p:nvPr/>
        </p:nvSpPr>
        <p:spPr>
          <a:xfrm>
            <a:off x="40050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1" name="Shape 579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2" name="Shape 580"/>
          <p:cNvSpPr/>
          <p:nvPr/>
        </p:nvSpPr>
        <p:spPr>
          <a:xfrm>
            <a:off x="42245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3" name="Shape 581"/>
          <p:cNvSpPr/>
          <p:nvPr/>
        </p:nvSpPr>
        <p:spPr>
          <a:xfrm>
            <a:off x="43342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4" name="Shape 582"/>
          <p:cNvSpPr/>
          <p:nvPr/>
        </p:nvSpPr>
        <p:spPr>
          <a:xfrm>
            <a:off x="44439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5" name="Shape 583"/>
          <p:cNvSpPr/>
          <p:nvPr/>
        </p:nvSpPr>
        <p:spPr>
          <a:xfrm>
            <a:off x="45537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6" name="Shape 584"/>
          <p:cNvSpPr/>
          <p:nvPr/>
        </p:nvSpPr>
        <p:spPr>
          <a:xfrm>
            <a:off x="46634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7" name="Shape 585"/>
          <p:cNvSpPr/>
          <p:nvPr/>
        </p:nvSpPr>
        <p:spPr>
          <a:xfrm>
            <a:off x="47731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8" name="Shape 586"/>
          <p:cNvSpPr/>
          <p:nvPr/>
        </p:nvSpPr>
        <p:spPr>
          <a:xfrm>
            <a:off x="48828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9" name="Shape 587"/>
          <p:cNvSpPr/>
          <p:nvPr/>
        </p:nvSpPr>
        <p:spPr>
          <a:xfrm>
            <a:off x="49926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0" name="Shape 588"/>
          <p:cNvSpPr/>
          <p:nvPr/>
        </p:nvSpPr>
        <p:spPr>
          <a:xfrm>
            <a:off x="51023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1" name="Shape 589"/>
          <p:cNvSpPr/>
          <p:nvPr/>
        </p:nvSpPr>
        <p:spPr>
          <a:xfrm>
            <a:off x="52120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2" name="Shape 590"/>
          <p:cNvSpPr/>
          <p:nvPr/>
        </p:nvSpPr>
        <p:spPr>
          <a:xfrm>
            <a:off x="53218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3" name="Shape 591"/>
          <p:cNvSpPr/>
          <p:nvPr/>
        </p:nvSpPr>
        <p:spPr>
          <a:xfrm>
            <a:off x="54315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4" name="Shape 592"/>
          <p:cNvSpPr/>
          <p:nvPr/>
        </p:nvSpPr>
        <p:spPr>
          <a:xfrm>
            <a:off x="55412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5" name="Shape 593"/>
          <p:cNvSpPr/>
          <p:nvPr/>
        </p:nvSpPr>
        <p:spPr>
          <a:xfrm>
            <a:off x="56509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6" name="Shape 594"/>
          <p:cNvSpPr/>
          <p:nvPr/>
        </p:nvSpPr>
        <p:spPr>
          <a:xfrm>
            <a:off x="57607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7" name="Shape 595"/>
          <p:cNvSpPr/>
          <p:nvPr/>
        </p:nvSpPr>
        <p:spPr>
          <a:xfrm>
            <a:off x="58704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8" name="Shape 596"/>
          <p:cNvSpPr/>
          <p:nvPr/>
        </p:nvSpPr>
        <p:spPr>
          <a:xfrm>
            <a:off x="59801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9" name="Shape 597"/>
          <p:cNvSpPr/>
          <p:nvPr/>
        </p:nvSpPr>
        <p:spPr>
          <a:xfrm>
            <a:off x="60899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0" name="Shape 598"/>
          <p:cNvSpPr/>
          <p:nvPr/>
        </p:nvSpPr>
        <p:spPr>
          <a:xfrm>
            <a:off x="61996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1" name="Shape 599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2" name="Shape 600"/>
          <p:cNvSpPr/>
          <p:nvPr/>
        </p:nvSpPr>
        <p:spPr>
          <a:xfrm>
            <a:off x="64190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3" name="Shape 601"/>
          <p:cNvSpPr/>
          <p:nvPr/>
        </p:nvSpPr>
        <p:spPr>
          <a:xfrm>
            <a:off x="65288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4" name="Shape 602"/>
          <p:cNvSpPr/>
          <p:nvPr/>
        </p:nvSpPr>
        <p:spPr>
          <a:xfrm>
            <a:off x="66385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5" name="Shape 603"/>
          <p:cNvSpPr/>
          <p:nvPr/>
        </p:nvSpPr>
        <p:spPr>
          <a:xfrm>
            <a:off x="67482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6" name="Shape 604"/>
          <p:cNvSpPr/>
          <p:nvPr/>
        </p:nvSpPr>
        <p:spPr>
          <a:xfrm>
            <a:off x="68580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7" name="Shape 605"/>
          <p:cNvSpPr/>
          <p:nvPr/>
        </p:nvSpPr>
        <p:spPr>
          <a:xfrm>
            <a:off x="69677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8" name="Shape 606"/>
          <p:cNvSpPr/>
          <p:nvPr/>
        </p:nvSpPr>
        <p:spPr>
          <a:xfrm>
            <a:off x="70774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9" name="Shape 607"/>
          <p:cNvSpPr/>
          <p:nvPr/>
        </p:nvSpPr>
        <p:spPr>
          <a:xfrm>
            <a:off x="71871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0" name="Shape 608"/>
          <p:cNvSpPr/>
          <p:nvPr/>
        </p:nvSpPr>
        <p:spPr>
          <a:xfrm>
            <a:off x="72969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1" name="Shape 609"/>
          <p:cNvSpPr/>
          <p:nvPr/>
        </p:nvSpPr>
        <p:spPr>
          <a:xfrm>
            <a:off x="74066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2" name="Shape 610"/>
          <p:cNvSpPr/>
          <p:nvPr/>
        </p:nvSpPr>
        <p:spPr>
          <a:xfrm>
            <a:off x="75163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3" name="Shape 611"/>
          <p:cNvSpPr/>
          <p:nvPr/>
        </p:nvSpPr>
        <p:spPr>
          <a:xfrm>
            <a:off x="76260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4" name="Shape 612"/>
          <p:cNvSpPr/>
          <p:nvPr/>
        </p:nvSpPr>
        <p:spPr>
          <a:xfrm>
            <a:off x="77358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5" name="Shape 613"/>
          <p:cNvSpPr/>
          <p:nvPr/>
        </p:nvSpPr>
        <p:spPr>
          <a:xfrm>
            <a:off x="78455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6" name="Shape 614"/>
          <p:cNvSpPr/>
          <p:nvPr/>
        </p:nvSpPr>
        <p:spPr>
          <a:xfrm>
            <a:off x="79552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7" name="Shape 615"/>
          <p:cNvSpPr/>
          <p:nvPr/>
        </p:nvSpPr>
        <p:spPr>
          <a:xfrm>
            <a:off x="80650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8" name="Shape 616"/>
          <p:cNvSpPr/>
          <p:nvPr/>
        </p:nvSpPr>
        <p:spPr>
          <a:xfrm>
            <a:off x="81747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9" name="Shape 617"/>
          <p:cNvSpPr/>
          <p:nvPr/>
        </p:nvSpPr>
        <p:spPr>
          <a:xfrm>
            <a:off x="82844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0" name="Shape 618"/>
          <p:cNvSpPr/>
          <p:nvPr/>
        </p:nvSpPr>
        <p:spPr>
          <a:xfrm>
            <a:off x="83941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1" name="Shape 619"/>
          <p:cNvSpPr/>
          <p:nvPr/>
        </p:nvSpPr>
        <p:spPr>
          <a:xfrm>
            <a:off x="85039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2" name="Shape 620"/>
          <p:cNvSpPr/>
          <p:nvPr/>
        </p:nvSpPr>
        <p:spPr>
          <a:xfrm>
            <a:off x="86136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3" name="Shape 621"/>
          <p:cNvSpPr/>
          <p:nvPr/>
        </p:nvSpPr>
        <p:spPr>
          <a:xfrm>
            <a:off x="87233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4" name="Shape 622"/>
          <p:cNvSpPr/>
          <p:nvPr/>
        </p:nvSpPr>
        <p:spPr>
          <a:xfrm>
            <a:off x="88331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5" name="Shape 623"/>
          <p:cNvSpPr/>
          <p:nvPr/>
        </p:nvSpPr>
        <p:spPr>
          <a:xfrm>
            <a:off x="89428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6" name="Shape 624"/>
          <p:cNvSpPr/>
          <p:nvPr/>
        </p:nvSpPr>
        <p:spPr>
          <a:xfrm>
            <a:off x="90525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7" name="Shape 625"/>
          <p:cNvSpPr/>
          <p:nvPr/>
        </p:nvSpPr>
        <p:spPr>
          <a:xfrm>
            <a:off x="91622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8" name="Shape 626"/>
          <p:cNvSpPr/>
          <p:nvPr/>
        </p:nvSpPr>
        <p:spPr>
          <a:xfrm>
            <a:off x="92720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9" name="Shape 627"/>
          <p:cNvSpPr/>
          <p:nvPr/>
        </p:nvSpPr>
        <p:spPr>
          <a:xfrm>
            <a:off x="93817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0" name="Shape 628"/>
          <p:cNvSpPr/>
          <p:nvPr/>
        </p:nvSpPr>
        <p:spPr>
          <a:xfrm>
            <a:off x="94914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1" name="Shape 629"/>
          <p:cNvSpPr/>
          <p:nvPr/>
        </p:nvSpPr>
        <p:spPr>
          <a:xfrm>
            <a:off x="96012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2" name="Shape 630"/>
          <p:cNvSpPr/>
          <p:nvPr/>
        </p:nvSpPr>
        <p:spPr>
          <a:xfrm>
            <a:off x="97109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3" name="Shape 631"/>
          <p:cNvSpPr/>
          <p:nvPr/>
        </p:nvSpPr>
        <p:spPr>
          <a:xfrm>
            <a:off x="98206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4" name="Shape 632"/>
          <p:cNvSpPr/>
          <p:nvPr/>
        </p:nvSpPr>
        <p:spPr>
          <a:xfrm>
            <a:off x="99303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5" name="Shape 633"/>
          <p:cNvSpPr/>
          <p:nvPr/>
        </p:nvSpPr>
        <p:spPr>
          <a:xfrm>
            <a:off x="100401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6" name="Shape 634"/>
          <p:cNvSpPr/>
          <p:nvPr/>
        </p:nvSpPr>
        <p:spPr>
          <a:xfrm>
            <a:off x="101498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7" name="Shape 635"/>
          <p:cNvSpPr/>
          <p:nvPr/>
        </p:nvSpPr>
        <p:spPr>
          <a:xfrm>
            <a:off x="102595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8" name="Shape 636"/>
          <p:cNvSpPr/>
          <p:nvPr/>
        </p:nvSpPr>
        <p:spPr>
          <a:xfrm>
            <a:off x="103692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9" name="Shape 637"/>
          <p:cNvSpPr/>
          <p:nvPr/>
        </p:nvSpPr>
        <p:spPr>
          <a:xfrm>
            <a:off x="104790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0" name="Shape 638"/>
          <p:cNvSpPr/>
          <p:nvPr/>
        </p:nvSpPr>
        <p:spPr>
          <a:xfrm>
            <a:off x="105887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1" name="Shape 639"/>
          <p:cNvSpPr/>
          <p:nvPr/>
        </p:nvSpPr>
        <p:spPr>
          <a:xfrm>
            <a:off x="106984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2" name="Shape 640"/>
          <p:cNvSpPr/>
          <p:nvPr/>
        </p:nvSpPr>
        <p:spPr>
          <a:xfrm>
            <a:off x="108082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3" name="Shape 641"/>
          <p:cNvSpPr/>
          <p:nvPr/>
        </p:nvSpPr>
        <p:spPr>
          <a:xfrm>
            <a:off x="109179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4" name="Shape 642"/>
          <p:cNvSpPr/>
          <p:nvPr/>
        </p:nvSpPr>
        <p:spPr>
          <a:xfrm>
            <a:off x="110276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5" name="Shape 643"/>
          <p:cNvSpPr/>
          <p:nvPr/>
        </p:nvSpPr>
        <p:spPr>
          <a:xfrm>
            <a:off x="111373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6" name="Shape 644"/>
          <p:cNvSpPr/>
          <p:nvPr/>
        </p:nvSpPr>
        <p:spPr>
          <a:xfrm>
            <a:off x="112471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7" name="Shape 645"/>
          <p:cNvSpPr/>
          <p:nvPr/>
        </p:nvSpPr>
        <p:spPr>
          <a:xfrm>
            <a:off x="113568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8" name="Shape 646"/>
          <p:cNvSpPr/>
          <p:nvPr/>
        </p:nvSpPr>
        <p:spPr>
          <a:xfrm>
            <a:off x="114665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9" name="Shape 647"/>
          <p:cNvSpPr/>
          <p:nvPr/>
        </p:nvSpPr>
        <p:spPr>
          <a:xfrm>
            <a:off x="115763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0" name="Shape 648"/>
          <p:cNvSpPr/>
          <p:nvPr/>
        </p:nvSpPr>
        <p:spPr>
          <a:xfrm>
            <a:off x="116860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1" name="Shape 649"/>
          <p:cNvSpPr/>
          <p:nvPr/>
        </p:nvSpPr>
        <p:spPr>
          <a:xfrm>
            <a:off x="117957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2" name="Shape 650"/>
          <p:cNvSpPr/>
          <p:nvPr/>
        </p:nvSpPr>
        <p:spPr>
          <a:xfrm>
            <a:off x="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3" name="Shape 651"/>
          <p:cNvSpPr/>
          <p:nvPr/>
        </p:nvSpPr>
        <p:spPr>
          <a:xfrm>
            <a:off x="1097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4" name="Shape 652"/>
          <p:cNvSpPr/>
          <p:nvPr/>
        </p:nvSpPr>
        <p:spPr>
          <a:xfrm>
            <a:off x="2194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5" name="Shape 653"/>
          <p:cNvSpPr/>
          <p:nvPr/>
        </p:nvSpPr>
        <p:spPr>
          <a:xfrm>
            <a:off x="3291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6" name="Shape 654"/>
          <p:cNvSpPr/>
          <p:nvPr/>
        </p:nvSpPr>
        <p:spPr>
          <a:xfrm>
            <a:off x="4389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7" name="Shape 655"/>
          <p:cNvSpPr/>
          <p:nvPr/>
        </p:nvSpPr>
        <p:spPr>
          <a:xfrm>
            <a:off x="5486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8" name="Shape 656"/>
          <p:cNvSpPr/>
          <p:nvPr/>
        </p:nvSpPr>
        <p:spPr>
          <a:xfrm>
            <a:off x="6583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9" name="Shape 657"/>
          <p:cNvSpPr/>
          <p:nvPr/>
        </p:nvSpPr>
        <p:spPr>
          <a:xfrm>
            <a:off x="7680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0" name="Shape 658"/>
          <p:cNvSpPr/>
          <p:nvPr/>
        </p:nvSpPr>
        <p:spPr>
          <a:xfrm>
            <a:off x="8778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1" name="Shape 659"/>
          <p:cNvSpPr/>
          <p:nvPr/>
        </p:nvSpPr>
        <p:spPr>
          <a:xfrm>
            <a:off x="9875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2" name="Shape 660"/>
          <p:cNvSpPr/>
          <p:nvPr/>
        </p:nvSpPr>
        <p:spPr>
          <a:xfrm>
            <a:off x="10972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3" name="Shape 661"/>
          <p:cNvSpPr/>
          <p:nvPr/>
        </p:nvSpPr>
        <p:spPr>
          <a:xfrm>
            <a:off x="12070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4" name="Shape 662"/>
          <p:cNvSpPr/>
          <p:nvPr/>
        </p:nvSpPr>
        <p:spPr>
          <a:xfrm>
            <a:off x="13167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5" name="Shape 663"/>
          <p:cNvSpPr/>
          <p:nvPr/>
        </p:nvSpPr>
        <p:spPr>
          <a:xfrm>
            <a:off x="14264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6" name="Shape 664"/>
          <p:cNvSpPr/>
          <p:nvPr/>
        </p:nvSpPr>
        <p:spPr>
          <a:xfrm>
            <a:off x="15361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7" name="Shape 665"/>
          <p:cNvSpPr/>
          <p:nvPr/>
        </p:nvSpPr>
        <p:spPr>
          <a:xfrm>
            <a:off x="16459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8" name="Shape 666"/>
          <p:cNvSpPr/>
          <p:nvPr/>
        </p:nvSpPr>
        <p:spPr>
          <a:xfrm>
            <a:off x="17556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9" name="Shape 667"/>
          <p:cNvSpPr/>
          <p:nvPr/>
        </p:nvSpPr>
        <p:spPr>
          <a:xfrm>
            <a:off x="18653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0" name="Shape 668"/>
          <p:cNvSpPr/>
          <p:nvPr/>
        </p:nvSpPr>
        <p:spPr>
          <a:xfrm>
            <a:off x="19751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1" name="Shape 669"/>
          <p:cNvSpPr/>
          <p:nvPr/>
        </p:nvSpPr>
        <p:spPr>
          <a:xfrm>
            <a:off x="20848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2" name="Shape 670"/>
          <p:cNvSpPr/>
          <p:nvPr/>
        </p:nvSpPr>
        <p:spPr>
          <a:xfrm>
            <a:off x="21945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3" name="Shape 671"/>
          <p:cNvSpPr/>
          <p:nvPr/>
        </p:nvSpPr>
        <p:spPr>
          <a:xfrm>
            <a:off x="23042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4" name="Shape 672"/>
          <p:cNvSpPr/>
          <p:nvPr/>
        </p:nvSpPr>
        <p:spPr>
          <a:xfrm>
            <a:off x="24140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5" name="Shape 673"/>
          <p:cNvSpPr/>
          <p:nvPr/>
        </p:nvSpPr>
        <p:spPr>
          <a:xfrm>
            <a:off x="25237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6" name="Shape 674"/>
          <p:cNvSpPr/>
          <p:nvPr/>
        </p:nvSpPr>
        <p:spPr>
          <a:xfrm>
            <a:off x="26334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7" name="Shape 675"/>
          <p:cNvSpPr/>
          <p:nvPr/>
        </p:nvSpPr>
        <p:spPr>
          <a:xfrm>
            <a:off x="27432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8" name="Shape 676"/>
          <p:cNvSpPr/>
          <p:nvPr/>
        </p:nvSpPr>
        <p:spPr>
          <a:xfrm>
            <a:off x="28529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9" name="Shape 677"/>
          <p:cNvSpPr/>
          <p:nvPr/>
        </p:nvSpPr>
        <p:spPr>
          <a:xfrm>
            <a:off x="29626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0" name="Shape 678"/>
          <p:cNvSpPr/>
          <p:nvPr/>
        </p:nvSpPr>
        <p:spPr>
          <a:xfrm>
            <a:off x="30723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1" name="Shape 679"/>
          <p:cNvSpPr/>
          <p:nvPr/>
        </p:nvSpPr>
        <p:spPr>
          <a:xfrm>
            <a:off x="31821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2" name="Shape 680"/>
          <p:cNvSpPr/>
          <p:nvPr/>
        </p:nvSpPr>
        <p:spPr>
          <a:xfrm>
            <a:off x="32918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3" name="Shape 681"/>
          <p:cNvSpPr/>
          <p:nvPr/>
        </p:nvSpPr>
        <p:spPr>
          <a:xfrm>
            <a:off x="34015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4" name="Shape 682"/>
          <p:cNvSpPr/>
          <p:nvPr/>
        </p:nvSpPr>
        <p:spPr>
          <a:xfrm>
            <a:off x="35112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5" name="Shape 683"/>
          <p:cNvSpPr/>
          <p:nvPr/>
        </p:nvSpPr>
        <p:spPr>
          <a:xfrm>
            <a:off x="36210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6" name="Shape 684"/>
          <p:cNvSpPr/>
          <p:nvPr/>
        </p:nvSpPr>
        <p:spPr>
          <a:xfrm>
            <a:off x="37307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7" name="Shape 685"/>
          <p:cNvSpPr/>
          <p:nvPr/>
        </p:nvSpPr>
        <p:spPr>
          <a:xfrm>
            <a:off x="38404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8" name="Shape 686"/>
          <p:cNvSpPr/>
          <p:nvPr/>
        </p:nvSpPr>
        <p:spPr>
          <a:xfrm>
            <a:off x="39502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9" name="Shape 687"/>
          <p:cNvSpPr/>
          <p:nvPr/>
        </p:nvSpPr>
        <p:spPr>
          <a:xfrm>
            <a:off x="40599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0" name="Shape 688"/>
          <p:cNvSpPr/>
          <p:nvPr/>
        </p:nvSpPr>
        <p:spPr>
          <a:xfrm>
            <a:off x="41696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1" name="Shape 689"/>
          <p:cNvSpPr/>
          <p:nvPr/>
        </p:nvSpPr>
        <p:spPr>
          <a:xfrm>
            <a:off x="42793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2" name="Shape 690"/>
          <p:cNvSpPr/>
          <p:nvPr/>
        </p:nvSpPr>
        <p:spPr>
          <a:xfrm>
            <a:off x="43891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3" name="Shape 691"/>
          <p:cNvSpPr/>
          <p:nvPr/>
        </p:nvSpPr>
        <p:spPr>
          <a:xfrm>
            <a:off x="44988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4" name="Shape 692"/>
          <p:cNvSpPr/>
          <p:nvPr/>
        </p:nvSpPr>
        <p:spPr>
          <a:xfrm>
            <a:off x="46085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5" name="Shape 693"/>
          <p:cNvSpPr/>
          <p:nvPr/>
        </p:nvSpPr>
        <p:spPr>
          <a:xfrm>
            <a:off x="47183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6" name="Shape 694"/>
          <p:cNvSpPr/>
          <p:nvPr/>
        </p:nvSpPr>
        <p:spPr>
          <a:xfrm>
            <a:off x="48280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7" name="Shape 695"/>
          <p:cNvSpPr/>
          <p:nvPr/>
        </p:nvSpPr>
        <p:spPr>
          <a:xfrm>
            <a:off x="49377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8" name="Shape 696"/>
          <p:cNvSpPr/>
          <p:nvPr/>
        </p:nvSpPr>
        <p:spPr>
          <a:xfrm>
            <a:off x="50474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9" name="Shape 697"/>
          <p:cNvSpPr/>
          <p:nvPr/>
        </p:nvSpPr>
        <p:spPr>
          <a:xfrm>
            <a:off x="51572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0" name="Shape 698"/>
          <p:cNvSpPr/>
          <p:nvPr/>
        </p:nvSpPr>
        <p:spPr>
          <a:xfrm>
            <a:off x="52669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1" name="Shape 699"/>
          <p:cNvSpPr/>
          <p:nvPr/>
        </p:nvSpPr>
        <p:spPr>
          <a:xfrm>
            <a:off x="53766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2" name="Shape 700"/>
          <p:cNvSpPr/>
          <p:nvPr/>
        </p:nvSpPr>
        <p:spPr>
          <a:xfrm>
            <a:off x="54864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3" name="Shape 701"/>
          <p:cNvSpPr/>
          <p:nvPr/>
        </p:nvSpPr>
        <p:spPr>
          <a:xfrm>
            <a:off x="55961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4" name="Shape 702"/>
          <p:cNvSpPr/>
          <p:nvPr/>
        </p:nvSpPr>
        <p:spPr>
          <a:xfrm>
            <a:off x="57058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5" name="Shape 703"/>
          <p:cNvSpPr/>
          <p:nvPr/>
        </p:nvSpPr>
        <p:spPr>
          <a:xfrm>
            <a:off x="58155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6" name="Shape 704"/>
          <p:cNvSpPr/>
          <p:nvPr/>
        </p:nvSpPr>
        <p:spPr>
          <a:xfrm>
            <a:off x="59253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7" name="Shape 705"/>
          <p:cNvSpPr/>
          <p:nvPr/>
        </p:nvSpPr>
        <p:spPr>
          <a:xfrm>
            <a:off x="60350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8" name="Shape 706"/>
          <p:cNvSpPr/>
          <p:nvPr/>
        </p:nvSpPr>
        <p:spPr>
          <a:xfrm>
            <a:off x="61447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9" name="Shape 707"/>
          <p:cNvSpPr/>
          <p:nvPr/>
        </p:nvSpPr>
        <p:spPr>
          <a:xfrm>
            <a:off x="62544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0" name="Shape 708"/>
          <p:cNvSpPr/>
          <p:nvPr/>
        </p:nvSpPr>
        <p:spPr>
          <a:xfrm>
            <a:off x="63642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1" name="Shape 709"/>
          <p:cNvSpPr/>
          <p:nvPr/>
        </p:nvSpPr>
        <p:spPr>
          <a:xfrm>
            <a:off x="64739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2" name="Shape 710"/>
          <p:cNvSpPr/>
          <p:nvPr/>
        </p:nvSpPr>
        <p:spPr>
          <a:xfrm>
            <a:off x="65836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3" name="Shape 711"/>
          <p:cNvSpPr/>
          <p:nvPr/>
        </p:nvSpPr>
        <p:spPr>
          <a:xfrm>
            <a:off x="66934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4" name="Shape 712"/>
          <p:cNvSpPr/>
          <p:nvPr/>
        </p:nvSpPr>
        <p:spPr>
          <a:xfrm>
            <a:off x="68031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5" name="Shape 713"/>
          <p:cNvSpPr/>
          <p:nvPr/>
        </p:nvSpPr>
        <p:spPr>
          <a:xfrm>
            <a:off x="69128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6" name="Shape 714"/>
          <p:cNvSpPr/>
          <p:nvPr/>
        </p:nvSpPr>
        <p:spPr>
          <a:xfrm>
            <a:off x="70225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7" name="Shape 715"/>
          <p:cNvSpPr/>
          <p:nvPr/>
        </p:nvSpPr>
        <p:spPr>
          <a:xfrm>
            <a:off x="71323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8" name="Shape 716"/>
          <p:cNvSpPr/>
          <p:nvPr/>
        </p:nvSpPr>
        <p:spPr>
          <a:xfrm>
            <a:off x="72420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9" name="Shape 717"/>
          <p:cNvSpPr/>
          <p:nvPr/>
        </p:nvSpPr>
        <p:spPr>
          <a:xfrm>
            <a:off x="73517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0" name="Shape 718"/>
          <p:cNvSpPr/>
          <p:nvPr/>
        </p:nvSpPr>
        <p:spPr>
          <a:xfrm>
            <a:off x="74615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1" name="Shape 719"/>
          <p:cNvSpPr/>
          <p:nvPr/>
        </p:nvSpPr>
        <p:spPr>
          <a:xfrm>
            <a:off x="75712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2" name="Shape 720"/>
          <p:cNvSpPr/>
          <p:nvPr/>
        </p:nvSpPr>
        <p:spPr>
          <a:xfrm>
            <a:off x="76809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3" name="Shape 721"/>
          <p:cNvSpPr/>
          <p:nvPr/>
        </p:nvSpPr>
        <p:spPr>
          <a:xfrm>
            <a:off x="77906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4" name="Shape 722"/>
          <p:cNvSpPr/>
          <p:nvPr/>
        </p:nvSpPr>
        <p:spPr>
          <a:xfrm>
            <a:off x="79004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5" name="Shape 723"/>
          <p:cNvSpPr/>
          <p:nvPr/>
        </p:nvSpPr>
        <p:spPr>
          <a:xfrm>
            <a:off x="80101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6" name="Shape 724"/>
          <p:cNvSpPr/>
          <p:nvPr/>
        </p:nvSpPr>
        <p:spPr>
          <a:xfrm>
            <a:off x="81198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7" name="Shape 725"/>
          <p:cNvSpPr/>
          <p:nvPr/>
        </p:nvSpPr>
        <p:spPr>
          <a:xfrm>
            <a:off x="82296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8" name="Shape 726"/>
          <p:cNvSpPr/>
          <p:nvPr/>
        </p:nvSpPr>
        <p:spPr>
          <a:xfrm>
            <a:off x="83393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9" name="Shape 727"/>
          <p:cNvSpPr/>
          <p:nvPr/>
        </p:nvSpPr>
        <p:spPr>
          <a:xfrm>
            <a:off x="84490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0" name="Shape 728"/>
          <p:cNvSpPr/>
          <p:nvPr/>
        </p:nvSpPr>
        <p:spPr>
          <a:xfrm>
            <a:off x="85587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1" name="Shape 729"/>
          <p:cNvSpPr/>
          <p:nvPr/>
        </p:nvSpPr>
        <p:spPr>
          <a:xfrm>
            <a:off x="86685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2" name="Shape 730"/>
          <p:cNvSpPr/>
          <p:nvPr/>
        </p:nvSpPr>
        <p:spPr>
          <a:xfrm>
            <a:off x="87782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3" name="Shape 731"/>
          <p:cNvSpPr/>
          <p:nvPr/>
        </p:nvSpPr>
        <p:spPr>
          <a:xfrm>
            <a:off x="88879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4" name="Shape 732"/>
          <p:cNvSpPr/>
          <p:nvPr/>
        </p:nvSpPr>
        <p:spPr>
          <a:xfrm>
            <a:off x="89976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5" name="Shape 733"/>
          <p:cNvSpPr/>
          <p:nvPr/>
        </p:nvSpPr>
        <p:spPr>
          <a:xfrm>
            <a:off x="91074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6" name="Shape 734"/>
          <p:cNvSpPr/>
          <p:nvPr/>
        </p:nvSpPr>
        <p:spPr>
          <a:xfrm>
            <a:off x="92171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7" name="Shape 735"/>
          <p:cNvSpPr/>
          <p:nvPr/>
        </p:nvSpPr>
        <p:spPr>
          <a:xfrm>
            <a:off x="93268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8" name="Shape 736"/>
          <p:cNvSpPr/>
          <p:nvPr/>
        </p:nvSpPr>
        <p:spPr>
          <a:xfrm>
            <a:off x="94366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9" name="Shape 737"/>
          <p:cNvSpPr/>
          <p:nvPr/>
        </p:nvSpPr>
        <p:spPr>
          <a:xfrm>
            <a:off x="95463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0" name="Shape 738"/>
          <p:cNvSpPr/>
          <p:nvPr/>
        </p:nvSpPr>
        <p:spPr>
          <a:xfrm>
            <a:off x="96560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1" name="Shape 739"/>
          <p:cNvSpPr/>
          <p:nvPr/>
        </p:nvSpPr>
        <p:spPr>
          <a:xfrm>
            <a:off x="97657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2" name="Shape 740"/>
          <p:cNvSpPr/>
          <p:nvPr/>
        </p:nvSpPr>
        <p:spPr>
          <a:xfrm>
            <a:off x="98755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3" name="Shape 741"/>
          <p:cNvSpPr/>
          <p:nvPr/>
        </p:nvSpPr>
        <p:spPr>
          <a:xfrm>
            <a:off x="99852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4" name="Shape 742"/>
          <p:cNvSpPr/>
          <p:nvPr/>
        </p:nvSpPr>
        <p:spPr>
          <a:xfrm>
            <a:off x="100949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5" name="Shape 743"/>
          <p:cNvSpPr/>
          <p:nvPr/>
        </p:nvSpPr>
        <p:spPr>
          <a:xfrm>
            <a:off x="102047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6" name="Shape 744"/>
          <p:cNvSpPr/>
          <p:nvPr/>
        </p:nvSpPr>
        <p:spPr>
          <a:xfrm>
            <a:off x="103144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7" name="Shape 745"/>
          <p:cNvSpPr/>
          <p:nvPr/>
        </p:nvSpPr>
        <p:spPr>
          <a:xfrm>
            <a:off x="104241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8" name="Shape 746"/>
          <p:cNvSpPr/>
          <p:nvPr/>
        </p:nvSpPr>
        <p:spPr>
          <a:xfrm>
            <a:off x="105338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9" name="Shape 747"/>
          <p:cNvSpPr/>
          <p:nvPr/>
        </p:nvSpPr>
        <p:spPr>
          <a:xfrm>
            <a:off x="106436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0" name="Shape 748"/>
          <p:cNvSpPr/>
          <p:nvPr/>
        </p:nvSpPr>
        <p:spPr>
          <a:xfrm>
            <a:off x="107533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1" name="Shape 749"/>
          <p:cNvSpPr/>
          <p:nvPr/>
        </p:nvSpPr>
        <p:spPr>
          <a:xfrm>
            <a:off x="108630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2" name="Shape 750"/>
          <p:cNvSpPr/>
          <p:nvPr/>
        </p:nvSpPr>
        <p:spPr>
          <a:xfrm>
            <a:off x="109728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3" name="Shape 751"/>
          <p:cNvSpPr/>
          <p:nvPr/>
        </p:nvSpPr>
        <p:spPr>
          <a:xfrm>
            <a:off x="110825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4" name="Shape 752"/>
          <p:cNvSpPr/>
          <p:nvPr/>
        </p:nvSpPr>
        <p:spPr>
          <a:xfrm>
            <a:off x="111922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5" name="Shape 753"/>
          <p:cNvSpPr/>
          <p:nvPr/>
        </p:nvSpPr>
        <p:spPr>
          <a:xfrm>
            <a:off x="113019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6" name="Shape 754"/>
          <p:cNvSpPr/>
          <p:nvPr/>
        </p:nvSpPr>
        <p:spPr>
          <a:xfrm>
            <a:off x="114117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7" name="Shape 755"/>
          <p:cNvSpPr/>
          <p:nvPr/>
        </p:nvSpPr>
        <p:spPr>
          <a:xfrm>
            <a:off x="115214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8" name="Shape 756"/>
          <p:cNvSpPr/>
          <p:nvPr/>
        </p:nvSpPr>
        <p:spPr>
          <a:xfrm>
            <a:off x="116311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9" name="Shape 757"/>
          <p:cNvSpPr/>
          <p:nvPr/>
        </p:nvSpPr>
        <p:spPr>
          <a:xfrm>
            <a:off x="117408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0" name="Shape 758"/>
          <p:cNvSpPr/>
          <p:nvPr/>
        </p:nvSpPr>
        <p:spPr>
          <a:xfrm>
            <a:off x="548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1" name="Shape 759"/>
          <p:cNvSpPr/>
          <p:nvPr/>
        </p:nvSpPr>
        <p:spPr>
          <a:xfrm>
            <a:off x="1645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2" name="Shape 760"/>
          <p:cNvSpPr/>
          <p:nvPr/>
        </p:nvSpPr>
        <p:spPr>
          <a:xfrm>
            <a:off x="2743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3" name="Shape 761"/>
          <p:cNvSpPr/>
          <p:nvPr/>
        </p:nvSpPr>
        <p:spPr>
          <a:xfrm>
            <a:off x="3840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4" name="Shape 762"/>
          <p:cNvSpPr/>
          <p:nvPr/>
        </p:nvSpPr>
        <p:spPr>
          <a:xfrm>
            <a:off x="4937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5" name="Shape 763"/>
          <p:cNvSpPr/>
          <p:nvPr/>
        </p:nvSpPr>
        <p:spPr>
          <a:xfrm>
            <a:off x="6035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6" name="Shape 764"/>
          <p:cNvSpPr/>
          <p:nvPr/>
        </p:nvSpPr>
        <p:spPr>
          <a:xfrm>
            <a:off x="7132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7" name="Shape 765"/>
          <p:cNvSpPr/>
          <p:nvPr/>
        </p:nvSpPr>
        <p:spPr>
          <a:xfrm>
            <a:off x="8229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8" name="Shape 766"/>
          <p:cNvSpPr/>
          <p:nvPr/>
        </p:nvSpPr>
        <p:spPr>
          <a:xfrm>
            <a:off x="9326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9" name="Shape 767"/>
          <p:cNvSpPr/>
          <p:nvPr/>
        </p:nvSpPr>
        <p:spPr>
          <a:xfrm>
            <a:off x="10424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0" name="Shape 768"/>
          <p:cNvSpPr/>
          <p:nvPr/>
        </p:nvSpPr>
        <p:spPr>
          <a:xfrm>
            <a:off x="11521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1" name="Shape 769"/>
          <p:cNvSpPr/>
          <p:nvPr/>
        </p:nvSpPr>
        <p:spPr>
          <a:xfrm>
            <a:off x="12618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2" name="Shape 770"/>
          <p:cNvSpPr/>
          <p:nvPr/>
        </p:nvSpPr>
        <p:spPr>
          <a:xfrm>
            <a:off x="13716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3" name="Shape 771"/>
          <p:cNvSpPr/>
          <p:nvPr/>
        </p:nvSpPr>
        <p:spPr>
          <a:xfrm>
            <a:off x="14813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4" name="Shape 772"/>
          <p:cNvSpPr/>
          <p:nvPr/>
        </p:nvSpPr>
        <p:spPr>
          <a:xfrm>
            <a:off x="15910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5" name="Shape 773"/>
          <p:cNvSpPr/>
          <p:nvPr/>
        </p:nvSpPr>
        <p:spPr>
          <a:xfrm>
            <a:off x="17007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6" name="Shape 774"/>
          <p:cNvSpPr/>
          <p:nvPr/>
        </p:nvSpPr>
        <p:spPr>
          <a:xfrm>
            <a:off x="18105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7" name="Shape 775"/>
          <p:cNvSpPr/>
          <p:nvPr/>
        </p:nvSpPr>
        <p:spPr>
          <a:xfrm>
            <a:off x="19202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8" name="Shape 776"/>
          <p:cNvSpPr/>
          <p:nvPr/>
        </p:nvSpPr>
        <p:spPr>
          <a:xfrm>
            <a:off x="20299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9" name="Shape 777"/>
          <p:cNvSpPr/>
          <p:nvPr/>
        </p:nvSpPr>
        <p:spPr>
          <a:xfrm>
            <a:off x="21396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0" name="Shape 778"/>
          <p:cNvSpPr/>
          <p:nvPr/>
        </p:nvSpPr>
        <p:spPr>
          <a:xfrm>
            <a:off x="22494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1" name="Shape 779"/>
          <p:cNvSpPr/>
          <p:nvPr/>
        </p:nvSpPr>
        <p:spPr>
          <a:xfrm>
            <a:off x="23591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2" name="Shape 780"/>
          <p:cNvSpPr/>
          <p:nvPr/>
        </p:nvSpPr>
        <p:spPr>
          <a:xfrm>
            <a:off x="24688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3" name="Shape 781"/>
          <p:cNvSpPr/>
          <p:nvPr/>
        </p:nvSpPr>
        <p:spPr>
          <a:xfrm>
            <a:off x="25786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4" name="Shape 782"/>
          <p:cNvSpPr/>
          <p:nvPr/>
        </p:nvSpPr>
        <p:spPr>
          <a:xfrm>
            <a:off x="26883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5" name="Shape 783"/>
          <p:cNvSpPr/>
          <p:nvPr/>
        </p:nvSpPr>
        <p:spPr>
          <a:xfrm>
            <a:off x="27980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6" name="Shape 784"/>
          <p:cNvSpPr/>
          <p:nvPr/>
        </p:nvSpPr>
        <p:spPr>
          <a:xfrm>
            <a:off x="29077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7" name="Shape 785"/>
          <p:cNvSpPr/>
          <p:nvPr/>
        </p:nvSpPr>
        <p:spPr>
          <a:xfrm>
            <a:off x="30175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8" name="Shape 786"/>
          <p:cNvSpPr/>
          <p:nvPr/>
        </p:nvSpPr>
        <p:spPr>
          <a:xfrm>
            <a:off x="31272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9" name="Shape 787"/>
          <p:cNvSpPr/>
          <p:nvPr/>
        </p:nvSpPr>
        <p:spPr>
          <a:xfrm>
            <a:off x="32369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0" name="Shape 788"/>
          <p:cNvSpPr/>
          <p:nvPr/>
        </p:nvSpPr>
        <p:spPr>
          <a:xfrm>
            <a:off x="33467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1" name="Shape 789"/>
          <p:cNvSpPr/>
          <p:nvPr/>
        </p:nvSpPr>
        <p:spPr>
          <a:xfrm>
            <a:off x="34564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2" name="Shape 790"/>
          <p:cNvSpPr/>
          <p:nvPr/>
        </p:nvSpPr>
        <p:spPr>
          <a:xfrm>
            <a:off x="35661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3" name="Shape 791"/>
          <p:cNvSpPr/>
          <p:nvPr/>
        </p:nvSpPr>
        <p:spPr>
          <a:xfrm>
            <a:off x="36758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4" name="Shape 792"/>
          <p:cNvSpPr/>
          <p:nvPr/>
        </p:nvSpPr>
        <p:spPr>
          <a:xfrm>
            <a:off x="37856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5" name="Shape 793"/>
          <p:cNvSpPr/>
          <p:nvPr/>
        </p:nvSpPr>
        <p:spPr>
          <a:xfrm>
            <a:off x="38953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6" name="Shape 794"/>
          <p:cNvSpPr/>
          <p:nvPr/>
        </p:nvSpPr>
        <p:spPr>
          <a:xfrm>
            <a:off x="40050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7" name="Shape 795"/>
          <p:cNvSpPr/>
          <p:nvPr/>
        </p:nvSpPr>
        <p:spPr>
          <a:xfrm>
            <a:off x="41148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8" name="Shape 796"/>
          <p:cNvSpPr/>
          <p:nvPr/>
        </p:nvSpPr>
        <p:spPr>
          <a:xfrm>
            <a:off x="42245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9" name="Shape 797"/>
          <p:cNvSpPr/>
          <p:nvPr/>
        </p:nvSpPr>
        <p:spPr>
          <a:xfrm>
            <a:off x="43342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0" name="Shape 798"/>
          <p:cNvSpPr/>
          <p:nvPr/>
        </p:nvSpPr>
        <p:spPr>
          <a:xfrm>
            <a:off x="44439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1" name="Shape 799"/>
          <p:cNvSpPr/>
          <p:nvPr/>
        </p:nvSpPr>
        <p:spPr>
          <a:xfrm>
            <a:off x="45537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2" name="Shape 800"/>
          <p:cNvSpPr/>
          <p:nvPr/>
        </p:nvSpPr>
        <p:spPr>
          <a:xfrm>
            <a:off x="46634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3" name="Shape 801"/>
          <p:cNvSpPr/>
          <p:nvPr/>
        </p:nvSpPr>
        <p:spPr>
          <a:xfrm>
            <a:off x="47731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4" name="Shape 802"/>
          <p:cNvSpPr/>
          <p:nvPr/>
        </p:nvSpPr>
        <p:spPr>
          <a:xfrm>
            <a:off x="48828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5" name="Shape 803"/>
          <p:cNvSpPr/>
          <p:nvPr/>
        </p:nvSpPr>
        <p:spPr>
          <a:xfrm>
            <a:off x="49926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6" name="Shape 804"/>
          <p:cNvSpPr/>
          <p:nvPr/>
        </p:nvSpPr>
        <p:spPr>
          <a:xfrm>
            <a:off x="51023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7" name="Shape 805"/>
          <p:cNvSpPr/>
          <p:nvPr/>
        </p:nvSpPr>
        <p:spPr>
          <a:xfrm>
            <a:off x="52120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8" name="Shape 806"/>
          <p:cNvSpPr/>
          <p:nvPr/>
        </p:nvSpPr>
        <p:spPr>
          <a:xfrm>
            <a:off x="53218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9" name="Shape 807"/>
          <p:cNvSpPr/>
          <p:nvPr/>
        </p:nvSpPr>
        <p:spPr>
          <a:xfrm>
            <a:off x="54315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0" name="Shape 808"/>
          <p:cNvSpPr/>
          <p:nvPr/>
        </p:nvSpPr>
        <p:spPr>
          <a:xfrm>
            <a:off x="55412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1" name="Shape 809"/>
          <p:cNvSpPr/>
          <p:nvPr/>
        </p:nvSpPr>
        <p:spPr>
          <a:xfrm>
            <a:off x="56509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2" name="Shape 810"/>
          <p:cNvSpPr/>
          <p:nvPr/>
        </p:nvSpPr>
        <p:spPr>
          <a:xfrm>
            <a:off x="57607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3" name="Shape 811"/>
          <p:cNvSpPr/>
          <p:nvPr/>
        </p:nvSpPr>
        <p:spPr>
          <a:xfrm>
            <a:off x="58704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4" name="Shape 812"/>
          <p:cNvSpPr/>
          <p:nvPr/>
        </p:nvSpPr>
        <p:spPr>
          <a:xfrm>
            <a:off x="59801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5" name="Shape 813"/>
          <p:cNvSpPr/>
          <p:nvPr/>
        </p:nvSpPr>
        <p:spPr>
          <a:xfrm>
            <a:off x="60899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6" name="Shape 814"/>
          <p:cNvSpPr/>
          <p:nvPr/>
        </p:nvSpPr>
        <p:spPr>
          <a:xfrm>
            <a:off x="61996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7" name="Shape 815"/>
          <p:cNvSpPr/>
          <p:nvPr/>
        </p:nvSpPr>
        <p:spPr>
          <a:xfrm>
            <a:off x="63093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8" name="Shape 816"/>
          <p:cNvSpPr/>
          <p:nvPr/>
        </p:nvSpPr>
        <p:spPr>
          <a:xfrm>
            <a:off x="64190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9" name="Shape 817"/>
          <p:cNvSpPr/>
          <p:nvPr/>
        </p:nvSpPr>
        <p:spPr>
          <a:xfrm>
            <a:off x="65288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0" name="Shape 818"/>
          <p:cNvSpPr/>
          <p:nvPr/>
        </p:nvSpPr>
        <p:spPr>
          <a:xfrm>
            <a:off x="66385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1" name="Shape 819"/>
          <p:cNvSpPr/>
          <p:nvPr/>
        </p:nvSpPr>
        <p:spPr>
          <a:xfrm>
            <a:off x="67482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2" name="Shape 820"/>
          <p:cNvSpPr/>
          <p:nvPr/>
        </p:nvSpPr>
        <p:spPr>
          <a:xfrm>
            <a:off x="68580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3" name="Shape 821"/>
          <p:cNvSpPr/>
          <p:nvPr/>
        </p:nvSpPr>
        <p:spPr>
          <a:xfrm>
            <a:off x="69677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4" name="Shape 822"/>
          <p:cNvSpPr/>
          <p:nvPr/>
        </p:nvSpPr>
        <p:spPr>
          <a:xfrm>
            <a:off x="70774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5" name="Shape 823"/>
          <p:cNvSpPr/>
          <p:nvPr/>
        </p:nvSpPr>
        <p:spPr>
          <a:xfrm>
            <a:off x="71871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6" name="Shape 824"/>
          <p:cNvSpPr/>
          <p:nvPr/>
        </p:nvSpPr>
        <p:spPr>
          <a:xfrm>
            <a:off x="72969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7" name="Shape 825"/>
          <p:cNvSpPr/>
          <p:nvPr/>
        </p:nvSpPr>
        <p:spPr>
          <a:xfrm>
            <a:off x="74066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8" name="Shape 826"/>
          <p:cNvSpPr/>
          <p:nvPr/>
        </p:nvSpPr>
        <p:spPr>
          <a:xfrm>
            <a:off x="75163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9" name="Shape 827"/>
          <p:cNvSpPr/>
          <p:nvPr/>
        </p:nvSpPr>
        <p:spPr>
          <a:xfrm>
            <a:off x="76260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0" name="Shape 828"/>
          <p:cNvSpPr/>
          <p:nvPr/>
        </p:nvSpPr>
        <p:spPr>
          <a:xfrm>
            <a:off x="77358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1" name="Shape 829"/>
          <p:cNvSpPr/>
          <p:nvPr/>
        </p:nvSpPr>
        <p:spPr>
          <a:xfrm>
            <a:off x="78455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2" name="Shape 830"/>
          <p:cNvSpPr/>
          <p:nvPr/>
        </p:nvSpPr>
        <p:spPr>
          <a:xfrm>
            <a:off x="79552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3" name="Shape 831"/>
          <p:cNvSpPr/>
          <p:nvPr/>
        </p:nvSpPr>
        <p:spPr>
          <a:xfrm>
            <a:off x="80650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4" name="Shape 832"/>
          <p:cNvSpPr/>
          <p:nvPr/>
        </p:nvSpPr>
        <p:spPr>
          <a:xfrm>
            <a:off x="81747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5" name="Shape 833"/>
          <p:cNvSpPr/>
          <p:nvPr/>
        </p:nvSpPr>
        <p:spPr>
          <a:xfrm>
            <a:off x="82844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6" name="Shape 834"/>
          <p:cNvSpPr/>
          <p:nvPr/>
        </p:nvSpPr>
        <p:spPr>
          <a:xfrm>
            <a:off x="83941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7" name="Shape 835"/>
          <p:cNvSpPr/>
          <p:nvPr/>
        </p:nvSpPr>
        <p:spPr>
          <a:xfrm>
            <a:off x="85039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8" name="Shape 836"/>
          <p:cNvSpPr/>
          <p:nvPr/>
        </p:nvSpPr>
        <p:spPr>
          <a:xfrm>
            <a:off x="86136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9" name="Shape 837"/>
          <p:cNvSpPr/>
          <p:nvPr/>
        </p:nvSpPr>
        <p:spPr>
          <a:xfrm>
            <a:off x="87233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0" name="Shape 838"/>
          <p:cNvSpPr/>
          <p:nvPr/>
        </p:nvSpPr>
        <p:spPr>
          <a:xfrm>
            <a:off x="88331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1" name="Shape 839"/>
          <p:cNvSpPr/>
          <p:nvPr/>
        </p:nvSpPr>
        <p:spPr>
          <a:xfrm>
            <a:off x="89428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2" name="Shape 840"/>
          <p:cNvSpPr/>
          <p:nvPr/>
        </p:nvSpPr>
        <p:spPr>
          <a:xfrm>
            <a:off x="90525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3" name="Shape 841"/>
          <p:cNvSpPr/>
          <p:nvPr/>
        </p:nvSpPr>
        <p:spPr>
          <a:xfrm>
            <a:off x="91622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4" name="Shape 842"/>
          <p:cNvSpPr/>
          <p:nvPr/>
        </p:nvSpPr>
        <p:spPr>
          <a:xfrm>
            <a:off x="92720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5" name="Shape 843"/>
          <p:cNvSpPr/>
          <p:nvPr/>
        </p:nvSpPr>
        <p:spPr>
          <a:xfrm>
            <a:off x="93817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6" name="Shape 844"/>
          <p:cNvSpPr/>
          <p:nvPr/>
        </p:nvSpPr>
        <p:spPr>
          <a:xfrm>
            <a:off x="94914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7" name="Shape 845"/>
          <p:cNvSpPr/>
          <p:nvPr/>
        </p:nvSpPr>
        <p:spPr>
          <a:xfrm>
            <a:off x="96012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8" name="Shape 846"/>
          <p:cNvSpPr/>
          <p:nvPr/>
        </p:nvSpPr>
        <p:spPr>
          <a:xfrm>
            <a:off x="97109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9" name="Shape 847"/>
          <p:cNvSpPr/>
          <p:nvPr/>
        </p:nvSpPr>
        <p:spPr>
          <a:xfrm>
            <a:off x="98206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0" name="Shape 848"/>
          <p:cNvSpPr/>
          <p:nvPr/>
        </p:nvSpPr>
        <p:spPr>
          <a:xfrm>
            <a:off x="99303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1" name="Shape 849"/>
          <p:cNvSpPr/>
          <p:nvPr/>
        </p:nvSpPr>
        <p:spPr>
          <a:xfrm>
            <a:off x="100401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2" name="Shape 850"/>
          <p:cNvSpPr/>
          <p:nvPr/>
        </p:nvSpPr>
        <p:spPr>
          <a:xfrm>
            <a:off x="101498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3" name="Shape 851"/>
          <p:cNvSpPr/>
          <p:nvPr/>
        </p:nvSpPr>
        <p:spPr>
          <a:xfrm>
            <a:off x="102595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4" name="Shape 852"/>
          <p:cNvSpPr/>
          <p:nvPr/>
        </p:nvSpPr>
        <p:spPr>
          <a:xfrm>
            <a:off x="103692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5" name="Shape 853"/>
          <p:cNvSpPr/>
          <p:nvPr/>
        </p:nvSpPr>
        <p:spPr>
          <a:xfrm>
            <a:off x="104790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6" name="Shape 854"/>
          <p:cNvSpPr/>
          <p:nvPr/>
        </p:nvSpPr>
        <p:spPr>
          <a:xfrm>
            <a:off x="105887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7" name="Shape 855"/>
          <p:cNvSpPr/>
          <p:nvPr/>
        </p:nvSpPr>
        <p:spPr>
          <a:xfrm>
            <a:off x="106984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8" name="Shape 856"/>
          <p:cNvSpPr/>
          <p:nvPr/>
        </p:nvSpPr>
        <p:spPr>
          <a:xfrm>
            <a:off x="108082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9" name="Shape 857"/>
          <p:cNvSpPr/>
          <p:nvPr/>
        </p:nvSpPr>
        <p:spPr>
          <a:xfrm>
            <a:off x="109179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0" name="Shape 858"/>
          <p:cNvSpPr/>
          <p:nvPr/>
        </p:nvSpPr>
        <p:spPr>
          <a:xfrm>
            <a:off x="110276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1" name="Shape 859"/>
          <p:cNvSpPr/>
          <p:nvPr/>
        </p:nvSpPr>
        <p:spPr>
          <a:xfrm>
            <a:off x="111373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2" name="Shape 860"/>
          <p:cNvSpPr/>
          <p:nvPr/>
        </p:nvSpPr>
        <p:spPr>
          <a:xfrm>
            <a:off x="112471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3" name="Shape 861"/>
          <p:cNvSpPr/>
          <p:nvPr/>
        </p:nvSpPr>
        <p:spPr>
          <a:xfrm>
            <a:off x="113568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4" name="Shape 862"/>
          <p:cNvSpPr/>
          <p:nvPr/>
        </p:nvSpPr>
        <p:spPr>
          <a:xfrm>
            <a:off x="114665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5" name="Shape 863"/>
          <p:cNvSpPr/>
          <p:nvPr/>
        </p:nvSpPr>
        <p:spPr>
          <a:xfrm>
            <a:off x="115763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6" name="Shape 864"/>
          <p:cNvSpPr/>
          <p:nvPr/>
        </p:nvSpPr>
        <p:spPr>
          <a:xfrm>
            <a:off x="116860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7" name="Shape 865"/>
          <p:cNvSpPr/>
          <p:nvPr/>
        </p:nvSpPr>
        <p:spPr>
          <a:xfrm>
            <a:off x="117957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8" name="Shape 866"/>
          <p:cNvSpPr/>
          <p:nvPr/>
        </p:nvSpPr>
        <p:spPr>
          <a:xfrm>
            <a:off x="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9" name="Shape 867"/>
          <p:cNvSpPr/>
          <p:nvPr/>
        </p:nvSpPr>
        <p:spPr>
          <a:xfrm>
            <a:off x="1097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0" name="Shape 868"/>
          <p:cNvSpPr/>
          <p:nvPr/>
        </p:nvSpPr>
        <p:spPr>
          <a:xfrm>
            <a:off x="2194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1" name="Shape 869"/>
          <p:cNvSpPr/>
          <p:nvPr/>
        </p:nvSpPr>
        <p:spPr>
          <a:xfrm>
            <a:off x="3291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2" name="Shape 870"/>
          <p:cNvSpPr/>
          <p:nvPr/>
        </p:nvSpPr>
        <p:spPr>
          <a:xfrm>
            <a:off x="4389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3" name="Shape 871"/>
          <p:cNvSpPr/>
          <p:nvPr/>
        </p:nvSpPr>
        <p:spPr>
          <a:xfrm>
            <a:off x="5486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4" name="Shape 872"/>
          <p:cNvSpPr/>
          <p:nvPr/>
        </p:nvSpPr>
        <p:spPr>
          <a:xfrm>
            <a:off x="6583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5" name="Shape 873"/>
          <p:cNvSpPr/>
          <p:nvPr/>
        </p:nvSpPr>
        <p:spPr>
          <a:xfrm>
            <a:off x="7680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6" name="Shape 874"/>
          <p:cNvSpPr/>
          <p:nvPr/>
        </p:nvSpPr>
        <p:spPr>
          <a:xfrm>
            <a:off x="8778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7" name="Shape 875"/>
          <p:cNvSpPr/>
          <p:nvPr/>
        </p:nvSpPr>
        <p:spPr>
          <a:xfrm>
            <a:off x="9875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8" name="Shape 876"/>
          <p:cNvSpPr/>
          <p:nvPr/>
        </p:nvSpPr>
        <p:spPr>
          <a:xfrm>
            <a:off x="10972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9" name="Shape 877"/>
          <p:cNvSpPr/>
          <p:nvPr/>
        </p:nvSpPr>
        <p:spPr>
          <a:xfrm>
            <a:off x="12070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0" name="Shape 878"/>
          <p:cNvSpPr/>
          <p:nvPr/>
        </p:nvSpPr>
        <p:spPr>
          <a:xfrm>
            <a:off x="13167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1" name="Shape 879"/>
          <p:cNvSpPr/>
          <p:nvPr/>
        </p:nvSpPr>
        <p:spPr>
          <a:xfrm>
            <a:off x="14264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2" name="Shape 880"/>
          <p:cNvSpPr/>
          <p:nvPr/>
        </p:nvSpPr>
        <p:spPr>
          <a:xfrm>
            <a:off x="15361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3" name="Shape 881"/>
          <p:cNvSpPr/>
          <p:nvPr/>
        </p:nvSpPr>
        <p:spPr>
          <a:xfrm>
            <a:off x="16459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4" name="Shape 882"/>
          <p:cNvSpPr/>
          <p:nvPr/>
        </p:nvSpPr>
        <p:spPr>
          <a:xfrm>
            <a:off x="17556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5" name="Shape 883"/>
          <p:cNvSpPr/>
          <p:nvPr/>
        </p:nvSpPr>
        <p:spPr>
          <a:xfrm>
            <a:off x="18653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6" name="Shape 884"/>
          <p:cNvSpPr/>
          <p:nvPr/>
        </p:nvSpPr>
        <p:spPr>
          <a:xfrm>
            <a:off x="19751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7" name="Shape 885"/>
          <p:cNvSpPr/>
          <p:nvPr/>
        </p:nvSpPr>
        <p:spPr>
          <a:xfrm>
            <a:off x="20848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8" name="Shape 886"/>
          <p:cNvSpPr/>
          <p:nvPr/>
        </p:nvSpPr>
        <p:spPr>
          <a:xfrm>
            <a:off x="21945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9" name="Shape 887"/>
          <p:cNvSpPr/>
          <p:nvPr/>
        </p:nvSpPr>
        <p:spPr>
          <a:xfrm>
            <a:off x="23042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0" name="Shape 888"/>
          <p:cNvSpPr/>
          <p:nvPr/>
        </p:nvSpPr>
        <p:spPr>
          <a:xfrm>
            <a:off x="24140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1" name="Shape 889"/>
          <p:cNvSpPr/>
          <p:nvPr/>
        </p:nvSpPr>
        <p:spPr>
          <a:xfrm>
            <a:off x="25237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2" name="Shape 890"/>
          <p:cNvSpPr/>
          <p:nvPr/>
        </p:nvSpPr>
        <p:spPr>
          <a:xfrm>
            <a:off x="26334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3" name="Shape 891"/>
          <p:cNvSpPr/>
          <p:nvPr/>
        </p:nvSpPr>
        <p:spPr>
          <a:xfrm>
            <a:off x="27432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4" name="Shape 892"/>
          <p:cNvSpPr/>
          <p:nvPr/>
        </p:nvSpPr>
        <p:spPr>
          <a:xfrm>
            <a:off x="28529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5" name="Shape 893"/>
          <p:cNvSpPr/>
          <p:nvPr/>
        </p:nvSpPr>
        <p:spPr>
          <a:xfrm>
            <a:off x="29626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6" name="Shape 894"/>
          <p:cNvSpPr/>
          <p:nvPr/>
        </p:nvSpPr>
        <p:spPr>
          <a:xfrm>
            <a:off x="30723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7" name="Shape 895"/>
          <p:cNvSpPr/>
          <p:nvPr/>
        </p:nvSpPr>
        <p:spPr>
          <a:xfrm>
            <a:off x="31821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8" name="Shape 896"/>
          <p:cNvSpPr/>
          <p:nvPr/>
        </p:nvSpPr>
        <p:spPr>
          <a:xfrm>
            <a:off x="32918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9" name="Shape 897"/>
          <p:cNvSpPr/>
          <p:nvPr/>
        </p:nvSpPr>
        <p:spPr>
          <a:xfrm>
            <a:off x="34015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0" name="Shape 898"/>
          <p:cNvSpPr/>
          <p:nvPr/>
        </p:nvSpPr>
        <p:spPr>
          <a:xfrm>
            <a:off x="35112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1" name="Shape 899"/>
          <p:cNvSpPr/>
          <p:nvPr/>
        </p:nvSpPr>
        <p:spPr>
          <a:xfrm>
            <a:off x="36210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2" name="Shape 900"/>
          <p:cNvSpPr/>
          <p:nvPr/>
        </p:nvSpPr>
        <p:spPr>
          <a:xfrm>
            <a:off x="37307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3" name="Shape 901"/>
          <p:cNvSpPr/>
          <p:nvPr/>
        </p:nvSpPr>
        <p:spPr>
          <a:xfrm>
            <a:off x="38404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4" name="Shape 902"/>
          <p:cNvSpPr/>
          <p:nvPr/>
        </p:nvSpPr>
        <p:spPr>
          <a:xfrm>
            <a:off x="39502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5" name="Shape 903"/>
          <p:cNvSpPr/>
          <p:nvPr/>
        </p:nvSpPr>
        <p:spPr>
          <a:xfrm>
            <a:off x="40599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6" name="Shape 904"/>
          <p:cNvSpPr/>
          <p:nvPr/>
        </p:nvSpPr>
        <p:spPr>
          <a:xfrm>
            <a:off x="41696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7" name="Shape 905"/>
          <p:cNvSpPr/>
          <p:nvPr/>
        </p:nvSpPr>
        <p:spPr>
          <a:xfrm>
            <a:off x="42793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8" name="Shape 906"/>
          <p:cNvSpPr/>
          <p:nvPr/>
        </p:nvSpPr>
        <p:spPr>
          <a:xfrm>
            <a:off x="43891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9" name="Shape 907"/>
          <p:cNvSpPr/>
          <p:nvPr/>
        </p:nvSpPr>
        <p:spPr>
          <a:xfrm>
            <a:off x="44988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0" name="Shape 908"/>
          <p:cNvSpPr/>
          <p:nvPr/>
        </p:nvSpPr>
        <p:spPr>
          <a:xfrm>
            <a:off x="46085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1" name="Shape 909"/>
          <p:cNvSpPr/>
          <p:nvPr/>
        </p:nvSpPr>
        <p:spPr>
          <a:xfrm>
            <a:off x="47183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2" name="Shape 910"/>
          <p:cNvSpPr/>
          <p:nvPr/>
        </p:nvSpPr>
        <p:spPr>
          <a:xfrm>
            <a:off x="48280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3" name="Shape 911"/>
          <p:cNvSpPr/>
          <p:nvPr/>
        </p:nvSpPr>
        <p:spPr>
          <a:xfrm>
            <a:off x="49377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4" name="Shape 912"/>
          <p:cNvSpPr/>
          <p:nvPr/>
        </p:nvSpPr>
        <p:spPr>
          <a:xfrm>
            <a:off x="50474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5" name="Shape 913"/>
          <p:cNvSpPr/>
          <p:nvPr/>
        </p:nvSpPr>
        <p:spPr>
          <a:xfrm>
            <a:off x="51572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6" name="Shape 914"/>
          <p:cNvSpPr/>
          <p:nvPr/>
        </p:nvSpPr>
        <p:spPr>
          <a:xfrm>
            <a:off x="52669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7" name="Shape 915"/>
          <p:cNvSpPr/>
          <p:nvPr/>
        </p:nvSpPr>
        <p:spPr>
          <a:xfrm>
            <a:off x="53766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8" name="Shape 916"/>
          <p:cNvSpPr/>
          <p:nvPr/>
        </p:nvSpPr>
        <p:spPr>
          <a:xfrm>
            <a:off x="54864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9" name="Shape 917"/>
          <p:cNvSpPr/>
          <p:nvPr/>
        </p:nvSpPr>
        <p:spPr>
          <a:xfrm>
            <a:off x="55961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0" name="Shape 918"/>
          <p:cNvSpPr/>
          <p:nvPr/>
        </p:nvSpPr>
        <p:spPr>
          <a:xfrm>
            <a:off x="57058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1" name="Shape 919"/>
          <p:cNvSpPr/>
          <p:nvPr/>
        </p:nvSpPr>
        <p:spPr>
          <a:xfrm>
            <a:off x="58155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2" name="Shape 920"/>
          <p:cNvSpPr/>
          <p:nvPr/>
        </p:nvSpPr>
        <p:spPr>
          <a:xfrm>
            <a:off x="59253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3" name="Shape 921"/>
          <p:cNvSpPr/>
          <p:nvPr/>
        </p:nvSpPr>
        <p:spPr>
          <a:xfrm>
            <a:off x="60350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4" name="Shape 922"/>
          <p:cNvSpPr/>
          <p:nvPr/>
        </p:nvSpPr>
        <p:spPr>
          <a:xfrm>
            <a:off x="61447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5" name="Shape 923"/>
          <p:cNvSpPr/>
          <p:nvPr/>
        </p:nvSpPr>
        <p:spPr>
          <a:xfrm>
            <a:off x="62544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6" name="Shape 924"/>
          <p:cNvSpPr/>
          <p:nvPr/>
        </p:nvSpPr>
        <p:spPr>
          <a:xfrm>
            <a:off x="63642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7" name="Shape 925"/>
          <p:cNvSpPr/>
          <p:nvPr/>
        </p:nvSpPr>
        <p:spPr>
          <a:xfrm>
            <a:off x="64739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8" name="Shape 926"/>
          <p:cNvSpPr/>
          <p:nvPr/>
        </p:nvSpPr>
        <p:spPr>
          <a:xfrm>
            <a:off x="65836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9" name="Shape 927"/>
          <p:cNvSpPr/>
          <p:nvPr/>
        </p:nvSpPr>
        <p:spPr>
          <a:xfrm>
            <a:off x="66934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0" name="Shape 928"/>
          <p:cNvSpPr/>
          <p:nvPr/>
        </p:nvSpPr>
        <p:spPr>
          <a:xfrm>
            <a:off x="68031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1" name="Shape 929"/>
          <p:cNvSpPr/>
          <p:nvPr/>
        </p:nvSpPr>
        <p:spPr>
          <a:xfrm>
            <a:off x="69128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2" name="Shape 930"/>
          <p:cNvSpPr/>
          <p:nvPr/>
        </p:nvSpPr>
        <p:spPr>
          <a:xfrm>
            <a:off x="70225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3" name="Shape 931"/>
          <p:cNvSpPr/>
          <p:nvPr/>
        </p:nvSpPr>
        <p:spPr>
          <a:xfrm>
            <a:off x="71323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4" name="Shape 932"/>
          <p:cNvSpPr/>
          <p:nvPr/>
        </p:nvSpPr>
        <p:spPr>
          <a:xfrm>
            <a:off x="72420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5" name="Shape 933"/>
          <p:cNvSpPr/>
          <p:nvPr/>
        </p:nvSpPr>
        <p:spPr>
          <a:xfrm>
            <a:off x="73517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6" name="Shape 934"/>
          <p:cNvSpPr/>
          <p:nvPr/>
        </p:nvSpPr>
        <p:spPr>
          <a:xfrm>
            <a:off x="74615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7" name="Shape 935"/>
          <p:cNvSpPr/>
          <p:nvPr/>
        </p:nvSpPr>
        <p:spPr>
          <a:xfrm>
            <a:off x="75712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8" name="Shape 936"/>
          <p:cNvSpPr/>
          <p:nvPr/>
        </p:nvSpPr>
        <p:spPr>
          <a:xfrm>
            <a:off x="76809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9" name="Shape 937"/>
          <p:cNvSpPr/>
          <p:nvPr/>
        </p:nvSpPr>
        <p:spPr>
          <a:xfrm>
            <a:off x="77906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0" name="Shape 938"/>
          <p:cNvSpPr/>
          <p:nvPr/>
        </p:nvSpPr>
        <p:spPr>
          <a:xfrm>
            <a:off x="79004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1" name="Shape 939"/>
          <p:cNvSpPr/>
          <p:nvPr/>
        </p:nvSpPr>
        <p:spPr>
          <a:xfrm>
            <a:off x="80101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2" name="Shape 940"/>
          <p:cNvSpPr/>
          <p:nvPr/>
        </p:nvSpPr>
        <p:spPr>
          <a:xfrm>
            <a:off x="81198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3" name="Shape 941"/>
          <p:cNvSpPr/>
          <p:nvPr/>
        </p:nvSpPr>
        <p:spPr>
          <a:xfrm>
            <a:off x="82296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4" name="Shape 942"/>
          <p:cNvSpPr/>
          <p:nvPr/>
        </p:nvSpPr>
        <p:spPr>
          <a:xfrm>
            <a:off x="83393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5" name="Shape 943"/>
          <p:cNvSpPr/>
          <p:nvPr/>
        </p:nvSpPr>
        <p:spPr>
          <a:xfrm>
            <a:off x="84490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6" name="Shape 944"/>
          <p:cNvSpPr/>
          <p:nvPr/>
        </p:nvSpPr>
        <p:spPr>
          <a:xfrm>
            <a:off x="85587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7" name="Shape 945"/>
          <p:cNvSpPr/>
          <p:nvPr/>
        </p:nvSpPr>
        <p:spPr>
          <a:xfrm>
            <a:off x="86685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8" name="Shape 946"/>
          <p:cNvSpPr/>
          <p:nvPr/>
        </p:nvSpPr>
        <p:spPr>
          <a:xfrm>
            <a:off x="87782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9" name="Shape 947"/>
          <p:cNvSpPr/>
          <p:nvPr/>
        </p:nvSpPr>
        <p:spPr>
          <a:xfrm>
            <a:off x="88879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0" name="Shape 948"/>
          <p:cNvSpPr/>
          <p:nvPr/>
        </p:nvSpPr>
        <p:spPr>
          <a:xfrm>
            <a:off x="89976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1" name="Shape 949"/>
          <p:cNvSpPr/>
          <p:nvPr/>
        </p:nvSpPr>
        <p:spPr>
          <a:xfrm>
            <a:off x="91074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2" name="Shape 950"/>
          <p:cNvSpPr/>
          <p:nvPr/>
        </p:nvSpPr>
        <p:spPr>
          <a:xfrm>
            <a:off x="92171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3" name="Shape 951"/>
          <p:cNvSpPr/>
          <p:nvPr/>
        </p:nvSpPr>
        <p:spPr>
          <a:xfrm>
            <a:off x="93268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4" name="Shape 952"/>
          <p:cNvSpPr/>
          <p:nvPr/>
        </p:nvSpPr>
        <p:spPr>
          <a:xfrm>
            <a:off x="94366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5" name="Shape 953"/>
          <p:cNvSpPr/>
          <p:nvPr/>
        </p:nvSpPr>
        <p:spPr>
          <a:xfrm>
            <a:off x="95463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6" name="Shape 954"/>
          <p:cNvSpPr/>
          <p:nvPr/>
        </p:nvSpPr>
        <p:spPr>
          <a:xfrm>
            <a:off x="96560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7" name="Shape 955"/>
          <p:cNvSpPr/>
          <p:nvPr/>
        </p:nvSpPr>
        <p:spPr>
          <a:xfrm>
            <a:off x="97657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8" name="Shape 956"/>
          <p:cNvSpPr/>
          <p:nvPr/>
        </p:nvSpPr>
        <p:spPr>
          <a:xfrm>
            <a:off x="98755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9" name="Shape 957"/>
          <p:cNvSpPr/>
          <p:nvPr/>
        </p:nvSpPr>
        <p:spPr>
          <a:xfrm>
            <a:off x="99852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0" name="Shape 958"/>
          <p:cNvSpPr/>
          <p:nvPr/>
        </p:nvSpPr>
        <p:spPr>
          <a:xfrm>
            <a:off x="100949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1" name="Shape 959"/>
          <p:cNvSpPr/>
          <p:nvPr/>
        </p:nvSpPr>
        <p:spPr>
          <a:xfrm>
            <a:off x="102047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2" name="Shape 960"/>
          <p:cNvSpPr/>
          <p:nvPr/>
        </p:nvSpPr>
        <p:spPr>
          <a:xfrm>
            <a:off x="103144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3" name="Shape 961"/>
          <p:cNvSpPr/>
          <p:nvPr/>
        </p:nvSpPr>
        <p:spPr>
          <a:xfrm>
            <a:off x="104241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4" name="Shape 962"/>
          <p:cNvSpPr/>
          <p:nvPr/>
        </p:nvSpPr>
        <p:spPr>
          <a:xfrm>
            <a:off x="105338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5" name="Shape 963"/>
          <p:cNvSpPr/>
          <p:nvPr/>
        </p:nvSpPr>
        <p:spPr>
          <a:xfrm>
            <a:off x="106436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6" name="Shape 964"/>
          <p:cNvSpPr/>
          <p:nvPr/>
        </p:nvSpPr>
        <p:spPr>
          <a:xfrm>
            <a:off x="107533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7" name="Shape 965"/>
          <p:cNvSpPr/>
          <p:nvPr/>
        </p:nvSpPr>
        <p:spPr>
          <a:xfrm>
            <a:off x="108630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8" name="Shape 966"/>
          <p:cNvSpPr/>
          <p:nvPr/>
        </p:nvSpPr>
        <p:spPr>
          <a:xfrm>
            <a:off x="109728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9" name="Shape 967"/>
          <p:cNvSpPr/>
          <p:nvPr/>
        </p:nvSpPr>
        <p:spPr>
          <a:xfrm>
            <a:off x="110825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0" name="Shape 968"/>
          <p:cNvSpPr/>
          <p:nvPr/>
        </p:nvSpPr>
        <p:spPr>
          <a:xfrm>
            <a:off x="111922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1" name="Shape 969"/>
          <p:cNvSpPr/>
          <p:nvPr/>
        </p:nvSpPr>
        <p:spPr>
          <a:xfrm>
            <a:off x="113019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2" name="Shape 970"/>
          <p:cNvSpPr/>
          <p:nvPr/>
        </p:nvSpPr>
        <p:spPr>
          <a:xfrm>
            <a:off x="114117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3" name="Shape 971"/>
          <p:cNvSpPr/>
          <p:nvPr/>
        </p:nvSpPr>
        <p:spPr>
          <a:xfrm>
            <a:off x="115214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4" name="Shape 972"/>
          <p:cNvSpPr/>
          <p:nvPr/>
        </p:nvSpPr>
        <p:spPr>
          <a:xfrm>
            <a:off x="116311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5" name="Shape 973"/>
          <p:cNvSpPr/>
          <p:nvPr/>
        </p:nvSpPr>
        <p:spPr>
          <a:xfrm>
            <a:off x="117408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6" name="Shape 974"/>
          <p:cNvSpPr/>
          <p:nvPr/>
        </p:nvSpPr>
        <p:spPr>
          <a:xfrm>
            <a:off x="548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7" name="Shape 975"/>
          <p:cNvSpPr/>
          <p:nvPr/>
        </p:nvSpPr>
        <p:spPr>
          <a:xfrm>
            <a:off x="1645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8" name="Shape 976"/>
          <p:cNvSpPr/>
          <p:nvPr/>
        </p:nvSpPr>
        <p:spPr>
          <a:xfrm>
            <a:off x="2743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9" name="Shape 977"/>
          <p:cNvSpPr/>
          <p:nvPr/>
        </p:nvSpPr>
        <p:spPr>
          <a:xfrm>
            <a:off x="3840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0" name="Shape 978"/>
          <p:cNvSpPr/>
          <p:nvPr/>
        </p:nvSpPr>
        <p:spPr>
          <a:xfrm>
            <a:off x="4937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1" name="Shape 979"/>
          <p:cNvSpPr/>
          <p:nvPr/>
        </p:nvSpPr>
        <p:spPr>
          <a:xfrm>
            <a:off x="6035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2" name="Shape 980"/>
          <p:cNvSpPr/>
          <p:nvPr/>
        </p:nvSpPr>
        <p:spPr>
          <a:xfrm>
            <a:off x="7132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3" name="Shape 981"/>
          <p:cNvSpPr/>
          <p:nvPr/>
        </p:nvSpPr>
        <p:spPr>
          <a:xfrm>
            <a:off x="8229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4" name="Shape 982"/>
          <p:cNvSpPr/>
          <p:nvPr/>
        </p:nvSpPr>
        <p:spPr>
          <a:xfrm>
            <a:off x="9326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5" name="Shape 983"/>
          <p:cNvSpPr/>
          <p:nvPr/>
        </p:nvSpPr>
        <p:spPr>
          <a:xfrm>
            <a:off x="10424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6" name="Shape 984"/>
          <p:cNvSpPr/>
          <p:nvPr/>
        </p:nvSpPr>
        <p:spPr>
          <a:xfrm>
            <a:off x="11521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7" name="Shape 985"/>
          <p:cNvSpPr/>
          <p:nvPr/>
        </p:nvSpPr>
        <p:spPr>
          <a:xfrm>
            <a:off x="12618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8" name="Shape 986"/>
          <p:cNvSpPr/>
          <p:nvPr/>
        </p:nvSpPr>
        <p:spPr>
          <a:xfrm>
            <a:off x="13716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9" name="Shape 987"/>
          <p:cNvSpPr/>
          <p:nvPr/>
        </p:nvSpPr>
        <p:spPr>
          <a:xfrm>
            <a:off x="14813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0" name="Shape 988"/>
          <p:cNvSpPr/>
          <p:nvPr/>
        </p:nvSpPr>
        <p:spPr>
          <a:xfrm>
            <a:off x="15910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1" name="Shape 989"/>
          <p:cNvSpPr/>
          <p:nvPr/>
        </p:nvSpPr>
        <p:spPr>
          <a:xfrm>
            <a:off x="17007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2" name="Shape 990"/>
          <p:cNvSpPr/>
          <p:nvPr/>
        </p:nvSpPr>
        <p:spPr>
          <a:xfrm>
            <a:off x="18105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3" name="Shape 991"/>
          <p:cNvSpPr/>
          <p:nvPr/>
        </p:nvSpPr>
        <p:spPr>
          <a:xfrm>
            <a:off x="19202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4" name="Shape 992"/>
          <p:cNvSpPr/>
          <p:nvPr/>
        </p:nvSpPr>
        <p:spPr>
          <a:xfrm>
            <a:off x="20299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5" name="Shape 993"/>
          <p:cNvSpPr/>
          <p:nvPr/>
        </p:nvSpPr>
        <p:spPr>
          <a:xfrm>
            <a:off x="21396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6" name="Shape 994"/>
          <p:cNvSpPr/>
          <p:nvPr/>
        </p:nvSpPr>
        <p:spPr>
          <a:xfrm>
            <a:off x="22494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7" name="Shape 995"/>
          <p:cNvSpPr/>
          <p:nvPr/>
        </p:nvSpPr>
        <p:spPr>
          <a:xfrm>
            <a:off x="23591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8" name="Shape 996"/>
          <p:cNvSpPr/>
          <p:nvPr/>
        </p:nvSpPr>
        <p:spPr>
          <a:xfrm>
            <a:off x="24688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9" name="Shape 997"/>
          <p:cNvSpPr/>
          <p:nvPr/>
        </p:nvSpPr>
        <p:spPr>
          <a:xfrm>
            <a:off x="25786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0" name="Shape 998"/>
          <p:cNvSpPr/>
          <p:nvPr/>
        </p:nvSpPr>
        <p:spPr>
          <a:xfrm>
            <a:off x="26883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1" name="Shape 999"/>
          <p:cNvSpPr/>
          <p:nvPr/>
        </p:nvSpPr>
        <p:spPr>
          <a:xfrm>
            <a:off x="27980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2" name="Shape 1000"/>
          <p:cNvSpPr/>
          <p:nvPr/>
        </p:nvSpPr>
        <p:spPr>
          <a:xfrm>
            <a:off x="29077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3" name="Shape 1001"/>
          <p:cNvSpPr/>
          <p:nvPr/>
        </p:nvSpPr>
        <p:spPr>
          <a:xfrm>
            <a:off x="30175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4" name="Shape 1002"/>
          <p:cNvSpPr/>
          <p:nvPr/>
        </p:nvSpPr>
        <p:spPr>
          <a:xfrm>
            <a:off x="31272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5" name="Shape 1003"/>
          <p:cNvSpPr/>
          <p:nvPr/>
        </p:nvSpPr>
        <p:spPr>
          <a:xfrm>
            <a:off x="32369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6" name="Shape 1004"/>
          <p:cNvSpPr/>
          <p:nvPr/>
        </p:nvSpPr>
        <p:spPr>
          <a:xfrm>
            <a:off x="33467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7" name="Shape 1005"/>
          <p:cNvSpPr/>
          <p:nvPr/>
        </p:nvSpPr>
        <p:spPr>
          <a:xfrm>
            <a:off x="34564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8" name="Shape 1006"/>
          <p:cNvSpPr/>
          <p:nvPr/>
        </p:nvSpPr>
        <p:spPr>
          <a:xfrm>
            <a:off x="35661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9" name="Shape 1007"/>
          <p:cNvSpPr/>
          <p:nvPr/>
        </p:nvSpPr>
        <p:spPr>
          <a:xfrm>
            <a:off x="36758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0" name="Shape 1008"/>
          <p:cNvSpPr/>
          <p:nvPr/>
        </p:nvSpPr>
        <p:spPr>
          <a:xfrm>
            <a:off x="37856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1" name="Shape 1009"/>
          <p:cNvSpPr/>
          <p:nvPr/>
        </p:nvSpPr>
        <p:spPr>
          <a:xfrm>
            <a:off x="38953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2" name="Shape 1010"/>
          <p:cNvSpPr/>
          <p:nvPr/>
        </p:nvSpPr>
        <p:spPr>
          <a:xfrm>
            <a:off x="40050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3" name="Shape 1011"/>
          <p:cNvSpPr/>
          <p:nvPr/>
        </p:nvSpPr>
        <p:spPr>
          <a:xfrm>
            <a:off x="41148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4" name="Shape 1012"/>
          <p:cNvSpPr/>
          <p:nvPr/>
        </p:nvSpPr>
        <p:spPr>
          <a:xfrm>
            <a:off x="42245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5" name="Shape 1013"/>
          <p:cNvSpPr/>
          <p:nvPr/>
        </p:nvSpPr>
        <p:spPr>
          <a:xfrm>
            <a:off x="43342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6" name="Shape 1014"/>
          <p:cNvSpPr/>
          <p:nvPr/>
        </p:nvSpPr>
        <p:spPr>
          <a:xfrm>
            <a:off x="44439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7" name="Shape 1015"/>
          <p:cNvSpPr/>
          <p:nvPr/>
        </p:nvSpPr>
        <p:spPr>
          <a:xfrm>
            <a:off x="45537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8" name="Shape 1016"/>
          <p:cNvSpPr/>
          <p:nvPr/>
        </p:nvSpPr>
        <p:spPr>
          <a:xfrm>
            <a:off x="46634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9" name="Shape 1017"/>
          <p:cNvSpPr/>
          <p:nvPr/>
        </p:nvSpPr>
        <p:spPr>
          <a:xfrm>
            <a:off x="47731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0" name="Shape 1018"/>
          <p:cNvSpPr/>
          <p:nvPr/>
        </p:nvSpPr>
        <p:spPr>
          <a:xfrm>
            <a:off x="48828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1" name="Shape 1019"/>
          <p:cNvSpPr/>
          <p:nvPr/>
        </p:nvSpPr>
        <p:spPr>
          <a:xfrm>
            <a:off x="49926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2" name="Shape 1020"/>
          <p:cNvSpPr/>
          <p:nvPr/>
        </p:nvSpPr>
        <p:spPr>
          <a:xfrm>
            <a:off x="51023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3" name="Shape 1021"/>
          <p:cNvSpPr/>
          <p:nvPr/>
        </p:nvSpPr>
        <p:spPr>
          <a:xfrm>
            <a:off x="52120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4" name="Shape 1022"/>
          <p:cNvSpPr/>
          <p:nvPr/>
        </p:nvSpPr>
        <p:spPr>
          <a:xfrm>
            <a:off x="53218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5" name="Shape 1023"/>
          <p:cNvSpPr/>
          <p:nvPr/>
        </p:nvSpPr>
        <p:spPr>
          <a:xfrm>
            <a:off x="54315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6" name="Shape 1024"/>
          <p:cNvSpPr/>
          <p:nvPr/>
        </p:nvSpPr>
        <p:spPr>
          <a:xfrm>
            <a:off x="55412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7" name="Shape 1025"/>
          <p:cNvSpPr/>
          <p:nvPr/>
        </p:nvSpPr>
        <p:spPr>
          <a:xfrm>
            <a:off x="56509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8" name="Shape 1026"/>
          <p:cNvSpPr/>
          <p:nvPr/>
        </p:nvSpPr>
        <p:spPr>
          <a:xfrm>
            <a:off x="57607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9" name="Shape 1027"/>
          <p:cNvSpPr/>
          <p:nvPr/>
        </p:nvSpPr>
        <p:spPr>
          <a:xfrm>
            <a:off x="58704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0" name="Shape 1028"/>
          <p:cNvSpPr/>
          <p:nvPr/>
        </p:nvSpPr>
        <p:spPr>
          <a:xfrm>
            <a:off x="59801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1" name="Shape 1029"/>
          <p:cNvSpPr/>
          <p:nvPr/>
        </p:nvSpPr>
        <p:spPr>
          <a:xfrm>
            <a:off x="60899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2" name="Shape 1030"/>
          <p:cNvSpPr/>
          <p:nvPr/>
        </p:nvSpPr>
        <p:spPr>
          <a:xfrm>
            <a:off x="61996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3" name="Shape 1031"/>
          <p:cNvSpPr/>
          <p:nvPr/>
        </p:nvSpPr>
        <p:spPr>
          <a:xfrm>
            <a:off x="63093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4" name="Shape 1032"/>
          <p:cNvSpPr/>
          <p:nvPr/>
        </p:nvSpPr>
        <p:spPr>
          <a:xfrm>
            <a:off x="64190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5" name="Shape 1033"/>
          <p:cNvSpPr/>
          <p:nvPr/>
        </p:nvSpPr>
        <p:spPr>
          <a:xfrm>
            <a:off x="65288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6" name="Shape 1034"/>
          <p:cNvSpPr/>
          <p:nvPr/>
        </p:nvSpPr>
        <p:spPr>
          <a:xfrm>
            <a:off x="66385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7" name="Shape 1035"/>
          <p:cNvSpPr/>
          <p:nvPr/>
        </p:nvSpPr>
        <p:spPr>
          <a:xfrm>
            <a:off x="67482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8" name="Shape 1036"/>
          <p:cNvSpPr/>
          <p:nvPr/>
        </p:nvSpPr>
        <p:spPr>
          <a:xfrm>
            <a:off x="68580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9" name="Shape 1037"/>
          <p:cNvSpPr/>
          <p:nvPr/>
        </p:nvSpPr>
        <p:spPr>
          <a:xfrm>
            <a:off x="69677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0" name="Shape 1038"/>
          <p:cNvSpPr/>
          <p:nvPr/>
        </p:nvSpPr>
        <p:spPr>
          <a:xfrm>
            <a:off x="70774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1" name="Shape 1039"/>
          <p:cNvSpPr/>
          <p:nvPr/>
        </p:nvSpPr>
        <p:spPr>
          <a:xfrm>
            <a:off x="71871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2" name="Shape 1040"/>
          <p:cNvSpPr/>
          <p:nvPr/>
        </p:nvSpPr>
        <p:spPr>
          <a:xfrm>
            <a:off x="72969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3" name="Shape 1041"/>
          <p:cNvSpPr/>
          <p:nvPr/>
        </p:nvSpPr>
        <p:spPr>
          <a:xfrm>
            <a:off x="74066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4" name="Shape 1042"/>
          <p:cNvSpPr/>
          <p:nvPr/>
        </p:nvSpPr>
        <p:spPr>
          <a:xfrm>
            <a:off x="75163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5" name="Shape 1043"/>
          <p:cNvSpPr/>
          <p:nvPr/>
        </p:nvSpPr>
        <p:spPr>
          <a:xfrm>
            <a:off x="76260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6" name="Shape 1044"/>
          <p:cNvSpPr/>
          <p:nvPr/>
        </p:nvSpPr>
        <p:spPr>
          <a:xfrm>
            <a:off x="77358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7" name="Shape 1045"/>
          <p:cNvSpPr/>
          <p:nvPr/>
        </p:nvSpPr>
        <p:spPr>
          <a:xfrm>
            <a:off x="78455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8" name="Shape 1046"/>
          <p:cNvSpPr/>
          <p:nvPr/>
        </p:nvSpPr>
        <p:spPr>
          <a:xfrm>
            <a:off x="79552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9" name="Shape 1047"/>
          <p:cNvSpPr/>
          <p:nvPr/>
        </p:nvSpPr>
        <p:spPr>
          <a:xfrm>
            <a:off x="80650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0" name="Shape 1048"/>
          <p:cNvSpPr/>
          <p:nvPr/>
        </p:nvSpPr>
        <p:spPr>
          <a:xfrm>
            <a:off x="81747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1" name="Shape 1049"/>
          <p:cNvSpPr/>
          <p:nvPr/>
        </p:nvSpPr>
        <p:spPr>
          <a:xfrm>
            <a:off x="82844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2" name="Shape 1050"/>
          <p:cNvSpPr/>
          <p:nvPr/>
        </p:nvSpPr>
        <p:spPr>
          <a:xfrm>
            <a:off x="83941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3" name="Shape 1051"/>
          <p:cNvSpPr/>
          <p:nvPr/>
        </p:nvSpPr>
        <p:spPr>
          <a:xfrm>
            <a:off x="85039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4" name="Shape 1052"/>
          <p:cNvSpPr/>
          <p:nvPr/>
        </p:nvSpPr>
        <p:spPr>
          <a:xfrm>
            <a:off x="86136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5" name="Shape 1053"/>
          <p:cNvSpPr/>
          <p:nvPr/>
        </p:nvSpPr>
        <p:spPr>
          <a:xfrm>
            <a:off x="87233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6" name="Shape 1054"/>
          <p:cNvSpPr/>
          <p:nvPr/>
        </p:nvSpPr>
        <p:spPr>
          <a:xfrm>
            <a:off x="88331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7" name="Shape 1055"/>
          <p:cNvSpPr/>
          <p:nvPr/>
        </p:nvSpPr>
        <p:spPr>
          <a:xfrm>
            <a:off x="89428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8" name="Shape 1056"/>
          <p:cNvSpPr/>
          <p:nvPr/>
        </p:nvSpPr>
        <p:spPr>
          <a:xfrm>
            <a:off x="90525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9" name="Shape 1057"/>
          <p:cNvSpPr/>
          <p:nvPr/>
        </p:nvSpPr>
        <p:spPr>
          <a:xfrm>
            <a:off x="91622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0" name="Shape 1058"/>
          <p:cNvSpPr/>
          <p:nvPr/>
        </p:nvSpPr>
        <p:spPr>
          <a:xfrm>
            <a:off x="92720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1" name="Shape 1059"/>
          <p:cNvSpPr/>
          <p:nvPr/>
        </p:nvSpPr>
        <p:spPr>
          <a:xfrm>
            <a:off x="93817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2" name="Shape 1060"/>
          <p:cNvSpPr/>
          <p:nvPr/>
        </p:nvSpPr>
        <p:spPr>
          <a:xfrm>
            <a:off x="94914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3" name="Shape 1061"/>
          <p:cNvSpPr/>
          <p:nvPr/>
        </p:nvSpPr>
        <p:spPr>
          <a:xfrm>
            <a:off x="96012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4" name="Shape 1062"/>
          <p:cNvSpPr/>
          <p:nvPr/>
        </p:nvSpPr>
        <p:spPr>
          <a:xfrm>
            <a:off x="97109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5" name="Shape 1063"/>
          <p:cNvSpPr/>
          <p:nvPr/>
        </p:nvSpPr>
        <p:spPr>
          <a:xfrm>
            <a:off x="98206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6" name="Shape 1064"/>
          <p:cNvSpPr/>
          <p:nvPr/>
        </p:nvSpPr>
        <p:spPr>
          <a:xfrm>
            <a:off x="99303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7" name="Shape 1065"/>
          <p:cNvSpPr/>
          <p:nvPr/>
        </p:nvSpPr>
        <p:spPr>
          <a:xfrm>
            <a:off x="100401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8" name="Shape 1066"/>
          <p:cNvSpPr/>
          <p:nvPr/>
        </p:nvSpPr>
        <p:spPr>
          <a:xfrm>
            <a:off x="101498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9" name="Shape 1067"/>
          <p:cNvSpPr/>
          <p:nvPr/>
        </p:nvSpPr>
        <p:spPr>
          <a:xfrm>
            <a:off x="102595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0" name="Shape 1068"/>
          <p:cNvSpPr/>
          <p:nvPr/>
        </p:nvSpPr>
        <p:spPr>
          <a:xfrm>
            <a:off x="103692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1" name="Shape 1069"/>
          <p:cNvSpPr/>
          <p:nvPr/>
        </p:nvSpPr>
        <p:spPr>
          <a:xfrm>
            <a:off x="104790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2" name="Shape 1070"/>
          <p:cNvSpPr/>
          <p:nvPr/>
        </p:nvSpPr>
        <p:spPr>
          <a:xfrm>
            <a:off x="105887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3" name="Shape 1071"/>
          <p:cNvSpPr/>
          <p:nvPr/>
        </p:nvSpPr>
        <p:spPr>
          <a:xfrm>
            <a:off x="106984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4" name="Shape 1072"/>
          <p:cNvSpPr/>
          <p:nvPr/>
        </p:nvSpPr>
        <p:spPr>
          <a:xfrm>
            <a:off x="108082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5" name="Shape 1073"/>
          <p:cNvSpPr/>
          <p:nvPr/>
        </p:nvSpPr>
        <p:spPr>
          <a:xfrm>
            <a:off x="109179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6" name="Shape 1074"/>
          <p:cNvSpPr/>
          <p:nvPr/>
        </p:nvSpPr>
        <p:spPr>
          <a:xfrm>
            <a:off x="110276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7" name="Shape 1075"/>
          <p:cNvSpPr/>
          <p:nvPr/>
        </p:nvSpPr>
        <p:spPr>
          <a:xfrm>
            <a:off x="111373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8" name="Shape 1076"/>
          <p:cNvSpPr/>
          <p:nvPr/>
        </p:nvSpPr>
        <p:spPr>
          <a:xfrm>
            <a:off x="112471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9" name="Shape 1077"/>
          <p:cNvSpPr/>
          <p:nvPr/>
        </p:nvSpPr>
        <p:spPr>
          <a:xfrm>
            <a:off x="113568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0" name="Shape 1078"/>
          <p:cNvSpPr/>
          <p:nvPr/>
        </p:nvSpPr>
        <p:spPr>
          <a:xfrm>
            <a:off x="114665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1" name="Shape 1079"/>
          <p:cNvSpPr/>
          <p:nvPr/>
        </p:nvSpPr>
        <p:spPr>
          <a:xfrm>
            <a:off x="115763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2" name="Shape 1080"/>
          <p:cNvSpPr/>
          <p:nvPr/>
        </p:nvSpPr>
        <p:spPr>
          <a:xfrm>
            <a:off x="116860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3" name="Shape 1081"/>
          <p:cNvSpPr/>
          <p:nvPr/>
        </p:nvSpPr>
        <p:spPr>
          <a:xfrm>
            <a:off x="117957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4" name="Shape 1082"/>
          <p:cNvSpPr/>
          <p:nvPr/>
        </p:nvSpPr>
        <p:spPr>
          <a:xfrm>
            <a:off x="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5" name="Shape 1083"/>
          <p:cNvSpPr/>
          <p:nvPr/>
        </p:nvSpPr>
        <p:spPr>
          <a:xfrm>
            <a:off x="1097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6" name="Shape 1084"/>
          <p:cNvSpPr/>
          <p:nvPr/>
        </p:nvSpPr>
        <p:spPr>
          <a:xfrm>
            <a:off x="2194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7" name="Shape 1085"/>
          <p:cNvSpPr/>
          <p:nvPr/>
        </p:nvSpPr>
        <p:spPr>
          <a:xfrm>
            <a:off x="3291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8" name="Shape 1086"/>
          <p:cNvSpPr/>
          <p:nvPr/>
        </p:nvSpPr>
        <p:spPr>
          <a:xfrm>
            <a:off x="4389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9" name="Shape 1087"/>
          <p:cNvSpPr/>
          <p:nvPr/>
        </p:nvSpPr>
        <p:spPr>
          <a:xfrm>
            <a:off x="5486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0" name="Shape 1088"/>
          <p:cNvSpPr/>
          <p:nvPr/>
        </p:nvSpPr>
        <p:spPr>
          <a:xfrm>
            <a:off x="6583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1" name="Shape 1089"/>
          <p:cNvSpPr/>
          <p:nvPr/>
        </p:nvSpPr>
        <p:spPr>
          <a:xfrm>
            <a:off x="7680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2" name="Shape 1090"/>
          <p:cNvSpPr/>
          <p:nvPr/>
        </p:nvSpPr>
        <p:spPr>
          <a:xfrm>
            <a:off x="8778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3" name="Shape 1091"/>
          <p:cNvSpPr/>
          <p:nvPr/>
        </p:nvSpPr>
        <p:spPr>
          <a:xfrm>
            <a:off x="9875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4" name="Shape 1092"/>
          <p:cNvSpPr/>
          <p:nvPr/>
        </p:nvSpPr>
        <p:spPr>
          <a:xfrm>
            <a:off x="10972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5" name="Shape 1093"/>
          <p:cNvSpPr/>
          <p:nvPr/>
        </p:nvSpPr>
        <p:spPr>
          <a:xfrm>
            <a:off x="12070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6" name="Shape 1094"/>
          <p:cNvSpPr/>
          <p:nvPr/>
        </p:nvSpPr>
        <p:spPr>
          <a:xfrm>
            <a:off x="13167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7" name="Shape 1095"/>
          <p:cNvSpPr/>
          <p:nvPr/>
        </p:nvSpPr>
        <p:spPr>
          <a:xfrm>
            <a:off x="14264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8" name="Shape 1096"/>
          <p:cNvSpPr/>
          <p:nvPr/>
        </p:nvSpPr>
        <p:spPr>
          <a:xfrm>
            <a:off x="15361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9" name="Shape 1097"/>
          <p:cNvSpPr/>
          <p:nvPr/>
        </p:nvSpPr>
        <p:spPr>
          <a:xfrm>
            <a:off x="16459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0" name="Shape 1098"/>
          <p:cNvSpPr/>
          <p:nvPr/>
        </p:nvSpPr>
        <p:spPr>
          <a:xfrm>
            <a:off x="17556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1" name="Shape 1099"/>
          <p:cNvSpPr/>
          <p:nvPr/>
        </p:nvSpPr>
        <p:spPr>
          <a:xfrm>
            <a:off x="18653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2" name="Shape 1100"/>
          <p:cNvSpPr/>
          <p:nvPr/>
        </p:nvSpPr>
        <p:spPr>
          <a:xfrm>
            <a:off x="19751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3" name="Shape 1101"/>
          <p:cNvSpPr/>
          <p:nvPr/>
        </p:nvSpPr>
        <p:spPr>
          <a:xfrm>
            <a:off x="20848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4" name="Shape 1102"/>
          <p:cNvSpPr/>
          <p:nvPr/>
        </p:nvSpPr>
        <p:spPr>
          <a:xfrm>
            <a:off x="21945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5" name="Shape 1103"/>
          <p:cNvSpPr/>
          <p:nvPr/>
        </p:nvSpPr>
        <p:spPr>
          <a:xfrm>
            <a:off x="23042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6" name="Shape 1104"/>
          <p:cNvSpPr/>
          <p:nvPr/>
        </p:nvSpPr>
        <p:spPr>
          <a:xfrm>
            <a:off x="24140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7" name="Shape 1105"/>
          <p:cNvSpPr/>
          <p:nvPr/>
        </p:nvSpPr>
        <p:spPr>
          <a:xfrm>
            <a:off x="25237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8" name="Shape 1106"/>
          <p:cNvSpPr/>
          <p:nvPr/>
        </p:nvSpPr>
        <p:spPr>
          <a:xfrm>
            <a:off x="26334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9" name="Shape 1107"/>
          <p:cNvSpPr/>
          <p:nvPr/>
        </p:nvSpPr>
        <p:spPr>
          <a:xfrm>
            <a:off x="27432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0" name="Shape 1108"/>
          <p:cNvSpPr/>
          <p:nvPr/>
        </p:nvSpPr>
        <p:spPr>
          <a:xfrm>
            <a:off x="28529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1" name="Shape 1109"/>
          <p:cNvSpPr/>
          <p:nvPr/>
        </p:nvSpPr>
        <p:spPr>
          <a:xfrm>
            <a:off x="29626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2" name="Shape 1110"/>
          <p:cNvSpPr/>
          <p:nvPr/>
        </p:nvSpPr>
        <p:spPr>
          <a:xfrm>
            <a:off x="30723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3" name="Shape 1111"/>
          <p:cNvSpPr/>
          <p:nvPr/>
        </p:nvSpPr>
        <p:spPr>
          <a:xfrm>
            <a:off x="31821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4" name="Shape 1112"/>
          <p:cNvSpPr/>
          <p:nvPr/>
        </p:nvSpPr>
        <p:spPr>
          <a:xfrm>
            <a:off x="32918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5" name="Shape 1113"/>
          <p:cNvSpPr/>
          <p:nvPr/>
        </p:nvSpPr>
        <p:spPr>
          <a:xfrm>
            <a:off x="34015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6" name="Shape 1114"/>
          <p:cNvSpPr/>
          <p:nvPr/>
        </p:nvSpPr>
        <p:spPr>
          <a:xfrm>
            <a:off x="35112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7" name="Shape 1115"/>
          <p:cNvSpPr/>
          <p:nvPr/>
        </p:nvSpPr>
        <p:spPr>
          <a:xfrm>
            <a:off x="36210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8" name="Shape 1116"/>
          <p:cNvSpPr/>
          <p:nvPr/>
        </p:nvSpPr>
        <p:spPr>
          <a:xfrm>
            <a:off x="37307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9" name="Shape 1117"/>
          <p:cNvSpPr/>
          <p:nvPr/>
        </p:nvSpPr>
        <p:spPr>
          <a:xfrm>
            <a:off x="38404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0" name="Shape 1118"/>
          <p:cNvSpPr/>
          <p:nvPr/>
        </p:nvSpPr>
        <p:spPr>
          <a:xfrm>
            <a:off x="39502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1" name="Shape 1119"/>
          <p:cNvSpPr/>
          <p:nvPr/>
        </p:nvSpPr>
        <p:spPr>
          <a:xfrm>
            <a:off x="40599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2" name="Shape 1120"/>
          <p:cNvSpPr/>
          <p:nvPr/>
        </p:nvSpPr>
        <p:spPr>
          <a:xfrm>
            <a:off x="41696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3" name="Shape 1121"/>
          <p:cNvSpPr/>
          <p:nvPr/>
        </p:nvSpPr>
        <p:spPr>
          <a:xfrm>
            <a:off x="42793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4" name="Shape 1122"/>
          <p:cNvSpPr/>
          <p:nvPr/>
        </p:nvSpPr>
        <p:spPr>
          <a:xfrm>
            <a:off x="43891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5" name="Shape 1123"/>
          <p:cNvSpPr/>
          <p:nvPr/>
        </p:nvSpPr>
        <p:spPr>
          <a:xfrm>
            <a:off x="44988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6" name="Shape 1124"/>
          <p:cNvSpPr/>
          <p:nvPr/>
        </p:nvSpPr>
        <p:spPr>
          <a:xfrm>
            <a:off x="46085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7" name="Shape 1125"/>
          <p:cNvSpPr/>
          <p:nvPr/>
        </p:nvSpPr>
        <p:spPr>
          <a:xfrm>
            <a:off x="47183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8" name="Shape 1126"/>
          <p:cNvSpPr/>
          <p:nvPr/>
        </p:nvSpPr>
        <p:spPr>
          <a:xfrm>
            <a:off x="48280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9" name="Shape 1127"/>
          <p:cNvSpPr/>
          <p:nvPr/>
        </p:nvSpPr>
        <p:spPr>
          <a:xfrm>
            <a:off x="49377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0" name="Shape 1128"/>
          <p:cNvSpPr/>
          <p:nvPr/>
        </p:nvSpPr>
        <p:spPr>
          <a:xfrm>
            <a:off x="50474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1" name="Shape 1129"/>
          <p:cNvSpPr/>
          <p:nvPr/>
        </p:nvSpPr>
        <p:spPr>
          <a:xfrm>
            <a:off x="51572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2" name="Shape 1130"/>
          <p:cNvSpPr/>
          <p:nvPr/>
        </p:nvSpPr>
        <p:spPr>
          <a:xfrm>
            <a:off x="52669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3" name="Shape 1131"/>
          <p:cNvSpPr/>
          <p:nvPr/>
        </p:nvSpPr>
        <p:spPr>
          <a:xfrm>
            <a:off x="53766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4" name="Shape 1132"/>
          <p:cNvSpPr/>
          <p:nvPr/>
        </p:nvSpPr>
        <p:spPr>
          <a:xfrm>
            <a:off x="54864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5" name="Shape 1133"/>
          <p:cNvSpPr/>
          <p:nvPr/>
        </p:nvSpPr>
        <p:spPr>
          <a:xfrm>
            <a:off x="55961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6" name="Shape 1134"/>
          <p:cNvSpPr/>
          <p:nvPr/>
        </p:nvSpPr>
        <p:spPr>
          <a:xfrm>
            <a:off x="57058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7" name="Shape 1135"/>
          <p:cNvSpPr/>
          <p:nvPr/>
        </p:nvSpPr>
        <p:spPr>
          <a:xfrm>
            <a:off x="58155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8" name="Shape 1136"/>
          <p:cNvSpPr/>
          <p:nvPr/>
        </p:nvSpPr>
        <p:spPr>
          <a:xfrm>
            <a:off x="59253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9" name="Shape 1137"/>
          <p:cNvSpPr/>
          <p:nvPr/>
        </p:nvSpPr>
        <p:spPr>
          <a:xfrm>
            <a:off x="60350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0" name="Shape 1138"/>
          <p:cNvSpPr/>
          <p:nvPr/>
        </p:nvSpPr>
        <p:spPr>
          <a:xfrm>
            <a:off x="61447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1" name="Shape 1139"/>
          <p:cNvSpPr/>
          <p:nvPr/>
        </p:nvSpPr>
        <p:spPr>
          <a:xfrm>
            <a:off x="62544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2" name="Shape 1140"/>
          <p:cNvSpPr/>
          <p:nvPr/>
        </p:nvSpPr>
        <p:spPr>
          <a:xfrm>
            <a:off x="63642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3" name="Shape 1141"/>
          <p:cNvSpPr/>
          <p:nvPr/>
        </p:nvSpPr>
        <p:spPr>
          <a:xfrm>
            <a:off x="64739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4" name="Shape 1142"/>
          <p:cNvSpPr/>
          <p:nvPr/>
        </p:nvSpPr>
        <p:spPr>
          <a:xfrm>
            <a:off x="65836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5" name="Shape 1143"/>
          <p:cNvSpPr/>
          <p:nvPr/>
        </p:nvSpPr>
        <p:spPr>
          <a:xfrm>
            <a:off x="66934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6" name="Shape 1144"/>
          <p:cNvSpPr/>
          <p:nvPr/>
        </p:nvSpPr>
        <p:spPr>
          <a:xfrm>
            <a:off x="68031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7" name="Shape 1145"/>
          <p:cNvSpPr/>
          <p:nvPr/>
        </p:nvSpPr>
        <p:spPr>
          <a:xfrm>
            <a:off x="69128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8" name="Shape 1146"/>
          <p:cNvSpPr/>
          <p:nvPr/>
        </p:nvSpPr>
        <p:spPr>
          <a:xfrm>
            <a:off x="70225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9" name="Shape 1147"/>
          <p:cNvSpPr/>
          <p:nvPr/>
        </p:nvSpPr>
        <p:spPr>
          <a:xfrm>
            <a:off x="71323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0" name="Shape 1148"/>
          <p:cNvSpPr/>
          <p:nvPr/>
        </p:nvSpPr>
        <p:spPr>
          <a:xfrm>
            <a:off x="72420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1" name="Shape 1149"/>
          <p:cNvSpPr/>
          <p:nvPr/>
        </p:nvSpPr>
        <p:spPr>
          <a:xfrm>
            <a:off x="73517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2" name="Shape 1150"/>
          <p:cNvSpPr/>
          <p:nvPr/>
        </p:nvSpPr>
        <p:spPr>
          <a:xfrm>
            <a:off x="74615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3" name="Shape 1151"/>
          <p:cNvSpPr/>
          <p:nvPr/>
        </p:nvSpPr>
        <p:spPr>
          <a:xfrm>
            <a:off x="75712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4" name="Shape 1152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5" name="Shape 1153"/>
          <p:cNvSpPr/>
          <p:nvPr/>
        </p:nvSpPr>
        <p:spPr>
          <a:xfrm>
            <a:off x="77906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6" name="Shape 1154"/>
          <p:cNvSpPr/>
          <p:nvPr/>
        </p:nvSpPr>
        <p:spPr>
          <a:xfrm>
            <a:off x="79004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7" name="Shape 1155"/>
          <p:cNvSpPr/>
          <p:nvPr/>
        </p:nvSpPr>
        <p:spPr>
          <a:xfrm>
            <a:off x="80101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8" name="Shape 1156"/>
          <p:cNvSpPr/>
          <p:nvPr/>
        </p:nvSpPr>
        <p:spPr>
          <a:xfrm>
            <a:off x="81198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9" name="Shape 1157"/>
          <p:cNvSpPr/>
          <p:nvPr/>
        </p:nvSpPr>
        <p:spPr>
          <a:xfrm>
            <a:off x="82296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0" name="Shape 1158"/>
          <p:cNvSpPr/>
          <p:nvPr/>
        </p:nvSpPr>
        <p:spPr>
          <a:xfrm>
            <a:off x="83393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1" name="Shape 1159"/>
          <p:cNvSpPr/>
          <p:nvPr/>
        </p:nvSpPr>
        <p:spPr>
          <a:xfrm>
            <a:off x="84490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2" name="Shape 1160"/>
          <p:cNvSpPr/>
          <p:nvPr/>
        </p:nvSpPr>
        <p:spPr>
          <a:xfrm>
            <a:off x="85587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3" name="Shape 1161"/>
          <p:cNvSpPr/>
          <p:nvPr/>
        </p:nvSpPr>
        <p:spPr>
          <a:xfrm>
            <a:off x="86685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4" name="Shape 1162"/>
          <p:cNvSpPr/>
          <p:nvPr/>
        </p:nvSpPr>
        <p:spPr>
          <a:xfrm>
            <a:off x="87782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5" name="Shape 1163"/>
          <p:cNvSpPr/>
          <p:nvPr/>
        </p:nvSpPr>
        <p:spPr>
          <a:xfrm>
            <a:off x="88879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6" name="Shape 1164"/>
          <p:cNvSpPr/>
          <p:nvPr/>
        </p:nvSpPr>
        <p:spPr>
          <a:xfrm>
            <a:off x="89976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7" name="Shape 1165"/>
          <p:cNvSpPr/>
          <p:nvPr/>
        </p:nvSpPr>
        <p:spPr>
          <a:xfrm>
            <a:off x="91074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8" name="Shape 1166"/>
          <p:cNvSpPr/>
          <p:nvPr/>
        </p:nvSpPr>
        <p:spPr>
          <a:xfrm>
            <a:off x="92171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9" name="Shape 1167"/>
          <p:cNvSpPr/>
          <p:nvPr/>
        </p:nvSpPr>
        <p:spPr>
          <a:xfrm>
            <a:off x="93268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0" name="Shape 1168"/>
          <p:cNvSpPr/>
          <p:nvPr/>
        </p:nvSpPr>
        <p:spPr>
          <a:xfrm>
            <a:off x="94366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1" name="Shape 1169"/>
          <p:cNvSpPr/>
          <p:nvPr/>
        </p:nvSpPr>
        <p:spPr>
          <a:xfrm>
            <a:off x="95463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2" name="Shape 1170"/>
          <p:cNvSpPr/>
          <p:nvPr/>
        </p:nvSpPr>
        <p:spPr>
          <a:xfrm>
            <a:off x="96560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3" name="Shape 1171"/>
          <p:cNvSpPr/>
          <p:nvPr/>
        </p:nvSpPr>
        <p:spPr>
          <a:xfrm>
            <a:off x="97657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4" name="Shape 1172"/>
          <p:cNvSpPr/>
          <p:nvPr/>
        </p:nvSpPr>
        <p:spPr>
          <a:xfrm>
            <a:off x="98755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5" name="Shape 1173"/>
          <p:cNvSpPr/>
          <p:nvPr/>
        </p:nvSpPr>
        <p:spPr>
          <a:xfrm>
            <a:off x="99852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6" name="Shape 1174"/>
          <p:cNvSpPr/>
          <p:nvPr/>
        </p:nvSpPr>
        <p:spPr>
          <a:xfrm>
            <a:off x="100949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7" name="Shape 1175"/>
          <p:cNvSpPr/>
          <p:nvPr/>
        </p:nvSpPr>
        <p:spPr>
          <a:xfrm>
            <a:off x="102047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8" name="Shape 1176"/>
          <p:cNvSpPr/>
          <p:nvPr/>
        </p:nvSpPr>
        <p:spPr>
          <a:xfrm>
            <a:off x="103144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9" name="Shape 1177"/>
          <p:cNvSpPr/>
          <p:nvPr/>
        </p:nvSpPr>
        <p:spPr>
          <a:xfrm>
            <a:off x="104241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0" name="Shape 1178"/>
          <p:cNvSpPr/>
          <p:nvPr/>
        </p:nvSpPr>
        <p:spPr>
          <a:xfrm>
            <a:off x="105338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1" name="Shape 1179"/>
          <p:cNvSpPr/>
          <p:nvPr/>
        </p:nvSpPr>
        <p:spPr>
          <a:xfrm>
            <a:off x="106436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2" name="Shape 1180"/>
          <p:cNvSpPr/>
          <p:nvPr/>
        </p:nvSpPr>
        <p:spPr>
          <a:xfrm>
            <a:off x="107533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3" name="Shape 1181"/>
          <p:cNvSpPr/>
          <p:nvPr/>
        </p:nvSpPr>
        <p:spPr>
          <a:xfrm>
            <a:off x="108630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4" name="Shape 1182"/>
          <p:cNvSpPr/>
          <p:nvPr/>
        </p:nvSpPr>
        <p:spPr>
          <a:xfrm>
            <a:off x="109728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5" name="Shape 1183"/>
          <p:cNvSpPr/>
          <p:nvPr/>
        </p:nvSpPr>
        <p:spPr>
          <a:xfrm>
            <a:off x="110825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6" name="Shape 1184"/>
          <p:cNvSpPr/>
          <p:nvPr/>
        </p:nvSpPr>
        <p:spPr>
          <a:xfrm>
            <a:off x="111922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7" name="Shape 1185"/>
          <p:cNvSpPr/>
          <p:nvPr/>
        </p:nvSpPr>
        <p:spPr>
          <a:xfrm>
            <a:off x="113019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8" name="Shape 1186"/>
          <p:cNvSpPr/>
          <p:nvPr/>
        </p:nvSpPr>
        <p:spPr>
          <a:xfrm>
            <a:off x="114117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9" name="Shape 1187"/>
          <p:cNvSpPr/>
          <p:nvPr/>
        </p:nvSpPr>
        <p:spPr>
          <a:xfrm>
            <a:off x="115214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0" name="Shape 1188"/>
          <p:cNvSpPr/>
          <p:nvPr/>
        </p:nvSpPr>
        <p:spPr>
          <a:xfrm>
            <a:off x="116311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1" name="Shape 1189"/>
          <p:cNvSpPr/>
          <p:nvPr/>
        </p:nvSpPr>
        <p:spPr>
          <a:xfrm>
            <a:off x="117408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2" name="Shape 1190"/>
          <p:cNvSpPr/>
          <p:nvPr/>
        </p:nvSpPr>
        <p:spPr>
          <a:xfrm>
            <a:off x="548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3" name="Shape 1191"/>
          <p:cNvSpPr/>
          <p:nvPr/>
        </p:nvSpPr>
        <p:spPr>
          <a:xfrm>
            <a:off x="1645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4" name="Shape 1192"/>
          <p:cNvSpPr/>
          <p:nvPr/>
        </p:nvSpPr>
        <p:spPr>
          <a:xfrm>
            <a:off x="2743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5" name="Shape 1193"/>
          <p:cNvSpPr/>
          <p:nvPr/>
        </p:nvSpPr>
        <p:spPr>
          <a:xfrm>
            <a:off x="3840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6" name="Shape 1194"/>
          <p:cNvSpPr/>
          <p:nvPr/>
        </p:nvSpPr>
        <p:spPr>
          <a:xfrm>
            <a:off x="4937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7" name="Shape 1195"/>
          <p:cNvSpPr/>
          <p:nvPr/>
        </p:nvSpPr>
        <p:spPr>
          <a:xfrm>
            <a:off x="6035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8" name="Shape 1196"/>
          <p:cNvSpPr/>
          <p:nvPr/>
        </p:nvSpPr>
        <p:spPr>
          <a:xfrm>
            <a:off x="7132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9" name="Shape 1197"/>
          <p:cNvSpPr/>
          <p:nvPr/>
        </p:nvSpPr>
        <p:spPr>
          <a:xfrm>
            <a:off x="8229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0" name="Shape 1198"/>
          <p:cNvSpPr/>
          <p:nvPr/>
        </p:nvSpPr>
        <p:spPr>
          <a:xfrm>
            <a:off x="9326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1" name="Shape 1199"/>
          <p:cNvSpPr/>
          <p:nvPr/>
        </p:nvSpPr>
        <p:spPr>
          <a:xfrm>
            <a:off x="10424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2" name="Shape 1200"/>
          <p:cNvSpPr/>
          <p:nvPr/>
        </p:nvSpPr>
        <p:spPr>
          <a:xfrm>
            <a:off x="11521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3" name="Shape 1201"/>
          <p:cNvSpPr/>
          <p:nvPr/>
        </p:nvSpPr>
        <p:spPr>
          <a:xfrm>
            <a:off x="12618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4" name="Shape 1202"/>
          <p:cNvSpPr/>
          <p:nvPr/>
        </p:nvSpPr>
        <p:spPr>
          <a:xfrm>
            <a:off x="13716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5" name="Shape 1203"/>
          <p:cNvSpPr/>
          <p:nvPr/>
        </p:nvSpPr>
        <p:spPr>
          <a:xfrm>
            <a:off x="14813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6" name="Shape 1204"/>
          <p:cNvSpPr/>
          <p:nvPr/>
        </p:nvSpPr>
        <p:spPr>
          <a:xfrm>
            <a:off x="15910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7" name="Shape 1205"/>
          <p:cNvSpPr/>
          <p:nvPr/>
        </p:nvSpPr>
        <p:spPr>
          <a:xfrm>
            <a:off x="17007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8" name="Shape 1206"/>
          <p:cNvSpPr/>
          <p:nvPr/>
        </p:nvSpPr>
        <p:spPr>
          <a:xfrm>
            <a:off x="18105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9" name="Shape 1207"/>
          <p:cNvSpPr/>
          <p:nvPr/>
        </p:nvSpPr>
        <p:spPr>
          <a:xfrm>
            <a:off x="19202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0" name="Shape 1208"/>
          <p:cNvSpPr/>
          <p:nvPr/>
        </p:nvSpPr>
        <p:spPr>
          <a:xfrm>
            <a:off x="20299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1" name="Shape 1209"/>
          <p:cNvSpPr/>
          <p:nvPr/>
        </p:nvSpPr>
        <p:spPr>
          <a:xfrm>
            <a:off x="21396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2" name="Shape 1210"/>
          <p:cNvSpPr/>
          <p:nvPr/>
        </p:nvSpPr>
        <p:spPr>
          <a:xfrm>
            <a:off x="22494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3" name="Shape 1211"/>
          <p:cNvSpPr/>
          <p:nvPr/>
        </p:nvSpPr>
        <p:spPr>
          <a:xfrm>
            <a:off x="23591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4" name="Shape 1212"/>
          <p:cNvSpPr/>
          <p:nvPr/>
        </p:nvSpPr>
        <p:spPr>
          <a:xfrm>
            <a:off x="24688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5" name="Shape 1213"/>
          <p:cNvSpPr/>
          <p:nvPr/>
        </p:nvSpPr>
        <p:spPr>
          <a:xfrm>
            <a:off x="25786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6" name="Shape 1214"/>
          <p:cNvSpPr/>
          <p:nvPr/>
        </p:nvSpPr>
        <p:spPr>
          <a:xfrm>
            <a:off x="26883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7" name="Shape 1215"/>
          <p:cNvSpPr/>
          <p:nvPr/>
        </p:nvSpPr>
        <p:spPr>
          <a:xfrm>
            <a:off x="27980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8" name="Shape 1216"/>
          <p:cNvSpPr/>
          <p:nvPr/>
        </p:nvSpPr>
        <p:spPr>
          <a:xfrm>
            <a:off x="29077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9" name="Shape 1217"/>
          <p:cNvSpPr/>
          <p:nvPr/>
        </p:nvSpPr>
        <p:spPr>
          <a:xfrm>
            <a:off x="30175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0" name="Shape 1218"/>
          <p:cNvSpPr/>
          <p:nvPr/>
        </p:nvSpPr>
        <p:spPr>
          <a:xfrm>
            <a:off x="31272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1" name="Shape 1219"/>
          <p:cNvSpPr/>
          <p:nvPr/>
        </p:nvSpPr>
        <p:spPr>
          <a:xfrm>
            <a:off x="32369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2" name="Shape 1220"/>
          <p:cNvSpPr/>
          <p:nvPr/>
        </p:nvSpPr>
        <p:spPr>
          <a:xfrm>
            <a:off x="33467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3" name="Shape 1221"/>
          <p:cNvSpPr/>
          <p:nvPr/>
        </p:nvSpPr>
        <p:spPr>
          <a:xfrm>
            <a:off x="34564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4" name="Shape 1222"/>
          <p:cNvSpPr/>
          <p:nvPr/>
        </p:nvSpPr>
        <p:spPr>
          <a:xfrm>
            <a:off x="35661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5" name="Shape 1223"/>
          <p:cNvSpPr/>
          <p:nvPr/>
        </p:nvSpPr>
        <p:spPr>
          <a:xfrm>
            <a:off x="36758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6" name="Shape 1224"/>
          <p:cNvSpPr/>
          <p:nvPr/>
        </p:nvSpPr>
        <p:spPr>
          <a:xfrm>
            <a:off x="37856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7" name="Shape 1225"/>
          <p:cNvSpPr/>
          <p:nvPr/>
        </p:nvSpPr>
        <p:spPr>
          <a:xfrm>
            <a:off x="38953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8" name="Shape 1226"/>
          <p:cNvSpPr/>
          <p:nvPr/>
        </p:nvSpPr>
        <p:spPr>
          <a:xfrm>
            <a:off x="40050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9" name="Shape 1227"/>
          <p:cNvSpPr/>
          <p:nvPr/>
        </p:nvSpPr>
        <p:spPr>
          <a:xfrm>
            <a:off x="41148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0" name="Shape 1228"/>
          <p:cNvSpPr/>
          <p:nvPr/>
        </p:nvSpPr>
        <p:spPr>
          <a:xfrm>
            <a:off x="42245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1" name="Shape 1229"/>
          <p:cNvSpPr/>
          <p:nvPr/>
        </p:nvSpPr>
        <p:spPr>
          <a:xfrm>
            <a:off x="43342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2" name="Shape 1230"/>
          <p:cNvSpPr/>
          <p:nvPr/>
        </p:nvSpPr>
        <p:spPr>
          <a:xfrm>
            <a:off x="44439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3" name="Shape 1231"/>
          <p:cNvSpPr/>
          <p:nvPr/>
        </p:nvSpPr>
        <p:spPr>
          <a:xfrm>
            <a:off x="45537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4" name="Shape 1232"/>
          <p:cNvSpPr/>
          <p:nvPr/>
        </p:nvSpPr>
        <p:spPr>
          <a:xfrm>
            <a:off x="46634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5" name="Shape 1233"/>
          <p:cNvSpPr/>
          <p:nvPr/>
        </p:nvSpPr>
        <p:spPr>
          <a:xfrm>
            <a:off x="47731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6" name="Shape 1234"/>
          <p:cNvSpPr/>
          <p:nvPr/>
        </p:nvSpPr>
        <p:spPr>
          <a:xfrm>
            <a:off x="48828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7" name="Shape 1235"/>
          <p:cNvSpPr/>
          <p:nvPr/>
        </p:nvSpPr>
        <p:spPr>
          <a:xfrm>
            <a:off x="49926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8" name="Shape 1236"/>
          <p:cNvSpPr/>
          <p:nvPr/>
        </p:nvSpPr>
        <p:spPr>
          <a:xfrm>
            <a:off x="51023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9" name="Shape 1237"/>
          <p:cNvSpPr/>
          <p:nvPr/>
        </p:nvSpPr>
        <p:spPr>
          <a:xfrm>
            <a:off x="52120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0" name="Shape 1238"/>
          <p:cNvSpPr/>
          <p:nvPr/>
        </p:nvSpPr>
        <p:spPr>
          <a:xfrm>
            <a:off x="53218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1" name="Shape 1239"/>
          <p:cNvSpPr/>
          <p:nvPr/>
        </p:nvSpPr>
        <p:spPr>
          <a:xfrm>
            <a:off x="54315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2" name="Shape 1240"/>
          <p:cNvSpPr/>
          <p:nvPr/>
        </p:nvSpPr>
        <p:spPr>
          <a:xfrm>
            <a:off x="55412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3" name="Shape 1241"/>
          <p:cNvSpPr/>
          <p:nvPr/>
        </p:nvSpPr>
        <p:spPr>
          <a:xfrm>
            <a:off x="56509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4" name="Shape 1242"/>
          <p:cNvSpPr/>
          <p:nvPr/>
        </p:nvSpPr>
        <p:spPr>
          <a:xfrm>
            <a:off x="57607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5" name="Shape 1243"/>
          <p:cNvSpPr/>
          <p:nvPr/>
        </p:nvSpPr>
        <p:spPr>
          <a:xfrm>
            <a:off x="58704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6" name="Shape 1244"/>
          <p:cNvSpPr/>
          <p:nvPr/>
        </p:nvSpPr>
        <p:spPr>
          <a:xfrm>
            <a:off x="59801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7" name="Shape 1245"/>
          <p:cNvSpPr/>
          <p:nvPr/>
        </p:nvSpPr>
        <p:spPr>
          <a:xfrm>
            <a:off x="60899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8" name="Shape 1246"/>
          <p:cNvSpPr/>
          <p:nvPr/>
        </p:nvSpPr>
        <p:spPr>
          <a:xfrm>
            <a:off x="61996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9" name="Shape 1247"/>
          <p:cNvSpPr/>
          <p:nvPr/>
        </p:nvSpPr>
        <p:spPr>
          <a:xfrm>
            <a:off x="63093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0" name="Shape 1248"/>
          <p:cNvSpPr/>
          <p:nvPr/>
        </p:nvSpPr>
        <p:spPr>
          <a:xfrm>
            <a:off x="64190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1" name="Shape 1249"/>
          <p:cNvSpPr/>
          <p:nvPr/>
        </p:nvSpPr>
        <p:spPr>
          <a:xfrm>
            <a:off x="65288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2" name="Shape 1250"/>
          <p:cNvSpPr/>
          <p:nvPr/>
        </p:nvSpPr>
        <p:spPr>
          <a:xfrm>
            <a:off x="66385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3" name="Shape 1251"/>
          <p:cNvSpPr/>
          <p:nvPr/>
        </p:nvSpPr>
        <p:spPr>
          <a:xfrm>
            <a:off x="67482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4" name="Shape 1252"/>
          <p:cNvSpPr/>
          <p:nvPr/>
        </p:nvSpPr>
        <p:spPr>
          <a:xfrm>
            <a:off x="68580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5" name="Shape 1253"/>
          <p:cNvSpPr/>
          <p:nvPr/>
        </p:nvSpPr>
        <p:spPr>
          <a:xfrm>
            <a:off x="69677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6" name="Shape 1254"/>
          <p:cNvSpPr/>
          <p:nvPr/>
        </p:nvSpPr>
        <p:spPr>
          <a:xfrm>
            <a:off x="70774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7" name="Shape 1255"/>
          <p:cNvSpPr/>
          <p:nvPr/>
        </p:nvSpPr>
        <p:spPr>
          <a:xfrm>
            <a:off x="71871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8" name="Shape 1256"/>
          <p:cNvSpPr/>
          <p:nvPr/>
        </p:nvSpPr>
        <p:spPr>
          <a:xfrm>
            <a:off x="72969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9" name="Shape 1257"/>
          <p:cNvSpPr/>
          <p:nvPr/>
        </p:nvSpPr>
        <p:spPr>
          <a:xfrm>
            <a:off x="74066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0" name="Shape 1258"/>
          <p:cNvSpPr/>
          <p:nvPr/>
        </p:nvSpPr>
        <p:spPr>
          <a:xfrm>
            <a:off x="75163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1" name="Shape 1259"/>
          <p:cNvSpPr/>
          <p:nvPr/>
        </p:nvSpPr>
        <p:spPr>
          <a:xfrm>
            <a:off x="76260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2" name="Shape 1260"/>
          <p:cNvSpPr/>
          <p:nvPr/>
        </p:nvSpPr>
        <p:spPr>
          <a:xfrm>
            <a:off x="77358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3" name="Shape 1261"/>
          <p:cNvSpPr/>
          <p:nvPr/>
        </p:nvSpPr>
        <p:spPr>
          <a:xfrm>
            <a:off x="78455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4" name="Shape 1262"/>
          <p:cNvSpPr/>
          <p:nvPr/>
        </p:nvSpPr>
        <p:spPr>
          <a:xfrm>
            <a:off x="79552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5" name="Shape 1263"/>
          <p:cNvSpPr/>
          <p:nvPr/>
        </p:nvSpPr>
        <p:spPr>
          <a:xfrm>
            <a:off x="80650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6" name="Shape 1264"/>
          <p:cNvSpPr/>
          <p:nvPr/>
        </p:nvSpPr>
        <p:spPr>
          <a:xfrm>
            <a:off x="81747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7" name="Shape 1265"/>
          <p:cNvSpPr/>
          <p:nvPr/>
        </p:nvSpPr>
        <p:spPr>
          <a:xfrm>
            <a:off x="82844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8" name="Shape 1266"/>
          <p:cNvSpPr/>
          <p:nvPr/>
        </p:nvSpPr>
        <p:spPr>
          <a:xfrm>
            <a:off x="83941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9" name="Shape 1267"/>
          <p:cNvSpPr/>
          <p:nvPr/>
        </p:nvSpPr>
        <p:spPr>
          <a:xfrm>
            <a:off x="85039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0" name="Shape 1268"/>
          <p:cNvSpPr/>
          <p:nvPr/>
        </p:nvSpPr>
        <p:spPr>
          <a:xfrm>
            <a:off x="86136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1" name="Shape 1269"/>
          <p:cNvSpPr/>
          <p:nvPr/>
        </p:nvSpPr>
        <p:spPr>
          <a:xfrm>
            <a:off x="87233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2" name="Shape 1270"/>
          <p:cNvSpPr/>
          <p:nvPr/>
        </p:nvSpPr>
        <p:spPr>
          <a:xfrm>
            <a:off x="88331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3" name="Shape 1271"/>
          <p:cNvSpPr/>
          <p:nvPr/>
        </p:nvSpPr>
        <p:spPr>
          <a:xfrm>
            <a:off x="89428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4" name="Shape 1272"/>
          <p:cNvSpPr/>
          <p:nvPr/>
        </p:nvSpPr>
        <p:spPr>
          <a:xfrm>
            <a:off x="90525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5" name="Shape 1273"/>
          <p:cNvSpPr/>
          <p:nvPr/>
        </p:nvSpPr>
        <p:spPr>
          <a:xfrm>
            <a:off x="91622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6" name="Shape 1274"/>
          <p:cNvSpPr/>
          <p:nvPr/>
        </p:nvSpPr>
        <p:spPr>
          <a:xfrm>
            <a:off x="92720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7" name="Shape 1275"/>
          <p:cNvSpPr/>
          <p:nvPr/>
        </p:nvSpPr>
        <p:spPr>
          <a:xfrm>
            <a:off x="93817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8" name="Shape 1276"/>
          <p:cNvSpPr/>
          <p:nvPr/>
        </p:nvSpPr>
        <p:spPr>
          <a:xfrm>
            <a:off x="94914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9" name="Shape 1277"/>
          <p:cNvSpPr/>
          <p:nvPr/>
        </p:nvSpPr>
        <p:spPr>
          <a:xfrm>
            <a:off x="96012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0" name="Shape 1278"/>
          <p:cNvSpPr/>
          <p:nvPr/>
        </p:nvSpPr>
        <p:spPr>
          <a:xfrm>
            <a:off x="97109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1" name="Shape 1279"/>
          <p:cNvSpPr/>
          <p:nvPr/>
        </p:nvSpPr>
        <p:spPr>
          <a:xfrm>
            <a:off x="98206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2" name="Shape 1280"/>
          <p:cNvSpPr/>
          <p:nvPr/>
        </p:nvSpPr>
        <p:spPr>
          <a:xfrm>
            <a:off x="99303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3" name="Shape 1281"/>
          <p:cNvSpPr/>
          <p:nvPr/>
        </p:nvSpPr>
        <p:spPr>
          <a:xfrm>
            <a:off x="100401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4" name="Shape 1282"/>
          <p:cNvSpPr/>
          <p:nvPr/>
        </p:nvSpPr>
        <p:spPr>
          <a:xfrm>
            <a:off x="101498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5" name="Shape 1283"/>
          <p:cNvSpPr/>
          <p:nvPr/>
        </p:nvSpPr>
        <p:spPr>
          <a:xfrm>
            <a:off x="102595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6" name="Shape 1284"/>
          <p:cNvSpPr/>
          <p:nvPr/>
        </p:nvSpPr>
        <p:spPr>
          <a:xfrm>
            <a:off x="103692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7" name="Shape 1285"/>
          <p:cNvSpPr/>
          <p:nvPr/>
        </p:nvSpPr>
        <p:spPr>
          <a:xfrm>
            <a:off x="104790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8" name="Shape 1286"/>
          <p:cNvSpPr/>
          <p:nvPr/>
        </p:nvSpPr>
        <p:spPr>
          <a:xfrm>
            <a:off x="105887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9" name="Shape 1287"/>
          <p:cNvSpPr/>
          <p:nvPr/>
        </p:nvSpPr>
        <p:spPr>
          <a:xfrm>
            <a:off x="106984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0" name="Shape 1288"/>
          <p:cNvSpPr/>
          <p:nvPr/>
        </p:nvSpPr>
        <p:spPr>
          <a:xfrm>
            <a:off x="108082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1" name="Shape 1289"/>
          <p:cNvSpPr/>
          <p:nvPr/>
        </p:nvSpPr>
        <p:spPr>
          <a:xfrm>
            <a:off x="109179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2" name="Shape 1290"/>
          <p:cNvSpPr/>
          <p:nvPr/>
        </p:nvSpPr>
        <p:spPr>
          <a:xfrm>
            <a:off x="110276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3" name="Shape 1291"/>
          <p:cNvSpPr/>
          <p:nvPr/>
        </p:nvSpPr>
        <p:spPr>
          <a:xfrm>
            <a:off x="111373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4" name="Shape 1292"/>
          <p:cNvSpPr/>
          <p:nvPr/>
        </p:nvSpPr>
        <p:spPr>
          <a:xfrm>
            <a:off x="112471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5" name="Shape 1293"/>
          <p:cNvSpPr/>
          <p:nvPr/>
        </p:nvSpPr>
        <p:spPr>
          <a:xfrm>
            <a:off x="113568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6" name="Shape 1294"/>
          <p:cNvSpPr/>
          <p:nvPr/>
        </p:nvSpPr>
        <p:spPr>
          <a:xfrm>
            <a:off x="114665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7" name="Shape 1295"/>
          <p:cNvSpPr/>
          <p:nvPr/>
        </p:nvSpPr>
        <p:spPr>
          <a:xfrm>
            <a:off x="115763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8" name="Shape 1296"/>
          <p:cNvSpPr/>
          <p:nvPr/>
        </p:nvSpPr>
        <p:spPr>
          <a:xfrm>
            <a:off x="116860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9" name="Shape 1297"/>
          <p:cNvSpPr/>
          <p:nvPr/>
        </p:nvSpPr>
        <p:spPr>
          <a:xfrm>
            <a:off x="117957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0" name="Shape 1298"/>
          <p:cNvSpPr/>
          <p:nvPr/>
        </p:nvSpPr>
        <p:spPr>
          <a:xfrm>
            <a:off x="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1" name="Shape 1299"/>
          <p:cNvSpPr/>
          <p:nvPr/>
        </p:nvSpPr>
        <p:spPr>
          <a:xfrm>
            <a:off x="1097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2" name="Shape 1300"/>
          <p:cNvSpPr/>
          <p:nvPr/>
        </p:nvSpPr>
        <p:spPr>
          <a:xfrm>
            <a:off x="2194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3" name="Shape 1301"/>
          <p:cNvSpPr/>
          <p:nvPr/>
        </p:nvSpPr>
        <p:spPr>
          <a:xfrm>
            <a:off x="3291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4" name="Shape 1302"/>
          <p:cNvSpPr/>
          <p:nvPr/>
        </p:nvSpPr>
        <p:spPr>
          <a:xfrm>
            <a:off x="4389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5" name="Shape 1303"/>
          <p:cNvSpPr/>
          <p:nvPr/>
        </p:nvSpPr>
        <p:spPr>
          <a:xfrm>
            <a:off x="5486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6" name="Shape 1304"/>
          <p:cNvSpPr/>
          <p:nvPr/>
        </p:nvSpPr>
        <p:spPr>
          <a:xfrm>
            <a:off x="6583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7" name="Shape 1305"/>
          <p:cNvSpPr/>
          <p:nvPr/>
        </p:nvSpPr>
        <p:spPr>
          <a:xfrm>
            <a:off x="7680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8" name="Shape 1306"/>
          <p:cNvSpPr/>
          <p:nvPr/>
        </p:nvSpPr>
        <p:spPr>
          <a:xfrm>
            <a:off x="8778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9" name="Shape 1307"/>
          <p:cNvSpPr/>
          <p:nvPr/>
        </p:nvSpPr>
        <p:spPr>
          <a:xfrm>
            <a:off x="9875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0" name="Shape 1308"/>
          <p:cNvSpPr/>
          <p:nvPr/>
        </p:nvSpPr>
        <p:spPr>
          <a:xfrm>
            <a:off x="10972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1" name="Shape 1309"/>
          <p:cNvSpPr/>
          <p:nvPr/>
        </p:nvSpPr>
        <p:spPr>
          <a:xfrm>
            <a:off x="12070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2" name="Shape 1310"/>
          <p:cNvSpPr/>
          <p:nvPr/>
        </p:nvSpPr>
        <p:spPr>
          <a:xfrm>
            <a:off x="13167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3" name="Shape 1311"/>
          <p:cNvSpPr/>
          <p:nvPr/>
        </p:nvSpPr>
        <p:spPr>
          <a:xfrm>
            <a:off x="14264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4" name="Shape 1312"/>
          <p:cNvSpPr/>
          <p:nvPr/>
        </p:nvSpPr>
        <p:spPr>
          <a:xfrm>
            <a:off x="15361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5" name="Shape 1313"/>
          <p:cNvSpPr/>
          <p:nvPr/>
        </p:nvSpPr>
        <p:spPr>
          <a:xfrm>
            <a:off x="16459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6" name="Shape 1314"/>
          <p:cNvSpPr/>
          <p:nvPr/>
        </p:nvSpPr>
        <p:spPr>
          <a:xfrm>
            <a:off x="17556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7" name="Shape 1315"/>
          <p:cNvSpPr/>
          <p:nvPr/>
        </p:nvSpPr>
        <p:spPr>
          <a:xfrm>
            <a:off x="18653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8" name="Shape 1316"/>
          <p:cNvSpPr/>
          <p:nvPr/>
        </p:nvSpPr>
        <p:spPr>
          <a:xfrm>
            <a:off x="19751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9" name="Shape 1317"/>
          <p:cNvSpPr/>
          <p:nvPr/>
        </p:nvSpPr>
        <p:spPr>
          <a:xfrm>
            <a:off x="20848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0" name="Shape 1318"/>
          <p:cNvSpPr/>
          <p:nvPr/>
        </p:nvSpPr>
        <p:spPr>
          <a:xfrm>
            <a:off x="21945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1" name="Shape 1319"/>
          <p:cNvSpPr/>
          <p:nvPr/>
        </p:nvSpPr>
        <p:spPr>
          <a:xfrm>
            <a:off x="23042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2" name="Shape 1320"/>
          <p:cNvSpPr/>
          <p:nvPr/>
        </p:nvSpPr>
        <p:spPr>
          <a:xfrm>
            <a:off x="24140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3" name="Shape 1321"/>
          <p:cNvSpPr/>
          <p:nvPr/>
        </p:nvSpPr>
        <p:spPr>
          <a:xfrm>
            <a:off x="25237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4" name="Shape 1322"/>
          <p:cNvSpPr/>
          <p:nvPr/>
        </p:nvSpPr>
        <p:spPr>
          <a:xfrm>
            <a:off x="26334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5" name="Shape 1323"/>
          <p:cNvSpPr/>
          <p:nvPr/>
        </p:nvSpPr>
        <p:spPr>
          <a:xfrm>
            <a:off x="27432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6" name="Shape 1324"/>
          <p:cNvSpPr/>
          <p:nvPr/>
        </p:nvSpPr>
        <p:spPr>
          <a:xfrm>
            <a:off x="28529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7" name="Shape 1325"/>
          <p:cNvSpPr/>
          <p:nvPr/>
        </p:nvSpPr>
        <p:spPr>
          <a:xfrm>
            <a:off x="29626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8" name="Shape 1326"/>
          <p:cNvSpPr/>
          <p:nvPr/>
        </p:nvSpPr>
        <p:spPr>
          <a:xfrm>
            <a:off x="30723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9" name="Shape 1327"/>
          <p:cNvSpPr/>
          <p:nvPr/>
        </p:nvSpPr>
        <p:spPr>
          <a:xfrm>
            <a:off x="31821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0" name="Shape 1328"/>
          <p:cNvSpPr/>
          <p:nvPr/>
        </p:nvSpPr>
        <p:spPr>
          <a:xfrm>
            <a:off x="32918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1" name="Shape 1329"/>
          <p:cNvSpPr/>
          <p:nvPr/>
        </p:nvSpPr>
        <p:spPr>
          <a:xfrm>
            <a:off x="34015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2" name="Shape 1330"/>
          <p:cNvSpPr/>
          <p:nvPr/>
        </p:nvSpPr>
        <p:spPr>
          <a:xfrm>
            <a:off x="35112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3" name="Shape 1331"/>
          <p:cNvSpPr/>
          <p:nvPr/>
        </p:nvSpPr>
        <p:spPr>
          <a:xfrm>
            <a:off x="36210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4" name="Shape 1332"/>
          <p:cNvSpPr/>
          <p:nvPr/>
        </p:nvSpPr>
        <p:spPr>
          <a:xfrm>
            <a:off x="37307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5" name="Shape 1333"/>
          <p:cNvSpPr/>
          <p:nvPr/>
        </p:nvSpPr>
        <p:spPr>
          <a:xfrm>
            <a:off x="38404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6" name="Shape 1334"/>
          <p:cNvSpPr/>
          <p:nvPr/>
        </p:nvSpPr>
        <p:spPr>
          <a:xfrm>
            <a:off x="39502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7" name="Shape 1335"/>
          <p:cNvSpPr/>
          <p:nvPr/>
        </p:nvSpPr>
        <p:spPr>
          <a:xfrm>
            <a:off x="40599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8" name="Shape 1336"/>
          <p:cNvSpPr/>
          <p:nvPr/>
        </p:nvSpPr>
        <p:spPr>
          <a:xfrm>
            <a:off x="41696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9" name="Shape 1337"/>
          <p:cNvSpPr/>
          <p:nvPr/>
        </p:nvSpPr>
        <p:spPr>
          <a:xfrm>
            <a:off x="42793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0" name="Shape 1338"/>
          <p:cNvSpPr/>
          <p:nvPr/>
        </p:nvSpPr>
        <p:spPr>
          <a:xfrm>
            <a:off x="43891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1" name="Shape 1339"/>
          <p:cNvSpPr/>
          <p:nvPr/>
        </p:nvSpPr>
        <p:spPr>
          <a:xfrm>
            <a:off x="44988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2" name="Shape 1340"/>
          <p:cNvSpPr/>
          <p:nvPr/>
        </p:nvSpPr>
        <p:spPr>
          <a:xfrm>
            <a:off x="46085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3" name="Shape 1341"/>
          <p:cNvSpPr/>
          <p:nvPr/>
        </p:nvSpPr>
        <p:spPr>
          <a:xfrm>
            <a:off x="47183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4" name="Shape 1342"/>
          <p:cNvSpPr/>
          <p:nvPr/>
        </p:nvSpPr>
        <p:spPr>
          <a:xfrm>
            <a:off x="48280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5" name="Shape 1343"/>
          <p:cNvSpPr/>
          <p:nvPr/>
        </p:nvSpPr>
        <p:spPr>
          <a:xfrm>
            <a:off x="49377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6" name="Shape 1344"/>
          <p:cNvSpPr/>
          <p:nvPr/>
        </p:nvSpPr>
        <p:spPr>
          <a:xfrm>
            <a:off x="50474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7" name="Shape 1345"/>
          <p:cNvSpPr/>
          <p:nvPr/>
        </p:nvSpPr>
        <p:spPr>
          <a:xfrm>
            <a:off x="51572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8" name="Shape 1346"/>
          <p:cNvSpPr/>
          <p:nvPr/>
        </p:nvSpPr>
        <p:spPr>
          <a:xfrm>
            <a:off x="52669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9" name="Shape 1347"/>
          <p:cNvSpPr/>
          <p:nvPr/>
        </p:nvSpPr>
        <p:spPr>
          <a:xfrm>
            <a:off x="53766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0" name="Shape 1348"/>
          <p:cNvSpPr/>
          <p:nvPr/>
        </p:nvSpPr>
        <p:spPr>
          <a:xfrm>
            <a:off x="54864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1" name="Shape 1349"/>
          <p:cNvSpPr/>
          <p:nvPr/>
        </p:nvSpPr>
        <p:spPr>
          <a:xfrm>
            <a:off x="55961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2" name="Shape 1350"/>
          <p:cNvSpPr/>
          <p:nvPr/>
        </p:nvSpPr>
        <p:spPr>
          <a:xfrm>
            <a:off x="57058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3" name="Shape 1351"/>
          <p:cNvSpPr/>
          <p:nvPr/>
        </p:nvSpPr>
        <p:spPr>
          <a:xfrm>
            <a:off x="58155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4" name="Shape 1352"/>
          <p:cNvSpPr/>
          <p:nvPr/>
        </p:nvSpPr>
        <p:spPr>
          <a:xfrm>
            <a:off x="59253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5" name="Shape 1353"/>
          <p:cNvSpPr/>
          <p:nvPr/>
        </p:nvSpPr>
        <p:spPr>
          <a:xfrm>
            <a:off x="60350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6" name="Shape 1354"/>
          <p:cNvSpPr/>
          <p:nvPr/>
        </p:nvSpPr>
        <p:spPr>
          <a:xfrm>
            <a:off x="61447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7" name="Shape 1355"/>
          <p:cNvSpPr/>
          <p:nvPr/>
        </p:nvSpPr>
        <p:spPr>
          <a:xfrm>
            <a:off x="62544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8" name="Shape 1356"/>
          <p:cNvSpPr/>
          <p:nvPr/>
        </p:nvSpPr>
        <p:spPr>
          <a:xfrm>
            <a:off x="63642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9" name="Shape 1357"/>
          <p:cNvSpPr/>
          <p:nvPr/>
        </p:nvSpPr>
        <p:spPr>
          <a:xfrm>
            <a:off x="64739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0" name="Shape 1358"/>
          <p:cNvSpPr/>
          <p:nvPr/>
        </p:nvSpPr>
        <p:spPr>
          <a:xfrm>
            <a:off x="65836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1" name="Shape 1359"/>
          <p:cNvSpPr/>
          <p:nvPr/>
        </p:nvSpPr>
        <p:spPr>
          <a:xfrm>
            <a:off x="66934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2" name="Shape 1360"/>
          <p:cNvSpPr/>
          <p:nvPr/>
        </p:nvSpPr>
        <p:spPr>
          <a:xfrm>
            <a:off x="68031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3" name="Shape 1361"/>
          <p:cNvSpPr/>
          <p:nvPr/>
        </p:nvSpPr>
        <p:spPr>
          <a:xfrm>
            <a:off x="69128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4" name="Shape 1362"/>
          <p:cNvSpPr/>
          <p:nvPr/>
        </p:nvSpPr>
        <p:spPr>
          <a:xfrm>
            <a:off x="70225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5" name="Shape 1363"/>
          <p:cNvSpPr/>
          <p:nvPr/>
        </p:nvSpPr>
        <p:spPr>
          <a:xfrm>
            <a:off x="71323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6" name="Shape 1364"/>
          <p:cNvSpPr/>
          <p:nvPr/>
        </p:nvSpPr>
        <p:spPr>
          <a:xfrm>
            <a:off x="72420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7" name="Shape 1365"/>
          <p:cNvSpPr/>
          <p:nvPr/>
        </p:nvSpPr>
        <p:spPr>
          <a:xfrm>
            <a:off x="73517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8" name="Shape 1366"/>
          <p:cNvSpPr/>
          <p:nvPr/>
        </p:nvSpPr>
        <p:spPr>
          <a:xfrm>
            <a:off x="74615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9" name="Shape 1367"/>
          <p:cNvSpPr/>
          <p:nvPr/>
        </p:nvSpPr>
        <p:spPr>
          <a:xfrm>
            <a:off x="75712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0" name="Shape 1368"/>
          <p:cNvSpPr/>
          <p:nvPr/>
        </p:nvSpPr>
        <p:spPr>
          <a:xfrm>
            <a:off x="76809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1" name="Shape 1369"/>
          <p:cNvSpPr/>
          <p:nvPr/>
        </p:nvSpPr>
        <p:spPr>
          <a:xfrm>
            <a:off x="77906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2" name="Shape 1370"/>
          <p:cNvSpPr/>
          <p:nvPr/>
        </p:nvSpPr>
        <p:spPr>
          <a:xfrm>
            <a:off x="79004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3" name="Shape 1371"/>
          <p:cNvSpPr/>
          <p:nvPr/>
        </p:nvSpPr>
        <p:spPr>
          <a:xfrm>
            <a:off x="80101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4" name="Shape 1372"/>
          <p:cNvSpPr/>
          <p:nvPr/>
        </p:nvSpPr>
        <p:spPr>
          <a:xfrm>
            <a:off x="81198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5" name="Shape 1373"/>
          <p:cNvSpPr/>
          <p:nvPr/>
        </p:nvSpPr>
        <p:spPr>
          <a:xfrm>
            <a:off x="82296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6" name="Shape 1374"/>
          <p:cNvSpPr/>
          <p:nvPr/>
        </p:nvSpPr>
        <p:spPr>
          <a:xfrm>
            <a:off x="83393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7" name="Shape 1375"/>
          <p:cNvSpPr/>
          <p:nvPr/>
        </p:nvSpPr>
        <p:spPr>
          <a:xfrm>
            <a:off x="84490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8" name="Shape 1376"/>
          <p:cNvSpPr/>
          <p:nvPr/>
        </p:nvSpPr>
        <p:spPr>
          <a:xfrm>
            <a:off x="85587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9" name="Shape 1377"/>
          <p:cNvSpPr/>
          <p:nvPr/>
        </p:nvSpPr>
        <p:spPr>
          <a:xfrm>
            <a:off x="86685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0" name="Shape 1378"/>
          <p:cNvSpPr/>
          <p:nvPr/>
        </p:nvSpPr>
        <p:spPr>
          <a:xfrm>
            <a:off x="87782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1" name="Shape 1379"/>
          <p:cNvSpPr/>
          <p:nvPr/>
        </p:nvSpPr>
        <p:spPr>
          <a:xfrm>
            <a:off x="88879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2" name="Shape 1380"/>
          <p:cNvSpPr/>
          <p:nvPr/>
        </p:nvSpPr>
        <p:spPr>
          <a:xfrm>
            <a:off x="89976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3" name="Shape 1381"/>
          <p:cNvSpPr/>
          <p:nvPr/>
        </p:nvSpPr>
        <p:spPr>
          <a:xfrm>
            <a:off x="91074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4" name="Shape 1382"/>
          <p:cNvSpPr/>
          <p:nvPr/>
        </p:nvSpPr>
        <p:spPr>
          <a:xfrm>
            <a:off x="92171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5" name="Shape 1383"/>
          <p:cNvSpPr/>
          <p:nvPr/>
        </p:nvSpPr>
        <p:spPr>
          <a:xfrm>
            <a:off x="93268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6" name="Shape 1384"/>
          <p:cNvSpPr/>
          <p:nvPr/>
        </p:nvSpPr>
        <p:spPr>
          <a:xfrm>
            <a:off x="94366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7" name="Shape 1385"/>
          <p:cNvSpPr/>
          <p:nvPr/>
        </p:nvSpPr>
        <p:spPr>
          <a:xfrm>
            <a:off x="95463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8" name="Shape 1386"/>
          <p:cNvSpPr/>
          <p:nvPr/>
        </p:nvSpPr>
        <p:spPr>
          <a:xfrm>
            <a:off x="96560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9" name="Shape 1387"/>
          <p:cNvSpPr/>
          <p:nvPr/>
        </p:nvSpPr>
        <p:spPr>
          <a:xfrm>
            <a:off x="97657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0" name="Shape 1388"/>
          <p:cNvSpPr/>
          <p:nvPr/>
        </p:nvSpPr>
        <p:spPr>
          <a:xfrm>
            <a:off x="98755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1" name="Shape 1389"/>
          <p:cNvSpPr/>
          <p:nvPr/>
        </p:nvSpPr>
        <p:spPr>
          <a:xfrm>
            <a:off x="99852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2" name="Shape 1390"/>
          <p:cNvSpPr/>
          <p:nvPr/>
        </p:nvSpPr>
        <p:spPr>
          <a:xfrm>
            <a:off x="100949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3" name="Shape 1391"/>
          <p:cNvSpPr/>
          <p:nvPr/>
        </p:nvSpPr>
        <p:spPr>
          <a:xfrm>
            <a:off x="102047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4" name="Shape 1392"/>
          <p:cNvSpPr/>
          <p:nvPr/>
        </p:nvSpPr>
        <p:spPr>
          <a:xfrm>
            <a:off x="103144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5" name="Shape 1393"/>
          <p:cNvSpPr/>
          <p:nvPr/>
        </p:nvSpPr>
        <p:spPr>
          <a:xfrm>
            <a:off x="104241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6" name="Shape 1394"/>
          <p:cNvSpPr/>
          <p:nvPr/>
        </p:nvSpPr>
        <p:spPr>
          <a:xfrm>
            <a:off x="105338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7" name="Shape 1395"/>
          <p:cNvSpPr/>
          <p:nvPr/>
        </p:nvSpPr>
        <p:spPr>
          <a:xfrm>
            <a:off x="106436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8" name="Shape 1396"/>
          <p:cNvSpPr/>
          <p:nvPr/>
        </p:nvSpPr>
        <p:spPr>
          <a:xfrm>
            <a:off x="107533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9" name="Shape 1397"/>
          <p:cNvSpPr/>
          <p:nvPr/>
        </p:nvSpPr>
        <p:spPr>
          <a:xfrm>
            <a:off x="108630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0" name="Shape 1398"/>
          <p:cNvSpPr/>
          <p:nvPr/>
        </p:nvSpPr>
        <p:spPr>
          <a:xfrm>
            <a:off x="109728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1" name="Shape 1399"/>
          <p:cNvSpPr/>
          <p:nvPr/>
        </p:nvSpPr>
        <p:spPr>
          <a:xfrm>
            <a:off x="110825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2" name="Shape 1400"/>
          <p:cNvSpPr/>
          <p:nvPr/>
        </p:nvSpPr>
        <p:spPr>
          <a:xfrm>
            <a:off x="111922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3" name="Shape 1401"/>
          <p:cNvSpPr/>
          <p:nvPr/>
        </p:nvSpPr>
        <p:spPr>
          <a:xfrm>
            <a:off x="113019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4" name="Shape 1402"/>
          <p:cNvSpPr/>
          <p:nvPr/>
        </p:nvSpPr>
        <p:spPr>
          <a:xfrm>
            <a:off x="114117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5" name="Shape 1403"/>
          <p:cNvSpPr/>
          <p:nvPr/>
        </p:nvSpPr>
        <p:spPr>
          <a:xfrm>
            <a:off x="115214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6" name="Shape 1404"/>
          <p:cNvSpPr/>
          <p:nvPr/>
        </p:nvSpPr>
        <p:spPr>
          <a:xfrm>
            <a:off x="116311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7" name="Shape 1405"/>
          <p:cNvSpPr/>
          <p:nvPr/>
        </p:nvSpPr>
        <p:spPr>
          <a:xfrm>
            <a:off x="117408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8" name="Shape 1406"/>
          <p:cNvSpPr/>
          <p:nvPr/>
        </p:nvSpPr>
        <p:spPr>
          <a:xfrm>
            <a:off x="548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9" name="Shape 1407"/>
          <p:cNvSpPr/>
          <p:nvPr/>
        </p:nvSpPr>
        <p:spPr>
          <a:xfrm>
            <a:off x="1645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0" name="Shape 1408"/>
          <p:cNvSpPr/>
          <p:nvPr/>
        </p:nvSpPr>
        <p:spPr>
          <a:xfrm>
            <a:off x="2743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1" name="Shape 1409"/>
          <p:cNvSpPr/>
          <p:nvPr/>
        </p:nvSpPr>
        <p:spPr>
          <a:xfrm>
            <a:off x="3840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2" name="Shape 1410"/>
          <p:cNvSpPr/>
          <p:nvPr/>
        </p:nvSpPr>
        <p:spPr>
          <a:xfrm>
            <a:off x="4937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3" name="Shape 1411"/>
          <p:cNvSpPr/>
          <p:nvPr/>
        </p:nvSpPr>
        <p:spPr>
          <a:xfrm>
            <a:off x="6035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4" name="Shape 1412"/>
          <p:cNvSpPr/>
          <p:nvPr/>
        </p:nvSpPr>
        <p:spPr>
          <a:xfrm>
            <a:off x="7132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5" name="Shape 1413"/>
          <p:cNvSpPr/>
          <p:nvPr/>
        </p:nvSpPr>
        <p:spPr>
          <a:xfrm>
            <a:off x="8229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6" name="Shape 1414"/>
          <p:cNvSpPr/>
          <p:nvPr/>
        </p:nvSpPr>
        <p:spPr>
          <a:xfrm>
            <a:off x="9326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7" name="Shape 1415"/>
          <p:cNvSpPr/>
          <p:nvPr/>
        </p:nvSpPr>
        <p:spPr>
          <a:xfrm>
            <a:off x="10424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8" name="Shape 1416"/>
          <p:cNvSpPr/>
          <p:nvPr/>
        </p:nvSpPr>
        <p:spPr>
          <a:xfrm>
            <a:off x="11521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9" name="Shape 1417"/>
          <p:cNvSpPr/>
          <p:nvPr/>
        </p:nvSpPr>
        <p:spPr>
          <a:xfrm>
            <a:off x="12618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0" name="Shape 1418"/>
          <p:cNvSpPr/>
          <p:nvPr/>
        </p:nvSpPr>
        <p:spPr>
          <a:xfrm>
            <a:off x="13716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1" name="Shape 1419"/>
          <p:cNvSpPr/>
          <p:nvPr/>
        </p:nvSpPr>
        <p:spPr>
          <a:xfrm>
            <a:off x="14813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2" name="Shape 1420"/>
          <p:cNvSpPr/>
          <p:nvPr/>
        </p:nvSpPr>
        <p:spPr>
          <a:xfrm>
            <a:off x="15910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3" name="Shape 1421"/>
          <p:cNvSpPr/>
          <p:nvPr/>
        </p:nvSpPr>
        <p:spPr>
          <a:xfrm>
            <a:off x="17007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4" name="Shape 1422"/>
          <p:cNvSpPr/>
          <p:nvPr/>
        </p:nvSpPr>
        <p:spPr>
          <a:xfrm>
            <a:off x="18105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5" name="Shape 1423"/>
          <p:cNvSpPr/>
          <p:nvPr/>
        </p:nvSpPr>
        <p:spPr>
          <a:xfrm>
            <a:off x="19202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6" name="Shape 1424"/>
          <p:cNvSpPr/>
          <p:nvPr/>
        </p:nvSpPr>
        <p:spPr>
          <a:xfrm>
            <a:off x="20299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7" name="Shape 1425"/>
          <p:cNvSpPr/>
          <p:nvPr/>
        </p:nvSpPr>
        <p:spPr>
          <a:xfrm>
            <a:off x="21396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8" name="Shape 1426"/>
          <p:cNvSpPr/>
          <p:nvPr/>
        </p:nvSpPr>
        <p:spPr>
          <a:xfrm>
            <a:off x="22494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9" name="Shape 1427"/>
          <p:cNvSpPr/>
          <p:nvPr/>
        </p:nvSpPr>
        <p:spPr>
          <a:xfrm>
            <a:off x="23591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0" name="Shape 1428"/>
          <p:cNvSpPr/>
          <p:nvPr/>
        </p:nvSpPr>
        <p:spPr>
          <a:xfrm>
            <a:off x="24688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1" name="Shape 1429"/>
          <p:cNvSpPr/>
          <p:nvPr/>
        </p:nvSpPr>
        <p:spPr>
          <a:xfrm>
            <a:off x="25786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2" name="Shape 1430"/>
          <p:cNvSpPr/>
          <p:nvPr/>
        </p:nvSpPr>
        <p:spPr>
          <a:xfrm>
            <a:off x="26883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3" name="Shape 1431"/>
          <p:cNvSpPr/>
          <p:nvPr/>
        </p:nvSpPr>
        <p:spPr>
          <a:xfrm>
            <a:off x="27980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4" name="Shape 1432"/>
          <p:cNvSpPr/>
          <p:nvPr/>
        </p:nvSpPr>
        <p:spPr>
          <a:xfrm>
            <a:off x="29077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5" name="Shape 1433"/>
          <p:cNvSpPr/>
          <p:nvPr/>
        </p:nvSpPr>
        <p:spPr>
          <a:xfrm>
            <a:off x="30175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6" name="Shape 1434"/>
          <p:cNvSpPr/>
          <p:nvPr/>
        </p:nvSpPr>
        <p:spPr>
          <a:xfrm>
            <a:off x="31272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7" name="Shape 1435"/>
          <p:cNvSpPr/>
          <p:nvPr/>
        </p:nvSpPr>
        <p:spPr>
          <a:xfrm>
            <a:off x="32369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8" name="Shape 1436"/>
          <p:cNvSpPr/>
          <p:nvPr/>
        </p:nvSpPr>
        <p:spPr>
          <a:xfrm>
            <a:off x="33467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9" name="Shape 1437"/>
          <p:cNvSpPr/>
          <p:nvPr/>
        </p:nvSpPr>
        <p:spPr>
          <a:xfrm>
            <a:off x="34564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0" name="Shape 1438"/>
          <p:cNvSpPr/>
          <p:nvPr/>
        </p:nvSpPr>
        <p:spPr>
          <a:xfrm>
            <a:off x="35661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1" name="Shape 1439"/>
          <p:cNvSpPr/>
          <p:nvPr/>
        </p:nvSpPr>
        <p:spPr>
          <a:xfrm>
            <a:off x="36758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2" name="Shape 1440"/>
          <p:cNvSpPr/>
          <p:nvPr/>
        </p:nvSpPr>
        <p:spPr>
          <a:xfrm>
            <a:off x="37856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3" name="Shape 1441"/>
          <p:cNvSpPr/>
          <p:nvPr/>
        </p:nvSpPr>
        <p:spPr>
          <a:xfrm>
            <a:off x="38953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4" name="Shape 1442"/>
          <p:cNvSpPr/>
          <p:nvPr/>
        </p:nvSpPr>
        <p:spPr>
          <a:xfrm>
            <a:off x="40050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5" name="Shape 1443"/>
          <p:cNvSpPr/>
          <p:nvPr/>
        </p:nvSpPr>
        <p:spPr>
          <a:xfrm>
            <a:off x="41148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6" name="Shape 1444"/>
          <p:cNvSpPr/>
          <p:nvPr/>
        </p:nvSpPr>
        <p:spPr>
          <a:xfrm>
            <a:off x="42245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7" name="Shape 1445"/>
          <p:cNvSpPr/>
          <p:nvPr/>
        </p:nvSpPr>
        <p:spPr>
          <a:xfrm>
            <a:off x="43342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8" name="Shape 1446"/>
          <p:cNvSpPr/>
          <p:nvPr/>
        </p:nvSpPr>
        <p:spPr>
          <a:xfrm>
            <a:off x="44439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9" name="Shape 1447"/>
          <p:cNvSpPr/>
          <p:nvPr/>
        </p:nvSpPr>
        <p:spPr>
          <a:xfrm>
            <a:off x="45537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0" name="Shape 1448"/>
          <p:cNvSpPr/>
          <p:nvPr/>
        </p:nvSpPr>
        <p:spPr>
          <a:xfrm>
            <a:off x="46634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1" name="Shape 1449"/>
          <p:cNvSpPr/>
          <p:nvPr/>
        </p:nvSpPr>
        <p:spPr>
          <a:xfrm>
            <a:off x="47731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2" name="Shape 1450"/>
          <p:cNvSpPr/>
          <p:nvPr/>
        </p:nvSpPr>
        <p:spPr>
          <a:xfrm>
            <a:off x="48828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3" name="Shape 1451"/>
          <p:cNvSpPr/>
          <p:nvPr/>
        </p:nvSpPr>
        <p:spPr>
          <a:xfrm>
            <a:off x="49926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4" name="Shape 1452"/>
          <p:cNvSpPr/>
          <p:nvPr/>
        </p:nvSpPr>
        <p:spPr>
          <a:xfrm>
            <a:off x="51023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5" name="Shape 1453"/>
          <p:cNvSpPr/>
          <p:nvPr/>
        </p:nvSpPr>
        <p:spPr>
          <a:xfrm>
            <a:off x="52120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6" name="Shape 1454"/>
          <p:cNvSpPr/>
          <p:nvPr/>
        </p:nvSpPr>
        <p:spPr>
          <a:xfrm>
            <a:off x="53218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7" name="Shape 1455"/>
          <p:cNvSpPr/>
          <p:nvPr/>
        </p:nvSpPr>
        <p:spPr>
          <a:xfrm>
            <a:off x="54315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8" name="Shape 1456"/>
          <p:cNvSpPr/>
          <p:nvPr/>
        </p:nvSpPr>
        <p:spPr>
          <a:xfrm>
            <a:off x="55412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9" name="Shape 1457"/>
          <p:cNvSpPr/>
          <p:nvPr/>
        </p:nvSpPr>
        <p:spPr>
          <a:xfrm>
            <a:off x="56509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0" name="Shape 1458"/>
          <p:cNvSpPr/>
          <p:nvPr/>
        </p:nvSpPr>
        <p:spPr>
          <a:xfrm>
            <a:off x="57607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1" name="Shape 1459"/>
          <p:cNvSpPr/>
          <p:nvPr/>
        </p:nvSpPr>
        <p:spPr>
          <a:xfrm>
            <a:off x="58704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2" name="Shape 1460"/>
          <p:cNvSpPr/>
          <p:nvPr/>
        </p:nvSpPr>
        <p:spPr>
          <a:xfrm>
            <a:off x="59801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3" name="Shape 1461"/>
          <p:cNvSpPr/>
          <p:nvPr/>
        </p:nvSpPr>
        <p:spPr>
          <a:xfrm>
            <a:off x="60899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4" name="Shape 1462"/>
          <p:cNvSpPr/>
          <p:nvPr/>
        </p:nvSpPr>
        <p:spPr>
          <a:xfrm>
            <a:off x="61996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5" name="Shape 1463"/>
          <p:cNvSpPr/>
          <p:nvPr/>
        </p:nvSpPr>
        <p:spPr>
          <a:xfrm>
            <a:off x="63093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6" name="Shape 1464"/>
          <p:cNvSpPr/>
          <p:nvPr/>
        </p:nvSpPr>
        <p:spPr>
          <a:xfrm>
            <a:off x="64190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7" name="Shape 1465"/>
          <p:cNvSpPr/>
          <p:nvPr/>
        </p:nvSpPr>
        <p:spPr>
          <a:xfrm>
            <a:off x="65288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8" name="Shape 1466"/>
          <p:cNvSpPr/>
          <p:nvPr/>
        </p:nvSpPr>
        <p:spPr>
          <a:xfrm>
            <a:off x="66385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9" name="Shape 1467"/>
          <p:cNvSpPr/>
          <p:nvPr/>
        </p:nvSpPr>
        <p:spPr>
          <a:xfrm>
            <a:off x="67482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0" name="Shape 1468"/>
          <p:cNvSpPr/>
          <p:nvPr/>
        </p:nvSpPr>
        <p:spPr>
          <a:xfrm>
            <a:off x="68580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1" name="Shape 1469"/>
          <p:cNvSpPr/>
          <p:nvPr/>
        </p:nvSpPr>
        <p:spPr>
          <a:xfrm>
            <a:off x="69677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2" name="Shape 1470"/>
          <p:cNvSpPr/>
          <p:nvPr/>
        </p:nvSpPr>
        <p:spPr>
          <a:xfrm>
            <a:off x="70774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3" name="Shape 1471"/>
          <p:cNvSpPr/>
          <p:nvPr/>
        </p:nvSpPr>
        <p:spPr>
          <a:xfrm>
            <a:off x="71871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4" name="Shape 1472"/>
          <p:cNvSpPr/>
          <p:nvPr/>
        </p:nvSpPr>
        <p:spPr>
          <a:xfrm>
            <a:off x="72969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5" name="Shape 1473"/>
          <p:cNvSpPr/>
          <p:nvPr/>
        </p:nvSpPr>
        <p:spPr>
          <a:xfrm>
            <a:off x="74066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6" name="Shape 1474"/>
          <p:cNvSpPr/>
          <p:nvPr/>
        </p:nvSpPr>
        <p:spPr>
          <a:xfrm>
            <a:off x="75163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7" name="Shape 1475"/>
          <p:cNvSpPr/>
          <p:nvPr/>
        </p:nvSpPr>
        <p:spPr>
          <a:xfrm>
            <a:off x="76260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8" name="Shape 1476"/>
          <p:cNvSpPr/>
          <p:nvPr/>
        </p:nvSpPr>
        <p:spPr>
          <a:xfrm>
            <a:off x="77358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9" name="Shape 1477"/>
          <p:cNvSpPr/>
          <p:nvPr/>
        </p:nvSpPr>
        <p:spPr>
          <a:xfrm>
            <a:off x="78455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0" name="Shape 1478"/>
          <p:cNvSpPr/>
          <p:nvPr/>
        </p:nvSpPr>
        <p:spPr>
          <a:xfrm>
            <a:off x="79552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1" name="Shape 1479"/>
          <p:cNvSpPr/>
          <p:nvPr/>
        </p:nvSpPr>
        <p:spPr>
          <a:xfrm>
            <a:off x="80650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2" name="Shape 1480"/>
          <p:cNvSpPr/>
          <p:nvPr/>
        </p:nvSpPr>
        <p:spPr>
          <a:xfrm>
            <a:off x="81747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3" name="Shape 1481"/>
          <p:cNvSpPr/>
          <p:nvPr/>
        </p:nvSpPr>
        <p:spPr>
          <a:xfrm>
            <a:off x="82844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4" name="Shape 1482"/>
          <p:cNvSpPr/>
          <p:nvPr/>
        </p:nvSpPr>
        <p:spPr>
          <a:xfrm>
            <a:off x="83941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5" name="Shape 1483"/>
          <p:cNvSpPr/>
          <p:nvPr/>
        </p:nvSpPr>
        <p:spPr>
          <a:xfrm>
            <a:off x="85039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6" name="Shape 1484"/>
          <p:cNvSpPr/>
          <p:nvPr/>
        </p:nvSpPr>
        <p:spPr>
          <a:xfrm>
            <a:off x="86136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7" name="Shape 1485"/>
          <p:cNvSpPr/>
          <p:nvPr/>
        </p:nvSpPr>
        <p:spPr>
          <a:xfrm>
            <a:off x="87233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8" name="Shape 1486"/>
          <p:cNvSpPr/>
          <p:nvPr/>
        </p:nvSpPr>
        <p:spPr>
          <a:xfrm>
            <a:off x="88331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9" name="Shape 1487"/>
          <p:cNvSpPr/>
          <p:nvPr/>
        </p:nvSpPr>
        <p:spPr>
          <a:xfrm>
            <a:off x="89428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0" name="Shape 1488"/>
          <p:cNvSpPr/>
          <p:nvPr/>
        </p:nvSpPr>
        <p:spPr>
          <a:xfrm>
            <a:off x="90525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1" name="Shape 1489"/>
          <p:cNvSpPr/>
          <p:nvPr/>
        </p:nvSpPr>
        <p:spPr>
          <a:xfrm>
            <a:off x="91622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2" name="Shape 1490"/>
          <p:cNvSpPr/>
          <p:nvPr/>
        </p:nvSpPr>
        <p:spPr>
          <a:xfrm>
            <a:off x="92720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3" name="Shape 1491"/>
          <p:cNvSpPr/>
          <p:nvPr/>
        </p:nvSpPr>
        <p:spPr>
          <a:xfrm>
            <a:off x="93817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4" name="Shape 1492"/>
          <p:cNvSpPr/>
          <p:nvPr/>
        </p:nvSpPr>
        <p:spPr>
          <a:xfrm>
            <a:off x="94914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5" name="Shape 1493"/>
          <p:cNvSpPr/>
          <p:nvPr/>
        </p:nvSpPr>
        <p:spPr>
          <a:xfrm>
            <a:off x="96012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6" name="Shape 1494"/>
          <p:cNvSpPr/>
          <p:nvPr/>
        </p:nvSpPr>
        <p:spPr>
          <a:xfrm>
            <a:off x="97109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7" name="Shape 1495"/>
          <p:cNvSpPr/>
          <p:nvPr/>
        </p:nvSpPr>
        <p:spPr>
          <a:xfrm>
            <a:off x="98206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8" name="Shape 1496"/>
          <p:cNvSpPr/>
          <p:nvPr/>
        </p:nvSpPr>
        <p:spPr>
          <a:xfrm>
            <a:off x="99303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9" name="Shape 1497"/>
          <p:cNvSpPr/>
          <p:nvPr/>
        </p:nvSpPr>
        <p:spPr>
          <a:xfrm>
            <a:off x="100401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0" name="Shape 1498"/>
          <p:cNvSpPr/>
          <p:nvPr/>
        </p:nvSpPr>
        <p:spPr>
          <a:xfrm>
            <a:off x="101498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1" name="Shape 1499"/>
          <p:cNvSpPr/>
          <p:nvPr/>
        </p:nvSpPr>
        <p:spPr>
          <a:xfrm>
            <a:off x="102595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2" name="Shape 1500"/>
          <p:cNvSpPr/>
          <p:nvPr/>
        </p:nvSpPr>
        <p:spPr>
          <a:xfrm>
            <a:off x="103692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3" name="Shape 1501"/>
          <p:cNvSpPr/>
          <p:nvPr/>
        </p:nvSpPr>
        <p:spPr>
          <a:xfrm>
            <a:off x="104790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4" name="Shape 1502"/>
          <p:cNvSpPr/>
          <p:nvPr/>
        </p:nvSpPr>
        <p:spPr>
          <a:xfrm>
            <a:off x="105887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5" name="Shape 1503"/>
          <p:cNvSpPr/>
          <p:nvPr/>
        </p:nvSpPr>
        <p:spPr>
          <a:xfrm>
            <a:off x="106984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6" name="Shape 1504"/>
          <p:cNvSpPr/>
          <p:nvPr/>
        </p:nvSpPr>
        <p:spPr>
          <a:xfrm>
            <a:off x="108082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7" name="Shape 1505"/>
          <p:cNvSpPr/>
          <p:nvPr/>
        </p:nvSpPr>
        <p:spPr>
          <a:xfrm>
            <a:off x="109179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8" name="Shape 1506"/>
          <p:cNvSpPr/>
          <p:nvPr/>
        </p:nvSpPr>
        <p:spPr>
          <a:xfrm>
            <a:off x="110276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9" name="Shape 1507"/>
          <p:cNvSpPr/>
          <p:nvPr/>
        </p:nvSpPr>
        <p:spPr>
          <a:xfrm>
            <a:off x="111373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0" name="Shape 1508"/>
          <p:cNvSpPr/>
          <p:nvPr/>
        </p:nvSpPr>
        <p:spPr>
          <a:xfrm>
            <a:off x="112471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1" name="Shape 1509"/>
          <p:cNvSpPr/>
          <p:nvPr/>
        </p:nvSpPr>
        <p:spPr>
          <a:xfrm>
            <a:off x="113568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2" name="Shape 1510"/>
          <p:cNvSpPr/>
          <p:nvPr/>
        </p:nvSpPr>
        <p:spPr>
          <a:xfrm>
            <a:off x="114665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3" name="Shape 1511"/>
          <p:cNvSpPr/>
          <p:nvPr/>
        </p:nvSpPr>
        <p:spPr>
          <a:xfrm>
            <a:off x="115763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4" name="Shape 1512"/>
          <p:cNvSpPr/>
          <p:nvPr/>
        </p:nvSpPr>
        <p:spPr>
          <a:xfrm>
            <a:off x="116860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5" name="Shape 1513"/>
          <p:cNvSpPr/>
          <p:nvPr/>
        </p:nvSpPr>
        <p:spPr>
          <a:xfrm>
            <a:off x="117957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6" name="Shape 1514"/>
          <p:cNvSpPr/>
          <p:nvPr/>
        </p:nvSpPr>
        <p:spPr>
          <a:xfrm>
            <a:off x="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7" name="Shape 1515"/>
          <p:cNvSpPr/>
          <p:nvPr/>
        </p:nvSpPr>
        <p:spPr>
          <a:xfrm>
            <a:off x="1097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8" name="Shape 1516"/>
          <p:cNvSpPr/>
          <p:nvPr/>
        </p:nvSpPr>
        <p:spPr>
          <a:xfrm>
            <a:off x="2194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9" name="Shape 1517"/>
          <p:cNvSpPr/>
          <p:nvPr/>
        </p:nvSpPr>
        <p:spPr>
          <a:xfrm>
            <a:off x="3291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0" name="Shape 1518"/>
          <p:cNvSpPr/>
          <p:nvPr/>
        </p:nvSpPr>
        <p:spPr>
          <a:xfrm>
            <a:off x="4389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1" name="Shape 1519"/>
          <p:cNvSpPr/>
          <p:nvPr/>
        </p:nvSpPr>
        <p:spPr>
          <a:xfrm>
            <a:off x="5486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2" name="Shape 1520"/>
          <p:cNvSpPr/>
          <p:nvPr/>
        </p:nvSpPr>
        <p:spPr>
          <a:xfrm>
            <a:off x="6583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3" name="Shape 1521"/>
          <p:cNvSpPr/>
          <p:nvPr/>
        </p:nvSpPr>
        <p:spPr>
          <a:xfrm>
            <a:off x="7680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4" name="Shape 1522"/>
          <p:cNvSpPr/>
          <p:nvPr/>
        </p:nvSpPr>
        <p:spPr>
          <a:xfrm>
            <a:off x="8778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5" name="Shape 1523"/>
          <p:cNvSpPr/>
          <p:nvPr/>
        </p:nvSpPr>
        <p:spPr>
          <a:xfrm>
            <a:off x="9875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6" name="Shape 1524"/>
          <p:cNvSpPr/>
          <p:nvPr/>
        </p:nvSpPr>
        <p:spPr>
          <a:xfrm>
            <a:off x="10972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7" name="Shape 1525"/>
          <p:cNvSpPr/>
          <p:nvPr/>
        </p:nvSpPr>
        <p:spPr>
          <a:xfrm>
            <a:off x="12070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8" name="Shape 1526"/>
          <p:cNvSpPr/>
          <p:nvPr/>
        </p:nvSpPr>
        <p:spPr>
          <a:xfrm>
            <a:off x="13167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9" name="Shape 1527"/>
          <p:cNvSpPr/>
          <p:nvPr/>
        </p:nvSpPr>
        <p:spPr>
          <a:xfrm>
            <a:off x="14264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0" name="Shape 1528"/>
          <p:cNvSpPr/>
          <p:nvPr/>
        </p:nvSpPr>
        <p:spPr>
          <a:xfrm>
            <a:off x="15361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1" name="Shape 1529"/>
          <p:cNvSpPr/>
          <p:nvPr/>
        </p:nvSpPr>
        <p:spPr>
          <a:xfrm>
            <a:off x="16459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2" name="Shape 1530"/>
          <p:cNvSpPr/>
          <p:nvPr/>
        </p:nvSpPr>
        <p:spPr>
          <a:xfrm>
            <a:off x="17556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3" name="Shape 1531"/>
          <p:cNvSpPr/>
          <p:nvPr/>
        </p:nvSpPr>
        <p:spPr>
          <a:xfrm>
            <a:off x="18653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4" name="Shape 1532"/>
          <p:cNvSpPr/>
          <p:nvPr/>
        </p:nvSpPr>
        <p:spPr>
          <a:xfrm>
            <a:off x="19751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5" name="Shape 1533"/>
          <p:cNvSpPr/>
          <p:nvPr/>
        </p:nvSpPr>
        <p:spPr>
          <a:xfrm>
            <a:off x="20848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" name="Shape 1534"/>
          <p:cNvSpPr/>
          <p:nvPr/>
        </p:nvSpPr>
        <p:spPr>
          <a:xfrm>
            <a:off x="21945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7" name="Shape 1535"/>
          <p:cNvSpPr/>
          <p:nvPr/>
        </p:nvSpPr>
        <p:spPr>
          <a:xfrm>
            <a:off x="23042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8" name="Shape 1536"/>
          <p:cNvSpPr/>
          <p:nvPr/>
        </p:nvSpPr>
        <p:spPr>
          <a:xfrm>
            <a:off x="24140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9" name="Shape 1537"/>
          <p:cNvSpPr/>
          <p:nvPr/>
        </p:nvSpPr>
        <p:spPr>
          <a:xfrm>
            <a:off x="25237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0" name="Shape 1538"/>
          <p:cNvSpPr/>
          <p:nvPr/>
        </p:nvSpPr>
        <p:spPr>
          <a:xfrm>
            <a:off x="26334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1" name="Shape 1539"/>
          <p:cNvSpPr/>
          <p:nvPr/>
        </p:nvSpPr>
        <p:spPr>
          <a:xfrm>
            <a:off x="27432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2" name="Shape 1540"/>
          <p:cNvSpPr/>
          <p:nvPr/>
        </p:nvSpPr>
        <p:spPr>
          <a:xfrm>
            <a:off x="28529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3" name="Shape 1541"/>
          <p:cNvSpPr/>
          <p:nvPr/>
        </p:nvSpPr>
        <p:spPr>
          <a:xfrm>
            <a:off x="29626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4" name="Shape 1542"/>
          <p:cNvSpPr/>
          <p:nvPr/>
        </p:nvSpPr>
        <p:spPr>
          <a:xfrm>
            <a:off x="30723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5" name="Shape 1543"/>
          <p:cNvSpPr/>
          <p:nvPr/>
        </p:nvSpPr>
        <p:spPr>
          <a:xfrm>
            <a:off x="31821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6" name="Shape 1544"/>
          <p:cNvSpPr/>
          <p:nvPr/>
        </p:nvSpPr>
        <p:spPr>
          <a:xfrm>
            <a:off x="32918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7" name="Shape 1545"/>
          <p:cNvSpPr/>
          <p:nvPr/>
        </p:nvSpPr>
        <p:spPr>
          <a:xfrm>
            <a:off x="34015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8" name="Shape 1546"/>
          <p:cNvSpPr/>
          <p:nvPr/>
        </p:nvSpPr>
        <p:spPr>
          <a:xfrm>
            <a:off x="35112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9" name="Shape 1547"/>
          <p:cNvSpPr/>
          <p:nvPr/>
        </p:nvSpPr>
        <p:spPr>
          <a:xfrm>
            <a:off x="36210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0" name="Shape 1548"/>
          <p:cNvSpPr/>
          <p:nvPr/>
        </p:nvSpPr>
        <p:spPr>
          <a:xfrm>
            <a:off x="37307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1" name="Shape 1549"/>
          <p:cNvSpPr/>
          <p:nvPr/>
        </p:nvSpPr>
        <p:spPr>
          <a:xfrm>
            <a:off x="38404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2" name="Shape 1550"/>
          <p:cNvSpPr/>
          <p:nvPr/>
        </p:nvSpPr>
        <p:spPr>
          <a:xfrm>
            <a:off x="39502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3" name="Shape 1551"/>
          <p:cNvSpPr/>
          <p:nvPr/>
        </p:nvSpPr>
        <p:spPr>
          <a:xfrm>
            <a:off x="40599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4" name="Shape 1552"/>
          <p:cNvSpPr/>
          <p:nvPr/>
        </p:nvSpPr>
        <p:spPr>
          <a:xfrm>
            <a:off x="41696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5" name="Shape 1553"/>
          <p:cNvSpPr/>
          <p:nvPr/>
        </p:nvSpPr>
        <p:spPr>
          <a:xfrm>
            <a:off x="42793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6" name="Shape 1554"/>
          <p:cNvSpPr/>
          <p:nvPr/>
        </p:nvSpPr>
        <p:spPr>
          <a:xfrm>
            <a:off x="43891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7" name="Shape 1555"/>
          <p:cNvSpPr/>
          <p:nvPr/>
        </p:nvSpPr>
        <p:spPr>
          <a:xfrm>
            <a:off x="44988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8" name="Shape 1556"/>
          <p:cNvSpPr/>
          <p:nvPr/>
        </p:nvSpPr>
        <p:spPr>
          <a:xfrm>
            <a:off x="46085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9" name="Shape 1557"/>
          <p:cNvSpPr/>
          <p:nvPr/>
        </p:nvSpPr>
        <p:spPr>
          <a:xfrm>
            <a:off x="47183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0" name="Shape 1558"/>
          <p:cNvSpPr/>
          <p:nvPr/>
        </p:nvSpPr>
        <p:spPr>
          <a:xfrm>
            <a:off x="48280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1" name="Shape 1559"/>
          <p:cNvSpPr/>
          <p:nvPr/>
        </p:nvSpPr>
        <p:spPr>
          <a:xfrm>
            <a:off x="49377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2" name="Shape 1560"/>
          <p:cNvSpPr/>
          <p:nvPr/>
        </p:nvSpPr>
        <p:spPr>
          <a:xfrm>
            <a:off x="50474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3" name="Shape 1561"/>
          <p:cNvSpPr/>
          <p:nvPr/>
        </p:nvSpPr>
        <p:spPr>
          <a:xfrm>
            <a:off x="51572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4" name="Shape 1562"/>
          <p:cNvSpPr/>
          <p:nvPr/>
        </p:nvSpPr>
        <p:spPr>
          <a:xfrm>
            <a:off x="52669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5" name="Shape 1563"/>
          <p:cNvSpPr/>
          <p:nvPr/>
        </p:nvSpPr>
        <p:spPr>
          <a:xfrm>
            <a:off x="53766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6" name="Shape 1564"/>
          <p:cNvSpPr/>
          <p:nvPr/>
        </p:nvSpPr>
        <p:spPr>
          <a:xfrm>
            <a:off x="54864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7" name="Shape 1565"/>
          <p:cNvSpPr/>
          <p:nvPr/>
        </p:nvSpPr>
        <p:spPr>
          <a:xfrm>
            <a:off x="55961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8" name="Shape 1566"/>
          <p:cNvSpPr/>
          <p:nvPr/>
        </p:nvSpPr>
        <p:spPr>
          <a:xfrm>
            <a:off x="57058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9" name="Shape 1567"/>
          <p:cNvSpPr/>
          <p:nvPr/>
        </p:nvSpPr>
        <p:spPr>
          <a:xfrm>
            <a:off x="58155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0" name="Shape 1568"/>
          <p:cNvSpPr/>
          <p:nvPr/>
        </p:nvSpPr>
        <p:spPr>
          <a:xfrm>
            <a:off x="59253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1" name="Shape 1569"/>
          <p:cNvSpPr/>
          <p:nvPr/>
        </p:nvSpPr>
        <p:spPr>
          <a:xfrm>
            <a:off x="60350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2" name="Shape 1570"/>
          <p:cNvSpPr/>
          <p:nvPr/>
        </p:nvSpPr>
        <p:spPr>
          <a:xfrm>
            <a:off x="61447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3" name="Shape 1571"/>
          <p:cNvSpPr/>
          <p:nvPr/>
        </p:nvSpPr>
        <p:spPr>
          <a:xfrm>
            <a:off x="62544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4" name="Shape 1572"/>
          <p:cNvSpPr/>
          <p:nvPr/>
        </p:nvSpPr>
        <p:spPr>
          <a:xfrm>
            <a:off x="63642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5" name="Shape 1573"/>
          <p:cNvSpPr/>
          <p:nvPr/>
        </p:nvSpPr>
        <p:spPr>
          <a:xfrm>
            <a:off x="64739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6" name="Shape 1574"/>
          <p:cNvSpPr/>
          <p:nvPr/>
        </p:nvSpPr>
        <p:spPr>
          <a:xfrm>
            <a:off x="65836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7" name="Shape 1575"/>
          <p:cNvSpPr/>
          <p:nvPr/>
        </p:nvSpPr>
        <p:spPr>
          <a:xfrm>
            <a:off x="66934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8" name="Shape 1576"/>
          <p:cNvSpPr/>
          <p:nvPr/>
        </p:nvSpPr>
        <p:spPr>
          <a:xfrm>
            <a:off x="68031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9" name="Shape 1577"/>
          <p:cNvSpPr/>
          <p:nvPr/>
        </p:nvSpPr>
        <p:spPr>
          <a:xfrm>
            <a:off x="69128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0" name="Shape 1578"/>
          <p:cNvSpPr/>
          <p:nvPr/>
        </p:nvSpPr>
        <p:spPr>
          <a:xfrm>
            <a:off x="70225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1" name="Shape 1579"/>
          <p:cNvSpPr/>
          <p:nvPr/>
        </p:nvSpPr>
        <p:spPr>
          <a:xfrm>
            <a:off x="71323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2" name="Shape 1580"/>
          <p:cNvSpPr/>
          <p:nvPr/>
        </p:nvSpPr>
        <p:spPr>
          <a:xfrm>
            <a:off x="72420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3" name="Shape 1581"/>
          <p:cNvSpPr/>
          <p:nvPr/>
        </p:nvSpPr>
        <p:spPr>
          <a:xfrm>
            <a:off x="73517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4" name="Shape 1582"/>
          <p:cNvSpPr/>
          <p:nvPr/>
        </p:nvSpPr>
        <p:spPr>
          <a:xfrm>
            <a:off x="74615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5" name="Shape 1583"/>
          <p:cNvSpPr/>
          <p:nvPr/>
        </p:nvSpPr>
        <p:spPr>
          <a:xfrm>
            <a:off x="75712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6" name="Shape 1584"/>
          <p:cNvSpPr/>
          <p:nvPr/>
        </p:nvSpPr>
        <p:spPr>
          <a:xfrm>
            <a:off x="76809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7" name="Shape 1585"/>
          <p:cNvSpPr/>
          <p:nvPr/>
        </p:nvSpPr>
        <p:spPr>
          <a:xfrm>
            <a:off x="77906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8" name="Shape 1586"/>
          <p:cNvSpPr/>
          <p:nvPr/>
        </p:nvSpPr>
        <p:spPr>
          <a:xfrm>
            <a:off x="79004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9" name="Shape 1587"/>
          <p:cNvSpPr/>
          <p:nvPr/>
        </p:nvSpPr>
        <p:spPr>
          <a:xfrm>
            <a:off x="80101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0" name="Shape 1588"/>
          <p:cNvSpPr/>
          <p:nvPr/>
        </p:nvSpPr>
        <p:spPr>
          <a:xfrm>
            <a:off x="81198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1" name="Shape 1589"/>
          <p:cNvSpPr/>
          <p:nvPr/>
        </p:nvSpPr>
        <p:spPr>
          <a:xfrm>
            <a:off x="82296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2" name="Shape 1590"/>
          <p:cNvSpPr/>
          <p:nvPr/>
        </p:nvSpPr>
        <p:spPr>
          <a:xfrm>
            <a:off x="83393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3" name="Shape 1591"/>
          <p:cNvSpPr/>
          <p:nvPr/>
        </p:nvSpPr>
        <p:spPr>
          <a:xfrm>
            <a:off x="84490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4" name="Shape 1592"/>
          <p:cNvSpPr/>
          <p:nvPr/>
        </p:nvSpPr>
        <p:spPr>
          <a:xfrm>
            <a:off x="85587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5" name="Shape 1593"/>
          <p:cNvSpPr/>
          <p:nvPr/>
        </p:nvSpPr>
        <p:spPr>
          <a:xfrm>
            <a:off x="86685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6" name="Shape 1594"/>
          <p:cNvSpPr/>
          <p:nvPr/>
        </p:nvSpPr>
        <p:spPr>
          <a:xfrm>
            <a:off x="87782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7" name="Shape 1595"/>
          <p:cNvSpPr/>
          <p:nvPr/>
        </p:nvSpPr>
        <p:spPr>
          <a:xfrm>
            <a:off x="88879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8" name="Shape 1596"/>
          <p:cNvSpPr/>
          <p:nvPr/>
        </p:nvSpPr>
        <p:spPr>
          <a:xfrm>
            <a:off x="89976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9" name="Shape 1597"/>
          <p:cNvSpPr/>
          <p:nvPr/>
        </p:nvSpPr>
        <p:spPr>
          <a:xfrm>
            <a:off x="91074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0" name="Shape 1598"/>
          <p:cNvSpPr/>
          <p:nvPr/>
        </p:nvSpPr>
        <p:spPr>
          <a:xfrm>
            <a:off x="92171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1" name="Shape 1599"/>
          <p:cNvSpPr/>
          <p:nvPr/>
        </p:nvSpPr>
        <p:spPr>
          <a:xfrm>
            <a:off x="93268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2" name="Shape 1600"/>
          <p:cNvSpPr/>
          <p:nvPr/>
        </p:nvSpPr>
        <p:spPr>
          <a:xfrm>
            <a:off x="94366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3" name="Shape 1601"/>
          <p:cNvSpPr/>
          <p:nvPr/>
        </p:nvSpPr>
        <p:spPr>
          <a:xfrm>
            <a:off x="95463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4" name="Shape 1602"/>
          <p:cNvSpPr/>
          <p:nvPr/>
        </p:nvSpPr>
        <p:spPr>
          <a:xfrm>
            <a:off x="96560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5" name="Shape 1603"/>
          <p:cNvSpPr/>
          <p:nvPr/>
        </p:nvSpPr>
        <p:spPr>
          <a:xfrm>
            <a:off x="97657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6" name="Shape 1604"/>
          <p:cNvSpPr/>
          <p:nvPr/>
        </p:nvSpPr>
        <p:spPr>
          <a:xfrm>
            <a:off x="98755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7" name="Shape 1605"/>
          <p:cNvSpPr/>
          <p:nvPr/>
        </p:nvSpPr>
        <p:spPr>
          <a:xfrm>
            <a:off x="99852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8" name="Shape 1606"/>
          <p:cNvSpPr/>
          <p:nvPr/>
        </p:nvSpPr>
        <p:spPr>
          <a:xfrm>
            <a:off x="100949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9" name="Shape 1607"/>
          <p:cNvSpPr/>
          <p:nvPr/>
        </p:nvSpPr>
        <p:spPr>
          <a:xfrm>
            <a:off x="102047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0" name="Shape 1608"/>
          <p:cNvSpPr/>
          <p:nvPr/>
        </p:nvSpPr>
        <p:spPr>
          <a:xfrm>
            <a:off x="103144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1" name="Shape 1609"/>
          <p:cNvSpPr/>
          <p:nvPr/>
        </p:nvSpPr>
        <p:spPr>
          <a:xfrm>
            <a:off x="104241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2" name="Shape 1610"/>
          <p:cNvSpPr/>
          <p:nvPr/>
        </p:nvSpPr>
        <p:spPr>
          <a:xfrm>
            <a:off x="105338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3" name="Shape 1611"/>
          <p:cNvSpPr/>
          <p:nvPr/>
        </p:nvSpPr>
        <p:spPr>
          <a:xfrm>
            <a:off x="106436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4" name="Shape 1612"/>
          <p:cNvSpPr/>
          <p:nvPr/>
        </p:nvSpPr>
        <p:spPr>
          <a:xfrm>
            <a:off x="107533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5" name="Shape 1613"/>
          <p:cNvSpPr/>
          <p:nvPr/>
        </p:nvSpPr>
        <p:spPr>
          <a:xfrm>
            <a:off x="108630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6" name="Shape 1614"/>
          <p:cNvSpPr/>
          <p:nvPr/>
        </p:nvSpPr>
        <p:spPr>
          <a:xfrm>
            <a:off x="109728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7" name="Shape 1615"/>
          <p:cNvSpPr/>
          <p:nvPr/>
        </p:nvSpPr>
        <p:spPr>
          <a:xfrm>
            <a:off x="110825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8" name="Shape 1616"/>
          <p:cNvSpPr/>
          <p:nvPr/>
        </p:nvSpPr>
        <p:spPr>
          <a:xfrm>
            <a:off x="111922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9" name="Shape 1617"/>
          <p:cNvSpPr/>
          <p:nvPr/>
        </p:nvSpPr>
        <p:spPr>
          <a:xfrm>
            <a:off x="113019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0" name="Shape 1618"/>
          <p:cNvSpPr/>
          <p:nvPr/>
        </p:nvSpPr>
        <p:spPr>
          <a:xfrm>
            <a:off x="114117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1" name="Shape 1619"/>
          <p:cNvSpPr/>
          <p:nvPr/>
        </p:nvSpPr>
        <p:spPr>
          <a:xfrm>
            <a:off x="115214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2" name="Shape 1620"/>
          <p:cNvSpPr/>
          <p:nvPr/>
        </p:nvSpPr>
        <p:spPr>
          <a:xfrm>
            <a:off x="116311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3" name="Shape 1621"/>
          <p:cNvSpPr/>
          <p:nvPr/>
        </p:nvSpPr>
        <p:spPr>
          <a:xfrm>
            <a:off x="117408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4" name="Shape 1622"/>
          <p:cNvSpPr/>
          <p:nvPr/>
        </p:nvSpPr>
        <p:spPr>
          <a:xfrm>
            <a:off x="548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5" name="Shape 1623"/>
          <p:cNvSpPr/>
          <p:nvPr/>
        </p:nvSpPr>
        <p:spPr>
          <a:xfrm>
            <a:off x="1645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6" name="Shape 1624"/>
          <p:cNvSpPr/>
          <p:nvPr/>
        </p:nvSpPr>
        <p:spPr>
          <a:xfrm>
            <a:off x="2743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7" name="Shape 1625"/>
          <p:cNvSpPr/>
          <p:nvPr/>
        </p:nvSpPr>
        <p:spPr>
          <a:xfrm>
            <a:off x="3840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8" name="Shape 1626"/>
          <p:cNvSpPr/>
          <p:nvPr/>
        </p:nvSpPr>
        <p:spPr>
          <a:xfrm>
            <a:off x="4937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9" name="Shape 1627"/>
          <p:cNvSpPr/>
          <p:nvPr/>
        </p:nvSpPr>
        <p:spPr>
          <a:xfrm>
            <a:off x="6035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0" name="Shape 1628"/>
          <p:cNvSpPr/>
          <p:nvPr/>
        </p:nvSpPr>
        <p:spPr>
          <a:xfrm>
            <a:off x="7132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1" name="Shape 1629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2" name="Shape 1630"/>
          <p:cNvSpPr/>
          <p:nvPr/>
        </p:nvSpPr>
        <p:spPr>
          <a:xfrm>
            <a:off x="9326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3" name="Shape 1631"/>
          <p:cNvSpPr/>
          <p:nvPr/>
        </p:nvSpPr>
        <p:spPr>
          <a:xfrm>
            <a:off x="10424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4" name="Shape 1632"/>
          <p:cNvSpPr/>
          <p:nvPr/>
        </p:nvSpPr>
        <p:spPr>
          <a:xfrm>
            <a:off x="11521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5" name="Shape 1633"/>
          <p:cNvSpPr/>
          <p:nvPr/>
        </p:nvSpPr>
        <p:spPr>
          <a:xfrm>
            <a:off x="12618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6" name="Shape 1634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7" name="Shape 1635"/>
          <p:cNvSpPr/>
          <p:nvPr/>
        </p:nvSpPr>
        <p:spPr>
          <a:xfrm>
            <a:off x="14813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8" name="Shape 1636"/>
          <p:cNvSpPr/>
          <p:nvPr/>
        </p:nvSpPr>
        <p:spPr>
          <a:xfrm>
            <a:off x="15910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9" name="Shape 1637"/>
          <p:cNvSpPr/>
          <p:nvPr/>
        </p:nvSpPr>
        <p:spPr>
          <a:xfrm>
            <a:off x="17007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0" name="Shape 1638"/>
          <p:cNvSpPr/>
          <p:nvPr/>
        </p:nvSpPr>
        <p:spPr>
          <a:xfrm>
            <a:off x="18105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1" name="Shape 1639"/>
          <p:cNvSpPr/>
          <p:nvPr/>
        </p:nvSpPr>
        <p:spPr>
          <a:xfrm>
            <a:off x="19202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2" name="Shape 1640"/>
          <p:cNvSpPr/>
          <p:nvPr/>
        </p:nvSpPr>
        <p:spPr>
          <a:xfrm>
            <a:off x="20299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3" name="Shape 1641"/>
          <p:cNvSpPr/>
          <p:nvPr/>
        </p:nvSpPr>
        <p:spPr>
          <a:xfrm>
            <a:off x="21396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4" name="Shape 1642"/>
          <p:cNvSpPr/>
          <p:nvPr/>
        </p:nvSpPr>
        <p:spPr>
          <a:xfrm>
            <a:off x="22494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5" name="Shape 1643"/>
          <p:cNvSpPr/>
          <p:nvPr/>
        </p:nvSpPr>
        <p:spPr>
          <a:xfrm>
            <a:off x="23591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6" name="Shape 1644"/>
          <p:cNvSpPr/>
          <p:nvPr/>
        </p:nvSpPr>
        <p:spPr>
          <a:xfrm>
            <a:off x="24688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7" name="Shape 1645"/>
          <p:cNvSpPr/>
          <p:nvPr/>
        </p:nvSpPr>
        <p:spPr>
          <a:xfrm>
            <a:off x="25786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8" name="Shape 1646"/>
          <p:cNvSpPr/>
          <p:nvPr/>
        </p:nvSpPr>
        <p:spPr>
          <a:xfrm>
            <a:off x="26883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9" name="Shape 1647"/>
          <p:cNvSpPr/>
          <p:nvPr/>
        </p:nvSpPr>
        <p:spPr>
          <a:xfrm>
            <a:off x="27980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0" name="Shape 1648"/>
          <p:cNvSpPr/>
          <p:nvPr/>
        </p:nvSpPr>
        <p:spPr>
          <a:xfrm>
            <a:off x="29077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1" name="Shape 1649"/>
          <p:cNvSpPr/>
          <p:nvPr/>
        </p:nvSpPr>
        <p:spPr>
          <a:xfrm>
            <a:off x="30175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2" name="Shape 1650"/>
          <p:cNvSpPr/>
          <p:nvPr/>
        </p:nvSpPr>
        <p:spPr>
          <a:xfrm>
            <a:off x="31272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3" name="Shape 1651"/>
          <p:cNvSpPr/>
          <p:nvPr/>
        </p:nvSpPr>
        <p:spPr>
          <a:xfrm>
            <a:off x="32369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4" name="Shape 1652"/>
          <p:cNvSpPr/>
          <p:nvPr/>
        </p:nvSpPr>
        <p:spPr>
          <a:xfrm>
            <a:off x="33467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5" name="Shape 1653"/>
          <p:cNvSpPr/>
          <p:nvPr/>
        </p:nvSpPr>
        <p:spPr>
          <a:xfrm>
            <a:off x="34564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6" name="Shape 1654"/>
          <p:cNvSpPr/>
          <p:nvPr/>
        </p:nvSpPr>
        <p:spPr>
          <a:xfrm>
            <a:off x="35661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7" name="Shape 1655"/>
          <p:cNvSpPr/>
          <p:nvPr/>
        </p:nvSpPr>
        <p:spPr>
          <a:xfrm>
            <a:off x="36758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8" name="Shape 1656"/>
          <p:cNvSpPr/>
          <p:nvPr/>
        </p:nvSpPr>
        <p:spPr>
          <a:xfrm>
            <a:off x="37856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9" name="Shape 1657"/>
          <p:cNvSpPr/>
          <p:nvPr/>
        </p:nvSpPr>
        <p:spPr>
          <a:xfrm>
            <a:off x="38953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0" name="Shape 1658"/>
          <p:cNvSpPr/>
          <p:nvPr/>
        </p:nvSpPr>
        <p:spPr>
          <a:xfrm>
            <a:off x="40050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1" name="Shape 1659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2" name="Shape 1660"/>
          <p:cNvSpPr/>
          <p:nvPr/>
        </p:nvSpPr>
        <p:spPr>
          <a:xfrm>
            <a:off x="42245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3" name="Shape 1661"/>
          <p:cNvSpPr/>
          <p:nvPr/>
        </p:nvSpPr>
        <p:spPr>
          <a:xfrm>
            <a:off x="43342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4" name="Shape 1662"/>
          <p:cNvSpPr/>
          <p:nvPr/>
        </p:nvSpPr>
        <p:spPr>
          <a:xfrm>
            <a:off x="44439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5" name="Shape 1663"/>
          <p:cNvSpPr/>
          <p:nvPr/>
        </p:nvSpPr>
        <p:spPr>
          <a:xfrm>
            <a:off x="45537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6" name="Shape 1664"/>
          <p:cNvSpPr/>
          <p:nvPr/>
        </p:nvSpPr>
        <p:spPr>
          <a:xfrm>
            <a:off x="46634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7" name="Shape 1665"/>
          <p:cNvSpPr/>
          <p:nvPr/>
        </p:nvSpPr>
        <p:spPr>
          <a:xfrm>
            <a:off x="47731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8" name="Shape 1666"/>
          <p:cNvSpPr/>
          <p:nvPr/>
        </p:nvSpPr>
        <p:spPr>
          <a:xfrm>
            <a:off x="48828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9" name="Shape 1667"/>
          <p:cNvSpPr/>
          <p:nvPr/>
        </p:nvSpPr>
        <p:spPr>
          <a:xfrm>
            <a:off x="49926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0" name="Shape 1668"/>
          <p:cNvSpPr/>
          <p:nvPr/>
        </p:nvSpPr>
        <p:spPr>
          <a:xfrm>
            <a:off x="51023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1" name="Shape 1669"/>
          <p:cNvSpPr/>
          <p:nvPr/>
        </p:nvSpPr>
        <p:spPr>
          <a:xfrm>
            <a:off x="52120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2" name="Shape 1670"/>
          <p:cNvSpPr/>
          <p:nvPr/>
        </p:nvSpPr>
        <p:spPr>
          <a:xfrm>
            <a:off x="53218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3" name="Shape 1671"/>
          <p:cNvSpPr/>
          <p:nvPr/>
        </p:nvSpPr>
        <p:spPr>
          <a:xfrm>
            <a:off x="54315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4" name="Shape 1672"/>
          <p:cNvSpPr/>
          <p:nvPr/>
        </p:nvSpPr>
        <p:spPr>
          <a:xfrm>
            <a:off x="55412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5" name="Shape 1673"/>
          <p:cNvSpPr/>
          <p:nvPr/>
        </p:nvSpPr>
        <p:spPr>
          <a:xfrm>
            <a:off x="56509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6" name="Shape 1674"/>
          <p:cNvSpPr/>
          <p:nvPr/>
        </p:nvSpPr>
        <p:spPr>
          <a:xfrm>
            <a:off x="57607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7" name="Shape 1675"/>
          <p:cNvSpPr/>
          <p:nvPr/>
        </p:nvSpPr>
        <p:spPr>
          <a:xfrm>
            <a:off x="58704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8" name="Shape 1676"/>
          <p:cNvSpPr/>
          <p:nvPr/>
        </p:nvSpPr>
        <p:spPr>
          <a:xfrm>
            <a:off x="59801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9" name="Shape 1677"/>
          <p:cNvSpPr/>
          <p:nvPr/>
        </p:nvSpPr>
        <p:spPr>
          <a:xfrm>
            <a:off x="60899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0" name="Shape 1678"/>
          <p:cNvSpPr/>
          <p:nvPr/>
        </p:nvSpPr>
        <p:spPr>
          <a:xfrm>
            <a:off x="61996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1" name="Shape 1679"/>
          <p:cNvSpPr/>
          <p:nvPr/>
        </p:nvSpPr>
        <p:spPr>
          <a:xfrm>
            <a:off x="63093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2" name="Shape 1680"/>
          <p:cNvSpPr/>
          <p:nvPr/>
        </p:nvSpPr>
        <p:spPr>
          <a:xfrm>
            <a:off x="64190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3" name="Shape 1681"/>
          <p:cNvSpPr/>
          <p:nvPr/>
        </p:nvSpPr>
        <p:spPr>
          <a:xfrm>
            <a:off x="65288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4" name="Shape 1682"/>
          <p:cNvSpPr/>
          <p:nvPr/>
        </p:nvSpPr>
        <p:spPr>
          <a:xfrm>
            <a:off x="66385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5" name="Shape 1683"/>
          <p:cNvSpPr/>
          <p:nvPr/>
        </p:nvSpPr>
        <p:spPr>
          <a:xfrm>
            <a:off x="67482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6" name="Shape 1684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7" name="Shape 1685"/>
          <p:cNvSpPr/>
          <p:nvPr/>
        </p:nvSpPr>
        <p:spPr>
          <a:xfrm>
            <a:off x="69677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8" name="Shape 1686"/>
          <p:cNvSpPr/>
          <p:nvPr/>
        </p:nvSpPr>
        <p:spPr>
          <a:xfrm>
            <a:off x="70774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9" name="Shape 1687"/>
          <p:cNvSpPr/>
          <p:nvPr/>
        </p:nvSpPr>
        <p:spPr>
          <a:xfrm>
            <a:off x="71871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0" name="Shape 1688"/>
          <p:cNvSpPr/>
          <p:nvPr/>
        </p:nvSpPr>
        <p:spPr>
          <a:xfrm>
            <a:off x="72969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1" name="Shape 1689"/>
          <p:cNvSpPr/>
          <p:nvPr/>
        </p:nvSpPr>
        <p:spPr>
          <a:xfrm>
            <a:off x="74066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2" name="Shape 1690"/>
          <p:cNvSpPr/>
          <p:nvPr/>
        </p:nvSpPr>
        <p:spPr>
          <a:xfrm>
            <a:off x="75163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3" name="Shape 1691"/>
          <p:cNvSpPr/>
          <p:nvPr/>
        </p:nvSpPr>
        <p:spPr>
          <a:xfrm>
            <a:off x="76260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4" name="Shape 1692"/>
          <p:cNvSpPr/>
          <p:nvPr/>
        </p:nvSpPr>
        <p:spPr>
          <a:xfrm>
            <a:off x="77358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5" name="Shape 1693"/>
          <p:cNvSpPr/>
          <p:nvPr/>
        </p:nvSpPr>
        <p:spPr>
          <a:xfrm>
            <a:off x="78455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6" name="Shape 1694"/>
          <p:cNvSpPr/>
          <p:nvPr/>
        </p:nvSpPr>
        <p:spPr>
          <a:xfrm>
            <a:off x="79552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7" name="Shape 1695"/>
          <p:cNvSpPr/>
          <p:nvPr/>
        </p:nvSpPr>
        <p:spPr>
          <a:xfrm>
            <a:off x="80650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8" name="Shape 1696"/>
          <p:cNvSpPr/>
          <p:nvPr/>
        </p:nvSpPr>
        <p:spPr>
          <a:xfrm>
            <a:off x="81747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9" name="Shape 1697"/>
          <p:cNvSpPr/>
          <p:nvPr/>
        </p:nvSpPr>
        <p:spPr>
          <a:xfrm>
            <a:off x="82844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0" name="Shape 1698"/>
          <p:cNvSpPr/>
          <p:nvPr/>
        </p:nvSpPr>
        <p:spPr>
          <a:xfrm>
            <a:off x="83941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1" name="Shape 1699"/>
          <p:cNvSpPr/>
          <p:nvPr/>
        </p:nvSpPr>
        <p:spPr>
          <a:xfrm>
            <a:off x="85039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2" name="Shape 1700"/>
          <p:cNvSpPr/>
          <p:nvPr/>
        </p:nvSpPr>
        <p:spPr>
          <a:xfrm>
            <a:off x="86136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3" name="Shape 1701"/>
          <p:cNvSpPr/>
          <p:nvPr/>
        </p:nvSpPr>
        <p:spPr>
          <a:xfrm>
            <a:off x="87233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4" name="Shape 1702"/>
          <p:cNvSpPr/>
          <p:nvPr/>
        </p:nvSpPr>
        <p:spPr>
          <a:xfrm>
            <a:off x="88331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5" name="Shape 1703"/>
          <p:cNvSpPr/>
          <p:nvPr/>
        </p:nvSpPr>
        <p:spPr>
          <a:xfrm>
            <a:off x="89428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6" name="Shape 1704"/>
          <p:cNvSpPr/>
          <p:nvPr/>
        </p:nvSpPr>
        <p:spPr>
          <a:xfrm>
            <a:off x="90525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7" name="Shape 1705"/>
          <p:cNvSpPr/>
          <p:nvPr/>
        </p:nvSpPr>
        <p:spPr>
          <a:xfrm>
            <a:off x="91622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8" name="Shape 1706"/>
          <p:cNvSpPr/>
          <p:nvPr/>
        </p:nvSpPr>
        <p:spPr>
          <a:xfrm>
            <a:off x="92720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9" name="Shape 1707"/>
          <p:cNvSpPr/>
          <p:nvPr/>
        </p:nvSpPr>
        <p:spPr>
          <a:xfrm>
            <a:off x="93817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0" name="Shape 1708"/>
          <p:cNvSpPr/>
          <p:nvPr/>
        </p:nvSpPr>
        <p:spPr>
          <a:xfrm>
            <a:off x="94914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1" name="Shape 1709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2" name="Shape 1710"/>
          <p:cNvSpPr/>
          <p:nvPr/>
        </p:nvSpPr>
        <p:spPr>
          <a:xfrm>
            <a:off x="97109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3" name="Shape 1711"/>
          <p:cNvSpPr/>
          <p:nvPr/>
        </p:nvSpPr>
        <p:spPr>
          <a:xfrm>
            <a:off x="98206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4" name="Shape 1712"/>
          <p:cNvSpPr/>
          <p:nvPr/>
        </p:nvSpPr>
        <p:spPr>
          <a:xfrm>
            <a:off x="99303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5" name="Shape 1713"/>
          <p:cNvSpPr/>
          <p:nvPr/>
        </p:nvSpPr>
        <p:spPr>
          <a:xfrm>
            <a:off x="100401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6" name="Shape 1714"/>
          <p:cNvSpPr/>
          <p:nvPr/>
        </p:nvSpPr>
        <p:spPr>
          <a:xfrm>
            <a:off x="101498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7" name="Shape 1715"/>
          <p:cNvSpPr/>
          <p:nvPr/>
        </p:nvSpPr>
        <p:spPr>
          <a:xfrm>
            <a:off x="102595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8" name="Shape 1716"/>
          <p:cNvSpPr/>
          <p:nvPr/>
        </p:nvSpPr>
        <p:spPr>
          <a:xfrm>
            <a:off x="103692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9" name="Shape 1717"/>
          <p:cNvSpPr/>
          <p:nvPr/>
        </p:nvSpPr>
        <p:spPr>
          <a:xfrm>
            <a:off x="104790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0" name="Shape 1718"/>
          <p:cNvSpPr/>
          <p:nvPr/>
        </p:nvSpPr>
        <p:spPr>
          <a:xfrm>
            <a:off x="105887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1" name="Shape 1719"/>
          <p:cNvSpPr/>
          <p:nvPr/>
        </p:nvSpPr>
        <p:spPr>
          <a:xfrm>
            <a:off x="106984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2" name="Shape 1720"/>
          <p:cNvSpPr/>
          <p:nvPr/>
        </p:nvSpPr>
        <p:spPr>
          <a:xfrm>
            <a:off x="108082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3" name="Shape 1721"/>
          <p:cNvSpPr/>
          <p:nvPr/>
        </p:nvSpPr>
        <p:spPr>
          <a:xfrm>
            <a:off x="109179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4" name="Shape 1722"/>
          <p:cNvSpPr/>
          <p:nvPr/>
        </p:nvSpPr>
        <p:spPr>
          <a:xfrm>
            <a:off x="110276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5" name="Shape 1723"/>
          <p:cNvSpPr/>
          <p:nvPr/>
        </p:nvSpPr>
        <p:spPr>
          <a:xfrm>
            <a:off x="111373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6" name="Shape 1724"/>
          <p:cNvSpPr/>
          <p:nvPr/>
        </p:nvSpPr>
        <p:spPr>
          <a:xfrm>
            <a:off x="112471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7" name="Shape 1725"/>
          <p:cNvSpPr/>
          <p:nvPr/>
        </p:nvSpPr>
        <p:spPr>
          <a:xfrm>
            <a:off x="113568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8" name="Shape 1726"/>
          <p:cNvSpPr/>
          <p:nvPr/>
        </p:nvSpPr>
        <p:spPr>
          <a:xfrm>
            <a:off x="114665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9" name="Shape 1727"/>
          <p:cNvSpPr/>
          <p:nvPr/>
        </p:nvSpPr>
        <p:spPr>
          <a:xfrm>
            <a:off x="115763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0" name="Shape 1728"/>
          <p:cNvSpPr/>
          <p:nvPr/>
        </p:nvSpPr>
        <p:spPr>
          <a:xfrm>
            <a:off x="116860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1" name="Shape 1729"/>
          <p:cNvSpPr/>
          <p:nvPr/>
        </p:nvSpPr>
        <p:spPr>
          <a:xfrm>
            <a:off x="117957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2" name="Shape 1730"/>
          <p:cNvSpPr/>
          <p:nvPr/>
        </p:nvSpPr>
        <p:spPr>
          <a:xfrm>
            <a:off x="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3" name="Shape 1731"/>
          <p:cNvSpPr/>
          <p:nvPr/>
        </p:nvSpPr>
        <p:spPr>
          <a:xfrm>
            <a:off x="1097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4" name="Shape 1732"/>
          <p:cNvSpPr/>
          <p:nvPr/>
        </p:nvSpPr>
        <p:spPr>
          <a:xfrm>
            <a:off x="2194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5" name="Shape 1733"/>
          <p:cNvSpPr/>
          <p:nvPr/>
        </p:nvSpPr>
        <p:spPr>
          <a:xfrm>
            <a:off x="3291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6" name="Shape 1734"/>
          <p:cNvSpPr/>
          <p:nvPr/>
        </p:nvSpPr>
        <p:spPr>
          <a:xfrm>
            <a:off x="4389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7" name="Shape 1735"/>
          <p:cNvSpPr/>
          <p:nvPr/>
        </p:nvSpPr>
        <p:spPr>
          <a:xfrm>
            <a:off x="5486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8" name="Shape 1736"/>
          <p:cNvSpPr/>
          <p:nvPr/>
        </p:nvSpPr>
        <p:spPr>
          <a:xfrm>
            <a:off x="6583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9" name="Shape 1737"/>
          <p:cNvSpPr/>
          <p:nvPr/>
        </p:nvSpPr>
        <p:spPr>
          <a:xfrm>
            <a:off x="7680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0" name="Shape 1738"/>
          <p:cNvSpPr/>
          <p:nvPr/>
        </p:nvSpPr>
        <p:spPr>
          <a:xfrm>
            <a:off x="8778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1" name="Shape 1739"/>
          <p:cNvSpPr/>
          <p:nvPr/>
        </p:nvSpPr>
        <p:spPr>
          <a:xfrm>
            <a:off x="9875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2" name="Shape 1740"/>
          <p:cNvSpPr/>
          <p:nvPr/>
        </p:nvSpPr>
        <p:spPr>
          <a:xfrm>
            <a:off x="10972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3" name="Shape 1741"/>
          <p:cNvSpPr/>
          <p:nvPr/>
        </p:nvSpPr>
        <p:spPr>
          <a:xfrm>
            <a:off x="12070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4" name="Shape 1742"/>
          <p:cNvSpPr/>
          <p:nvPr/>
        </p:nvSpPr>
        <p:spPr>
          <a:xfrm>
            <a:off x="13167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5" name="Shape 1743"/>
          <p:cNvSpPr/>
          <p:nvPr/>
        </p:nvSpPr>
        <p:spPr>
          <a:xfrm>
            <a:off x="14264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6" name="Shape 1744"/>
          <p:cNvSpPr/>
          <p:nvPr/>
        </p:nvSpPr>
        <p:spPr>
          <a:xfrm>
            <a:off x="15361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7" name="Shape 1745"/>
          <p:cNvSpPr/>
          <p:nvPr/>
        </p:nvSpPr>
        <p:spPr>
          <a:xfrm>
            <a:off x="16459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8" name="Shape 1746"/>
          <p:cNvSpPr/>
          <p:nvPr/>
        </p:nvSpPr>
        <p:spPr>
          <a:xfrm>
            <a:off x="17556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9" name="Shape 1747"/>
          <p:cNvSpPr/>
          <p:nvPr/>
        </p:nvSpPr>
        <p:spPr>
          <a:xfrm>
            <a:off x="18653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0" name="Shape 1748"/>
          <p:cNvSpPr/>
          <p:nvPr/>
        </p:nvSpPr>
        <p:spPr>
          <a:xfrm>
            <a:off x="19751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1" name="Shape 1749"/>
          <p:cNvSpPr/>
          <p:nvPr/>
        </p:nvSpPr>
        <p:spPr>
          <a:xfrm>
            <a:off x="20848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2" name="Shape 1750"/>
          <p:cNvSpPr/>
          <p:nvPr/>
        </p:nvSpPr>
        <p:spPr>
          <a:xfrm>
            <a:off x="21945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3" name="Shape 1751"/>
          <p:cNvSpPr/>
          <p:nvPr/>
        </p:nvSpPr>
        <p:spPr>
          <a:xfrm>
            <a:off x="23042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4" name="Shape 1752"/>
          <p:cNvSpPr/>
          <p:nvPr/>
        </p:nvSpPr>
        <p:spPr>
          <a:xfrm>
            <a:off x="24140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5" name="Shape 1753"/>
          <p:cNvSpPr/>
          <p:nvPr/>
        </p:nvSpPr>
        <p:spPr>
          <a:xfrm>
            <a:off x="25237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6" name="Shape 1754"/>
          <p:cNvSpPr/>
          <p:nvPr/>
        </p:nvSpPr>
        <p:spPr>
          <a:xfrm>
            <a:off x="26334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7" name="Shape 1755"/>
          <p:cNvSpPr/>
          <p:nvPr/>
        </p:nvSpPr>
        <p:spPr>
          <a:xfrm>
            <a:off x="27432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8" name="Shape 1756"/>
          <p:cNvSpPr/>
          <p:nvPr/>
        </p:nvSpPr>
        <p:spPr>
          <a:xfrm>
            <a:off x="28529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9" name="Shape 1757"/>
          <p:cNvSpPr/>
          <p:nvPr/>
        </p:nvSpPr>
        <p:spPr>
          <a:xfrm>
            <a:off x="29626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0" name="Shape 1758"/>
          <p:cNvSpPr/>
          <p:nvPr/>
        </p:nvSpPr>
        <p:spPr>
          <a:xfrm>
            <a:off x="30723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1" name="Shape 1759"/>
          <p:cNvSpPr/>
          <p:nvPr/>
        </p:nvSpPr>
        <p:spPr>
          <a:xfrm>
            <a:off x="31821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2" name="Shape 1760"/>
          <p:cNvSpPr/>
          <p:nvPr/>
        </p:nvSpPr>
        <p:spPr>
          <a:xfrm>
            <a:off x="32918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3" name="Shape 1761"/>
          <p:cNvSpPr/>
          <p:nvPr/>
        </p:nvSpPr>
        <p:spPr>
          <a:xfrm>
            <a:off x="34015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4" name="Shape 1762"/>
          <p:cNvSpPr/>
          <p:nvPr/>
        </p:nvSpPr>
        <p:spPr>
          <a:xfrm>
            <a:off x="35112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5" name="Shape 1763"/>
          <p:cNvSpPr/>
          <p:nvPr/>
        </p:nvSpPr>
        <p:spPr>
          <a:xfrm>
            <a:off x="36210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6" name="Shape 1764"/>
          <p:cNvSpPr/>
          <p:nvPr/>
        </p:nvSpPr>
        <p:spPr>
          <a:xfrm>
            <a:off x="37307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7" name="Shape 1765"/>
          <p:cNvSpPr/>
          <p:nvPr/>
        </p:nvSpPr>
        <p:spPr>
          <a:xfrm>
            <a:off x="38404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8" name="Shape 1766"/>
          <p:cNvSpPr/>
          <p:nvPr/>
        </p:nvSpPr>
        <p:spPr>
          <a:xfrm>
            <a:off x="39502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9" name="Shape 1767"/>
          <p:cNvSpPr/>
          <p:nvPr/>
        </p:nvSpPr>
        <p:spPr>
          <a:xfrm>
            <a:off x="40599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0" name="Shape 1768"/>
          <p:cNvSpPr/>
          <p:nvPr/>
        </p:nvSpPr>
        <p:spPr>
          <a:xfrm>
            <a:off x="41696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1" name="Shape 1769"/>
          <p:cNvSpPr/>
          <p:nvPr/>
        </p:nvSpPr>
        <p:spPr>
          <a:xfrm>
            <a:off x="42793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2" name="Shape 1770"/>
          <p:cNvSpPr/>
          <p:nvPr/>
        </p:nvSpPr>
        <p:spPr>
          <a:xfrm>
            <a:off x="43891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3" name="Shape 1771"/>
          <p:cNvSpPr/>
          <p:nvPr/>
        </p:nvSpPr>
        <p:spPr>
          <a:xfrm>
            <a:off x="44988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4" name="Shape 1772"/>
          <p:cNvSpPr/>
          <p:nvPr/>
        </p:nvSpPr>
        <p:spPr>
          <a:xfrm>
            <a:off x="46085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5" name="Shape 1773"/>
          <p:cNvSpPr/>
          <p:nvPr/>
        </p:nvSpPr>
        <p:spPr>
          <a:xfrm>
            <a:off x="47183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6" name="Shape 1774"/>
          <p:cNvSpPr/>
          <p:nvPr/>
        </p:nvSpPr>
        <p:spPr>
          <a:xfrm>
            <a:off x="48280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7" name="Shape 1775"/>
          <p:cNvSpPr/>
          <p:nvPr/>
        </p:nvSpPr>
        <p:spPr>
          <a:xfrm>
            <a:off x="49377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8" name="Shape 1776"/>
          <p:cNvSpPr/>
          <p:nvPr/>
        </p:nvSpPr>
        <p:spPr>
          <a:xfrm>
            <a:off x="50474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9" name="Shape 1777"/>
          <p:cNvSpPr/>
          <p:nvPr/>
        </p:nvSpPr>
        <p:spPr>
          <a:xfrm>
            <a:off x="51572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0" name="Shape 1778"/>
          <p:cNvSpPr/>
          <p:nvPr/>
        </p:nvSpPr>
        <p:spPr>
          <a:xfrm>
            <a:off x="52669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1" name="Shape 1779"/>
          <p:cNvSpPr/>
          <p:nvPr/>
        </p:nvSpPr>
        <p:spPr>
          <a:xfrm>
            <a:off x="53766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2" name="Shape 1780"/>
          <p:cNvSpPr/>
          <p:nvPr/>
        </p:nvSpPr>
        <p:spPr>
          <a:xfrm>
            <a:off x="54864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3" name="Shape 1781"/>
          <p:cNvSpPr/>
          <p:nvPr/>
        </p:nvSpPr>
        <p:spPr>
          <a:xfrm>
            <a:off x="55961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4" name="Shape 1782"/>
          <p:cNvSpPr/>
          <p:nvPr/>
        </p:nvSpPr>
        <p:spPr>
          <a:xfrm>
            <a:off x="57058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5" name="Shape 1783"/>
          <p:cNvSpPr/>
          <p:nvPr/>
        </p:nvSpPr>
        <p:spPr>
          <a:xfrm>
            <a:off x="58155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6" name="Shape 1784"/>
          <p:cNvSpPr/>
          <p:nvPr/>
        </p:nvSpPr>
        <p:spPr>
          <a:xfrm>
            <a:off x="59253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7" name="Shape 1785"/>
          <p:cNvSpPr/>
          <p:nvPr/>
        </p:nvSpPr>
        <p:spPr>
          <a:xfrm>
            <a:off x="60350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8" name="Shape 1786"/>
          <p:cNvSpPr/>
          <p:nvPr/>
        </p:nvSpPr>
        <p:spPr>
          <a:xfrm>
            <a:off x="61447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9" name="Shape 1787"/>
          <p:cNvSpPr/>
          <p:nvPr/>
        </p:nvSpPr>
        <p:spPr>
          <a:xfrm>
            <a:off x="62544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0" name="Shape 1788"/>
          <p:cNvSpPr/>
          <p:nvPr/>
        </p:nvSpPr>
        <p:spPr>
          <a:xfrm>
            <a:off x="63642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1" name="Shape 1789"/>
          <p:cNvSpPr/>
          <p:nvPr/>
        </p:nvSpPr>
        <p:spPr>
          <a:xfrm>
            <a:off x="64739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2" name="Shape 1790"/>
          <p:cNvSpPr/>
          <p:nvPr/>
        </p:nvSpPr>
        <p:spPr>
          <a:xfrm>
            <a:off x="65836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3" name="Shape 1791"/>
          <p:cNvSpPr/>
          <p:nvPr/>
        </p:nvSpPr>
        <p:spPr>
          <a:xfrm>
            <a:off x="66934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4" name="Shape 1792"/>
          <p:cNvSpPr/>
          <p:nvPr/>
        </p:nvSpPr>
        <p:spPr>
          <a:xfrm>
            <a:off x="68031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5" name="Shape 1793"/>
          <p:cNvSpPr/>
          <p:nvPr/>
        </p:nvSpPr>
        <p:spPr>
          <a:xfrm>
            <a:off x="69128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6" name="Shape 1794"/>
          <p:cNvSpPr/>
          <p:nvPr/>
        </p:nvSpPr>
        <p:spPr>
          <a:xfrm>
            <a:off x="70225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7" name="Shape 1795"/>
          <p:cNvSpPr/>
          <p:nvPr/>
        </p:nvSpPr>
        <p:spPr>
          <a:xfrm>
            <a:off x="71323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8" name="Shape 1796"/>
          <p:cNvSpPr/>
          <p:nvPr/>
        </p:nvSpPr>
        <p:spPr>
          <a:xfrm>
            <a:off x="72420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9" name="Shape 1797"/>
          <p:cNvSpPr/>
          <p:nvPr/>
        </p:nvSpPr>
        <p:spPr>
          <a:xfrm>
            <a:off x="73517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0" name="Shape 1798"/>
          <p:cNvSpPr/>
          <p:nvPr/>
        </p:nvSpPr>
        <p:spPr>
          <a:xfrm>
            <a:off x="74615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1" name="Shape 1799"/>
          <p:cNvSpPr/>
          <p:nvPr/>
        </p:nvSpPr>
        <p:spPr>
          <a:xfrm>
            <a:off x="75712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2" name="Shape 1800"/>
          <p:cNvSpPr/>
          <p:nvPr/>
        </p:nvSpPr>
        <p:spPr>
          <a:xfrm>
            <a:off x="76809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3" name="Shape 1801"/>
          <p:cNvSpPr/>
          <p:nvPr/>
        </p:nvSpPr>
        <p:spPr>
          <a:xfrm>
            <a:off x="77906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4" name="Shape 1802"/>
          <p:cNvSpPr/>
          <p:nvPr/>
        </p:nvSpPr>
        <p:spPr>
          <a:xfrm>
            <a:off x="79004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5" name="Shape 1803"/>
          <p:cNvSpPr/>
          <p:nvPr/>
        </p:nvSpPr>
        <p:spPr>
          <a:xfrm>
            <a:off x="80101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6" name="Shape 1804"/>
          <p:cNvSpPr/>
          <p:nvPr/>
        </p:nvSpPr>
        <p:spPr>
          <a:xfrm>
            <a:off x="81198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7" name="Shape 1805"/>
          <p:cNvSpPr/>
          <p:nvPr/>
        </p:nvSpPr>
        <p:spPr>
          <a:xfrm>
            <a:off x="82296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8" name="Shape 1806"/>
          <p:cNvSpPr/>
          <p:nvPr/>
        </p:nvSpPr>
        <p:spPr>
          <a:xfrm>
            <a:off x="83393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9" name="Shape 1807"/>
          <p:cNvSpPr/>
          <p:nvPr/>
        </p:nvSpPr>
        <p:spPr>
          <a:xfrm>
            <a:off x="84490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0" name="Shape 1808"/>
          <p:cNvSpPr/>
          <p:nvPr/>
        </p:nvSpPr>
        <p:spPr>
          <a:xfrm>
            <a:off x="85587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1" name="Shape 1809"/>
          <p:cNvSpPr/>
          <p:nvPr/>
        </p:nvSpPr>
        <p:spPr>
          <a:xfrm>
            <a:off x="86685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2" name="Shape 1810"/>
          <p:cNvSpPr/>
          <p:nvPr/>
        </p:nvSpPr>
        <p:spPr>
          <a:xfrm>
            <a:off x="87782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3" name="Shape 1811"/>
          <p:cNvSpPr/>
          <p:nvPr/>
        </p:nvSpPr>
        <p:spPr>
          <a:xfrm>
            <a:off x="88879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4" name="Shape 1812"/>
          <p:cNvSpPr/>
          <p:nvPr/>
        </p:nvSpPr>
        <p:spPr>
          <a:xfrm>
            <a:off x="89976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5" name="Shape 1813"/>
          <p:cNvSpPr/>
          <p:nvPr/>
        </p:nvSpPr>
        <p:spPr>
          <a:xfrm>
            <a:off x="91074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6" name="Shape 1814"/>
          <p:cNvSpPr/>
          <p:nvPr/>
        </p:nvSpPr>
        <p:spPr>
          <a:xfrm>
            <a:off x="92171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7" name="Shape 1815"/>
          <p:cNvSpPr/>
          <p:nvPr/>
        </p:nvSpPr>
        <p:spPr>
          <a:xfrm>
            <a:off x="93268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8" name="Shape 1816"/>
          <p:cNvSpPr/>
          <p:nvPr/>
        </p:nvSpPr>
        <p:spPr>
          <a:xfrm>
            <a:off x="94366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9" name="Shape 1817"/>
          <p:cNvSpPr/>
          <p:nvPr/>
        </p:nvSpPr>
        <p:spPr>
          <a:xfrm>
            <a:off x="95463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0" name="Shape 1818"/>
          <p:cNvSpPr/>
          <p:nvPr/>
        </p:nvSpPr>
        <p:spPr>
          <a:xfrm>
            <a:off x="96560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1" name="Shape 1819"/>
          <p:cNvSpPr/>
          <p:nvPr/>
        </p:nvSpPr>
        <p:spPr>
          <a:xfrm>
            <a:off x="97657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2" name="Shape 1820"/>
          <p:cNvSpPr/>
          <p:nvPr/>
        </p:nvSpPr>
        <p:spPr>
          <a:xfrm>
            <a:off x="98755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3" name="Shape 1821"/>
          <p:cNvSpPr/>
          <p:nvPr/>
        </p:nvSpPr>
        <p:spPr>
          <a:xfrm>
            <a:off x="99852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4" name="Shape 1822"/>
          <p:cNvSpPr/>
          <p:nvPr/>
        </p:nvSpPr>
        <p:spPr>
          <a:xfrm>
            <a:off x="100949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5" name="Shape 1823"/>
          <p:cNvSpPr/>
          <p:nvPr/>
        </p:nvSpPr>
        <p:spPr>
          <a:xfrm>
            <a:off x="102047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6" name="Shape 1824"/>
          <p:cNvSpPr/>
          <p:nvPr/>
        </p:nvSpPr>
        <p:spPr>
          <a:xfrm>
            <a:off x="103144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7" name="Shape 1825"/>
          <p:cNvSpPr/>
          <p:nvPr/>
        </p:nvSpPr>
        <p:spPr>
          <a:xfrm>
            <a:off x="104241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8" name="Shape 1826"/>
          <p:cNvSpPr/>
          <p:nvPr/>
        </p:nvSpPr>
        <p:spPr>
          <a:xfrm>
            <a:off x="105338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9" name="Shape 1827"/>
          <p:cNvSpPr/>
          <p:nvPr/>
        </p:nvSpPr>
        <p:spPr>
          <a:xfrm>
            <a:off x="106436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0" name="Shape 1828"/>
          <p:cNvSpPr/>
          <p:nvPr/>
        </p:nvSpPr>
        <p:spPr>
          <a:xfrm>
            <a:off x="107533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1" name="Shape 1829"/>
          <p:cNvSpPr/>
          <p:nvPr/>
        </p:nvSpPr>
        <p:spPr>
          <a:xfrm>
            <a:off x="108630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2" name="Shape 1830"/>
          <p:cNvSpPr/>
          <p:nvPr/>
        </p:nvSpPr>
        <p:spPr>
          <a:xfrm>
            <a:off x="109728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3" name="Shape 1831"/>
          <p:cNvSpPr/>
          <p:nvPr/>
        </p:nvSpPr>
        <p:spPr>
          <a:xfrm>
            <a:off x="110825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4" name="Shape 1832"/>
          <p:cNvSpPr/>
          <p:nvPr/>
        </p:nvSpPr>
        <p:spPr>
          <a:xfrm>
            <a:off x="111922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5" name="Shape 1833"/>
          <p:cNvSpPr/>
          <p:nvPr/>
        </p:nvSpPr>
        <p:spPr>
          <a:xfrm>
            <a:off x="113019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6" name="Shape 1834"/>
          <p:cNvSpPr/>
          <p:nvPr/>
        </p:nvSpPr>
        <p:spPr>
          <a:xfrm>
            <a:off x="114117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7" name="Shape 1835"/>
          <p:cNvSpPr/>
          <p:nvPr/>
        </p:nvSpPr>
        <p:spPr>
          <a:xfrm>
            <a:off x="115214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8" name="Shape 1836"/>
          <p:cNvSpPr/>
          <p:nvPr/>
        </p:nvSpPr>
        <p:spPr>
          <a:xfrm>
            <a:off x="116311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9" name="Shape 1837"/>
          <p:cNvSpPr/>
          <p:nvPr/>
        </p:nvSpPr>
        <p:spPr>
          <a:xfrm>
            <a:off x="117408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0" name="Shape 1838"/>
          <p:cNvSpPr/>
          <p:nvPr/>
        </p:nvSpPr>
        <p:spPr>
          <a:xfrm>
            <a:off x="548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1" name="Shape 1839"/>
          <p:cNvSpPr/>
          <p:nvPr/>
        </p:nvSpPr>
        <p:spPr>
          <a:xfrm>
            <a:off x="1645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2" name="Shape 1840"/>
          <p:cNvSpPr/>
          <p:nvPr/>
        </p:nvSpPr>
        <p:spPr>
          <a:xfrm>
            <a:off x="2743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3" name="Shape 1841"/>
          <p:cNvSpPr/>
          <p:nvPr/>
        </p:nvSpPr>
        <p:spPr>
          <a:xfrm>
            <a:off x="3840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4" name="Shape 1842"/>
          <p:cNvSpPr/>
          <p:nvPr/>
        </p:nvSpPr>
        <p:spPr>
          <a:xfrm>
            <a:off x="4937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5" name="Shape 1843"/>
          <p:cNvSpPr/>
          <p:nvPr/>
        </p:nvSpPr>
        <p:spPr>
          <a:xfrm>
            <a:off x="6035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6" name="Shape 1844"/>
          <p:cNvSpPr/>
          <p:nvPr/>
        </p:nvSpPr>
        <p:spPr>
          <a:xfrm>
            <a:off x="7132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7" name="Shape 1845"/>
          <p:cNvSpPr/>
          <p:nvPr/>
        </p:nvSpPr>
        <p:spPr>
          <a:xfrm>
            <a:off x="8229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8" name="Shape 1846"/>
          <p:cNvSpPr/>
          <p:nvPr/>
        </p:nvSpPr>
        <p:spPr>
          <a:xfrm>
            <a:off x="9326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9" name="Shape 1847"/>
          <p:cNvSpPr/>
          <p:nvPr/>
        </p:nvSpPr>
        <p:spPr>
          <a:xfrm>
            <a:off x="10424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0" name="Shape 1848"/>
          <p:cNvSpPr/>
          <p:nvPr/>
        </p:nvSpPr>
        <p:spPr>
          <a:xfrm>
            <a:off x="11521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1" name="Shape 1849"/>
          <p:cNvSpPr/>
          <p:nvPr/>
        </p:nvSpPr>
        <p:spPr>
          <a:xfrm>
            <a:off x="12618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2" name="Shape 1850"/>
          <p:cNvSpPr/>
          <p:nvPr/>
        </p:nvSpPr>
        <p:spPr>
          <a:xfrm>
            <a:off x="13716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3" name="Shape 1851"/>
          <p:cNvSpPr/>
          <p:nvPr/>
        </p:nvSpPr>
        <p:spPr>
          <a:xfrm>
            <a:off x="14813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4" name="Shape 1852"/>
          <p:cNvSpPr/>
          <p:nvPr/>
        </p:nvSpPr>
        <p:spPr>
          <a:xfrm>
            <a:off x="15910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5" name="Shape 1853"/>
          <p:cNvSpPr/>
          <p:nvPr/>
        </p:nvSpPr>
        <p:spPr>
          <a:xfrm>
            <a:off x="17007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6" name="Shape 1854"/>
          <p:cNvSpPr/>
          <p:nvPr/>
        </p:nvSpPr>
        <p:spPr>
          <a:xfrm>
            <a:off x="18105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7" name="Shape 1855"/>
          <p:cNvSpPr/>
          <p:nvPr/>
        </p:nvSpPr>
        <p:spPr>
          <a:xfrm>
            <a:off x="19202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8" name="Shape 1856"/>
          <p:cNvSpPr/>
          <p:nvPr/>
        </p:nvSpPr>
        <p:spPr>
          <a:xfrm>
            <a:off x="20299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9" name="Shape 1857"/>
          <p:cNvSpPr/>
          <p:nvPr/>
        </p:nvSpPr>
        <p:spPr>
          <a:xfrm>
            <a:off x="21396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0" name="Shape 1858"/>
          <p:cNvSpPr/>
          <p:nvPr/>
        </p:nvSpPr>
        <p:spPr>
          <a:xfrm>
            <a:off x="22494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1" name="Shape 1859"/>
          <p:cNvSpPr/>
          <p:nvPr/>
        </p:nvSpPr>
        <p:spPr>
          <a:xfrm>
            <a:off x="23591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2" name="Shape 1860"/>
          <p:cNvSpPr/>
          <p:nvPr/>
        </p:nvSpPr>
        <p:spPr>
          <a:xfrm>
            <a:off x="24688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3" name="Shape 1861"/>
          <p:cNvSpPr/>
          <p:nvPr/>
        </p:nvSpPr>
        <p:spPr>
          <a:xfrm>
            <a:off x="25786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4" name="Shape 1862"/>
          <p:cNvSpPr/>
          <p:nvPr/>
        </p:nvSpPr>
        <p:spPr>
          <a:xfrm>
            <a:off x="26883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5" name="Shape 1863"/>
          <p:cNvSpPr/>
          <p:nvPr/>
        </p:nvSpPr>
        <p:spPr>
          <a:xfrm>
            <a:off x="27980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6" name="Shape 1864"/>
          <p:cNvSpPr/>
          <p:nvPr/>
        </p:nvSpPr>
        <p:spPr>
          <a:xfrm>
            <a:off x="29077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7" name="Shape 1865"/>
          <p:cNvSpPr/>
          <p:nvPr/>
        </p:nvSpPr>
        <p:spPr>
          <a:xfrm>
            <a:off x="30175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8" name="Shape 1866"/>
          <p:cNvSpPr/>
          <p:nvPr/>
        </p:nvSpPr>
        <p:spPr>
          <a:xfrm>
            <a:off x="31272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9" name="Shape 1867"/>
          <p:cNvSpPr/>
          <p:nvPr/>
        </p:nvSpPr>
        <p:spPr>
          <a:xfrm>
            <a:off x="32369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0" name="Shape 1868"/>
          <p:cNvSpPr/>
          <p:nvPr/>
        </p:nvSpPr>
        <p:spPr>
          <a:xfrm>
            <a:off x="33467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1" name="Shape 1869"/>
          <p:cNvSpPr/>
          <p:nvPr/>
        </p:nvSpPr>
        <p:spPr>
          <a:xfrm>
            <a:off x="34564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2" name="Shape 1870"/>
          <p:cNvSpPr/>
          <p:nvPr/>
        </p:nvSpPr>
        <p:spPr>
          <a:xfrm>
            <a:off x="35661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3" name="Shape 1871"/>
          <p:cNvSpPr/>
          <p:nvPr/>
        </p:nvSpPr>
        <p:spPr>
          <a:xfrm>
            <a:off x="36758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4" name="Shape 1872"/>
          <p:cNvSpPr/>
          <p:nvPr/>
        </p:nvSpPr>
        <p:spPr>
          <a:xfrm>
            <a:off x="37856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5" name="Shape 1873"/>
          <p:cNvSpPr/>
          <p:nvPr/>
        </p:nvSpPr>
        <p:spPr>
          <a:xfrm>
            <a:off x="38953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6" name="Shape 1874"/>
          <p:cNvSpPr/>
          <p:nvPr/>
        </p:nvSpPr>
        <p:spPr>
          <a:xfrm>
            <a:off x="40050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7" name="Shape 1875"/>
          <p:cNvSpPr/>
          <p:nvPr/>
        </p:nvSpPr>
        <p:spPr>
          <a:xfrm>
            <a:off x="41148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8" name="Shape 1876"/>
          <p:cNvSpPr/>
          <p:nvPr/>
        </p:nvSpPr>
        <p:spPr>
          <a:xfrm>
            <a:off x="42245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9" name="Shape 1877"/>
          <p:cNvSpPr/>
          <p:nvPr/>
        </p:nvSpPr>
        <p:spPr>
          <a:xfrm>
            <a:off x="43342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0" name="Shape 1878"/>
          <p:cNvSpPr/>
          <p:nvPr/>
        </p:nvSpPr>
        <p:spPr>
          <a:xfrm>
            <a:off x="44439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1" name="Shape 1879"/>
          <p:cNvSpPr/>
          <p:nvPr/>
        </p:nvSpPr>
        <p:spPr>
          <a:xfrm>
            <a:off x="45537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2" name="Shape 1880"/>
          <p:cNvSpPr/>
          <p:nvPr/>
        </p:nvSpPr>
        <p:spPr>
          <a:xfrm>
            <a:off x="46634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3" name="Shape 1881"/>
          <p:cNvSpPr/>
          <p:nvPr/>
        </p:nvSpPr>
        <p:spPr>
          <a:xfrm>
            <a:off x="47731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4" name="Shape 1882"/>
          <p:cNvSpPr/>
          <p:nvPr/>
        </p:nvSpPr>
        <p:spPr>
          <a:xfrm>
            <a:off x="48828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5" name="Shape 1883"/>
          <p:cNvSpPr/>
          <p:nvPr/>
        </p:nvSpPr>
        <p:spPr>
          <a:xfrm>
            <a:off x="49926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6" name="Shape 1884"/>
          <p:cNvSpPr/>
          <p:nvPr/>
        </p:nvSpPr>
        <p:spPr>
          <a:xfrm>
            <a:off x="51023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7" name="Shape 1885"/>
          <p:cNvSpPr/>
          <p:nvPr/>
        </p:nvSpPr>
        <p:spPr>
          <a:xfrm>
            <a:off x="52120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8" name="Shape 1886"/>
          <p:cNvSpPr/>
          <p:nvPr/>
        </p:nvSpPr>
        <p:spPr>
          <a:xfrm>
            <a:off x="53218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9" name="Shape 1887"/>
          <p:cNvSpPr/>
          <p:nvPr/>
        </p:nvSpPr>
        <p:spPr>
          <a:xfrm>
            <a:off x="54315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0" name="Shape 1888"/>
          <p:cNvSpPr/>
          <p:nvPr/>
        </p:nvSpPr>
        <p:spPr>
          <a:xfrm>
            <a:off x="55412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1" name="Shape 1889"/>
          <p:cNvSpPr/>
          <p:nvPr/>
        </p:nvSpPr>
        <p:spPr>
          <a:xfrm>
            <a:off x="56509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2" name="Shape 1890"/>
          <p:cNvSpPr/>
          <p:nvPr/>
        </p:nvSpPr>
        <p:spPr>
          <a:xfrm>
            <a:off x="57607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3" name="Shape 1891"/>
          <p:cNvSpPr/>
          <p:nvPr/>
        </p:nvSpPr>
        <p:spPr>
          <a:xfrm>
            <a:off x="58704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4" name="Shape 1892"/>
          <p:cNvSpPr/>
          <p:nvPr/>
        </p:nvSpPr>
        <p:spPr>
          <a:xfrm>
            <a:off x="59801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5" name="Shape 1893"/>
          <p:cNvSpPr/>
          <p:nvPr/>
        </p:nvSpPr>
        <p:spPr>
          <a:xfrm>
            <a:off x="60899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6" name="Shape 1894"/>
          <p:cNvSpPr/>
          <p:nvPr/>
        </p:nvSpPr>
        <p:spPr>
          <a:xfrm>
            <a:off x="61996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7" name="Shape 1895"/>
          <p:cNvSpPr/>
          <p:nvPr/>
        </p:nvSpPr>
        <p:spPr>
          <a:xfrm>
            <a:off x="63093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8" name="Shape 1896"/>
          <p:cNvSpPr/>
          <p:nvPr/>
        </p:nvSpPr>
        <p:spPr>
          <a:xfrm>
            <a:off x="64190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9" name="Shape 1897"/>
          <p:cNvSpPr/>
          <p:nvPr/>
        </p:nvSpPr>
        <p:spPr>
          <a:xfrm>
            <a:off x="65288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0" name="Shape 1898"/>
          <p:cNvSpPr/>
          <p:nvPr/>
        </p:nvSpPr>
        <p:spPr>
          <a:xfrm>
            <a:off x="66385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1" name="Shape 1899"/>
          <p:cNvSpPr/>
          <p:nvPr/>
        </p:nvSpPr>
        <p:spPr>
          <a:xfrm>
            <a:off x="67482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2" name="Shape 1900"/>
          <p:cNvSpPr/>
          <p:nvPr/>
        </p:nvSpPr>
        <p:spPr>
          <a:xfrm>
            <a:off x="68580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3" name="Shape 1901"/>
          <p:cNvSpPr/>
          <p:nvPr/>
        </p:nvSpPr>
        <p:spPr>
          <a:xfrm>
            <a:off x="69677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4" name="Shape 1902"/>
          <p:cNvSpPr/>
          <p:nvPr/>
        </p:nvSpPr>
        <p:spPr>
          <a:xfrm>
            <a:off x="70774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5" name="Shape 1903"/>
          <p:cNvSpPr/>
          <p:nvPr/>
        </p:nvSpPr>
        <p:spPr>
          <a:xfrm>
            <a:off x="71871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6" name="Shape 1904"/>
          <p:cNvSpPr/>
          <p:nvPr/>
        </p:nvSpPr>
        <p:spPr>
          <a:xfrm>
            <a:off x="72969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7" name="Shape 1905"/>
          <p:cNvSpPr/>
          <p:nvPr/>
        </p:nvSpPr>
        <p:spPr>
          <a:xfrm>
            <a:off x="74066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8" name="Shape 1906"/>
          <p:cNvSpPr/>
          <p:nvPr/>
        </p:nvSpPr>
        <p:spPr>
          <a:xfrm>
            <a:off x="75163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9" name="Shape 1907"/>
          <p:cNvSpPr/>
          <p:nvPr/>
        </p:nvSpPr>
        <p:spPr>
          <a:xfrm>
            <a:off x="76260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0" name="Shape 1908"/>
          <p:cNvSpPr/>
          <p:nvPr/>
        </p:nvSpPr>
        <p:spPr>
          <a:xfrm>
            <a:off x="77358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1" name="Shape 1909"/>
          <p:cNvSpPr/>
          <p:nvPr/>
        </p:nvSpPr>
        <p:spPr>
          <a:xfrm>
            <a:off x="78455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2" name="Shape 1910"/>
          <p:cNvSpPr/>
          <p:nvPr/>
        </p:nvSpPr>
        <p:spPr>
          <a:xfrm>
            <a:off x="79552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3" name="Shape 1911"/>
          <p:cNvSpPr/>
          <p:nvPr/>
        </p:nvSpPr>
        <p:spPr>
          <a:xfrm>
            <a:off x="80650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4" name="Shape 1912"/>
          <p:cNvSpPr/>
          <p:nvPr/>
        </p:nvSpPr>
        <p:spPr>
          <a:xfrm>
            <a:off x="81747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5" name="Shape 1913"/>
          <p:cNvSpPr/>
          <p:nvPr/>
        </p:nvSpPr>
        <p:spPr>
          <a:xfrm>
            <a:off x="82844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6" name="Shape 1914"/>
          <p:cNvSpPr/>
          <p:nvPr/>
        </p:nvSpPr>
        <p:spPr>
          <a:xfrm>
            <a:off x="83941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7" name="Shape 1915"/>
          <p:cNvSpPr/>
          <p:nvPr/>
        </p:nvSpPr>
        <p:spPr>
          <a:xfrm>
            <a:off x="85039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8" name="Shape 1916"/>
          <p:cNvSpPr/>
          <p:nvPr/>
        </p:nvSpPr>
        <p:spPr>
          <a:xfrm>
            <a:off x="86136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9" name="Shape 1917"/>
          <p:cNvSpPr/>
          <p:nvPr/>
        </p:nvSpPr>
        <p:spPr>
          <a:xfrm>
            <a:off x="87233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0" name="Shape 1918"/>
          <p:cNvSpPr/>
          <p:nvPr/>
        </p:nvSpPr>
        <p:spPr>
          <a:xfrm>
            <a:off x="88331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1" name="Shape 1919"/>
          <p:cNvSpPr/>
          <p:nvPr/>
        </p:nvSpPr>
        <p:spPr>
          <a:xfrm>
            <a:off x="89428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2" name="Shape 1920"/>
          <p:cNvSpPr/>
          <p:nvPr/>
        </p:nvSpPr>
        <p:spPr>
          <a:xfrm>
            <a:off x="90525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3" name="Shape 1921"/>
          <p:cNvSpPr/>
          <p:nvPr/>
        </p:nvSpPr>
        <p:spPr>
          <a:xfrm>
            <a:off x="91622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4" name="Shape 1922"/>
          <p:cNvSpPr/>
          <p:nvPr/>
        </p:nvSpPr>
        <p:spPr>
          <a:xfrm>
            <a:off x="92720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5" name="Shape 1923"/>
          <p:cNvSpPr/>
          <p:nvPr/>
        </p:nvSpPr>
        <p:spPr>
          <a:xfrm>
            <a:off x="93817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6" name="Shape 1924"/>
          <p:cNvSpPr/>
          <p:nvPr/>
        </p:nvSpPr>
        <p:spPr>
          <a:xfrm>
            <a:off x="94914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7" name="Shape 1925"/>
          <p:cNvSpPr/>
          <p:nvPr/>
        </p:nvSpPr>
        <p:spPr>
          <a:xfrm>
            <a:off x="96012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8" name="Shape 1926"/>
          <p:cNvSpPr/>
          <p:nvPr/>
        </p:nvSpPr>
        <p:spPr>
          <a:xfrm>
            <a:off x="97109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9" name="Shape 1927"/>
          <p:cNvSpPr/>
          <p:nvPr/>
        </p:nvSpPr>
        <p:spPr>
          <a:xfrm>
            <a:off x="98206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0" name="Shape 1928"/>
          <p:cNvSpPr/>
          <p:nvPr/>
        </p:nvSpPr>
        <p:spPr>
          <a:xfrm>
            <a:off x="99303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1" name="Shape 1929"/>
          <p:cNvSpPr/>
          <p:nvPr/>
        </p:nvSpPr>
        <p:spPr>
          <a:xfrm>
            <a:off x="100401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2" name="Shape 1930"/>
          <p:cNvSpPr/>
          <p:nvPr/>
        </p:nvSpPr>
        <p:spPr>
          <a:xfrm>
            <a:off x="101498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3" name="Shape 1931"/>
          <p:cNvSpPr/>
          <p:nvPr/>
        </p:nvSpPr>
        <p:spPr>
          <a:xfrm>
            <a:off x="102595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4" name="Shape 1932"/>
          <p:cNvSpPr/>
          <p:nvPr/>
        </p:nvSpPr>
        <p:spPr>
          <a:xfrm>
            <a:off x="103692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5" name="Shape 1933"/>
          <p:cNvSpPr/>
          <p:nvPr/>
        </p:nvSpPr>
        <p:spPr>
          <a:xfrm>
            <a:off x="104790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6" name="Shape 1934"/>
          <p:cNvSpPr/>
          <p:nvPr/>
        </p:nvSpPr>
        <p:spPr>
          <a:xfrm>
            <a:off x="105887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7" name="Shape 1935"/>
          <p:cNvSpPr/>
          <p:nvPr/>
        </p:nvSpPr>
        <p:spPr>
          <a:xfrm>
            <a:off x="106984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8" name="Shape 1936"/>
          <p:cNvSpPr/>
          <p:nvPr/>
        </p:nvSpPr>
        <p:spPr>
          <a:xfrm>
            <a:off x="108082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9" name="Shape 1937"/>
          <p:cNvSpPr/>
          <p:nvPr/>
        </p:nvSpPr>
        <p:spPr>
          <a:xfrm>
            <a:off x="109179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0" name="Shape 1938"/>
          <p:cNvSpPr/>
          <p:nvPr/>
        </p:nvSpPr>
        <p:spPr>
          <a:xfrm>
            <a:off x="110276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1" name="Shape 1939"/>
          <p:cNvSpPr/>
          <p:nvPr/>
        </p:nvSpPr>
        <p:spPr>
          <a:xfrm>
            <a:off x="111373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2" name="Shape 1940"/>
          <p:cNvSpPr/>
          <p:nvPr/>
        </p:nvSpPr>
        <p:spPr>
          <a:xfrm>
            <a:off x="112471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3" name="Shape 1941"/>
          <p:cNvSpPr/>
          <p:nvPr/>
        </p:nvSpPr>
        <p:spPr>
          <a:xfrm>
            <a:off x="113568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4" name="Shape 1942"/>
          <p:cNvSpPr/>
          <p:nvPr/>
        </p:nvSpPr>
        <p:spPr>
          <a:xfrm>
            <a:off x="114665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5" name="Shape 1943"/>
          <p:cNvSpPr/>
          <p:nvPr/>
        </p:nvSpPr>
        <p:spPr>
          <a:xfrm>
            <a:off x="115763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6" name="Shape 1944"/>
          <p:cNvSpPr/>
          <p:nvPr/>
        </p:nvSpPr>
        <p:spPr>
          <a:xfrm>
            <a:off x="116860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7" name="Shape 1945"/>
          <p:cNvSpPr/>
          <p:nvPr/>
        </p:nvSpPr>
        <p:spPr>
          <a:xfrm>
            <a:off x="117957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8" name="Shape 1946"/>
          <p:cNvSpPr/>
          <p:nvPr/>
        </p:nvSpPr>
        <p:spPr>
          <a:xfrm>
            <a:off x="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9" name="Shape 1947"/>
          <p:cNvSpPr/>
          <p:nvPr/>
        </p:nvSpPr>
        <p:spPr>
          <a:xfrm>
            <a:off x="1097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0" name="Shape 1948"/>
          <p:cNvSpPr/>
          <p:nvPr/>
        </p:nvSpPr>
        <p:spPr>
          <a:xfrm>
            <a:off x="2194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1" name="Shape 1949"/>
          <p:cNvSpPr/>
          <p:nvPr/>
        </p:nvSpPr>
        <p:spPr>
          <a:xfrm>
            <a:off x="3291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2" name="Shape 1950"/>
          <p:cNvSpPr/>
          <p:nvPr/>
        </p:nvSpPr>
        <p:spPr>
          <a:xfrm>
            <a:off x="4389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3" name="Shape 1951"/>
          <p:cNvSpPr/>
          <p:nvPr/>
        </p:nvSpPr>
        <p:spPr>
          <a:xfrm>
            <a:off x="5486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4" name="Shape 1952"/>
          <p:cNvSpPr/>
          <p:nvPr/>
        </p:nvSpPr>
        <p:spPr>
          <a:xfrm>
            <a:off x="6583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5" name="Shape 1953"/>
          <p:cNvSpPr/>
          <p:nvPr/>
        </p:nvSpPr>
        <p:spPr>
          <a:xfrm>
            <a:off x="7680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6" name="Shape 1954"/>
          <p:cNvSpPr/>
          <p:nvPr/>
        </p:nvSpPr>
        <p:spPr>
          <a:xfrm>
            <a:off x="8778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7" name="Shape 1955"/>
          <p:cNvSpPr/>
          <p:nvPr/>
        </p:nvSpPr>
        <p:spPr>
          <a:xfrm>
            <a:off x="9875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8" name="Shape 1956"/>
          <p:cNvSpPr/>
          <p:nvPr/>
        </p:nvSpPr>
        <p:spPr>
          <a:xfrm>
            <a:off x="10972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9" name="Shape 1957"/>
          <p:cNvSpPr/>
          <p:nvPr/>
        </p:nvSpPr>
        <p:spPr>
          <a:xfrm>
            <a:off x="12070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0" name="Shape 1958"/>
          <p:cNvSpPr/>
          <p:nvPr/>
        </p:nvSpPr>
        <p:spPr>
          <a:xfrm>
            <a:off x="13167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1" name="Shape 1959"/>
          <p:cNvSpPr/>
          <p:nvPr/>
        </p:nvSpPr>
        <p:spPr>
          <a:xfrm>
            <a:off x="14264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2" name="Shape 1960"/>
          <p:cNvSpPr/>
          <p:nvPr/>
        </p:nvSpPr>
        <p:spPr>
          <a:xfrm>
            <a:off x="15361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3" name="Shape 1961"/>
          <p:cNvSpPr/>
          <p:nvPr/>
        </p:nvSpPr>
        <p:spPr>
          <a:xfrm>
            <a:off x="16459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4" name="Shape 1962"/>
          <p:cNvSpPr/>
          <p:nvPr/>
        </p:nvSpPr>
        <p:spPr>
          <a:xfrm>
            <a:off x="17556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5" name="Shape 1963"/>
          <p:cNvSpPr/>
          <p:nvPr/>
        </p:nvSpPr>
        <p:spPr>
          <a:xfrm>
            <a:off x="18653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6" name="Shape 1964"/>
          <p:cNvSpPr/>
          <p:nvPr/>
        </p:nvSpPr>
        <p:spPr>
          <a:xfrm>
            <a:off x="19751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7" name="Shape 1965"/>
          <p:cNvSpPr/>
          <p:nvPr/>
        </p:nvSpPr>
        <p:spPr>
          <a:xfrm>
            <a:off x="20848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8" name="Shape 1966"/>
          <p:cNvSpPr/>
          <p:nvPr/>
        </p:nvSpPr>
        <p:spPr>
          <a:xfrm>
            <a:off x="21945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9" name="Shape 1967"/>
          <p:cNvSpPr/>
          <p:nvPr/>
        </p:nvSpPr>
        <p:spPr>
          <a:xfrm>
            <a:off x="23042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0" name="Shape 1968"/>
          <p:cNvSpPr/>
          <p:nvPr/>
        </p:nvSpPr>
        <p:spPr>
          <a:xfrm>
            <a:off x="24140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1" name="Shape 1969"/>
          <p:cNvSpPr/>
          <p:nvPr/>
        </p:nvSpPr>
        <p:spPr>
          <a:xfrm>
            <a:off x="25237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2" name="Shape 1970"/>
          <p:cNvSpPr/>
          <p:nvPr/>
        </p:nvSpPr>
        <p:spPr>
          <a:xfrm>
            <a:off x="26334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3" name="Shape 1971"/>
          <p:cNvSpPr/>
          <p:nvPr/>
        </p:nvSpPr>
        <p:spPr>
          <a:xfrm>
            <a:off x="27432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4" name="Shape 1972"/>
          <p:cNvSpPr/>
          <p:nvPr/>
        </p:nvSpPr>
        <p:spPr>
          <a:xfrm>
            <a:off x="28529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5" name="Shape 1973"/>
          <p:cNvSpPr/>
          <p:nvPr/>
        </p:nvSpPr>
        <p:spPr>
          <a:xfrm>
            <a:off x="29626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6" name="Shape 1974"/>
          <p:cNvSpPr/>
          <p:nvPr/>
        </p:nvSpPr>
        <p:spPr>
          <a:xfrm>
            <a:off x="30723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7" name="Shape 1975"/>
          <p:cNvSpPr/>
          <p:nvPr/>
        </p:nvSpPr>
        <p:spPr>
          <a:xfrm>
            <a:off x="31821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8" name="Shape 1976"/>
          <p:cNvSpPr/>
          <p:nvPr/>
        </p:nvSpPr>
        <p:spPr>
          <a:xfrm>
            <a:off x="32918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9" name="Shape 1977"/>
          <p:cNvSpPr/>
          <p:nvPr/>
        </p:nvSpPr>
        <p:spPr>
          <a:xfrm>
            <a:off x="34015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0" name="Shape 1978"/>
          <p:cNvSpPr/>
          <p:nvPr/>
        </p:nvSpPr>
        <p:spPr>
          <a:xfrm>
            <a:off x="35112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1" name="Shape 1979"/>
          <p:cNvSpPr/>
          <p:nvPr/>
        </p:nvSpPr>
        <p:spPr>
          <a:xfrm>
            <a:off x="36210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2" name="Shape 1980"/>
          <p:cNvSpPr/>
          <p:nvPr/>
        </p:nvSpPr>
        <p:spPr>
          <a:xfrm>
            <a:off x="37307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3" name="Shape 1981"/>
          <p:cNvSpPr/>
          <p:nvPr/>
        </p:nvSpPr>
        <p:spPr>
          <a:xfrm>
            <a:off x="38404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4" name="Shape 1982"/>
          <p:cNvSpPr/>
          <p:nvPr/>
        </p:nvSpPr>
        <p:spPr>
          <a:xfrm>
            <a:off x="39502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5" name="Shape 1983"/>
          <p:cNvSpPr/>
          <p:nvPr/>
        </p:nvSpPr>
        <p:spPr>
          <a:xfrm>
            <a:off x="40599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6" name="Shape 1984"/>
          <p:cNvSpPr/>
          <p:nvPr/>
        </p:nvSpPr>
        <p:spPr>
          <a:xfrm>
            <a:off x="41696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7" name="Shape 1985"/>
          <p:cNvSpPr/>
          <p:nvPr/>
        </p:nvSpPr>
        <p:spPr>
          <a:xfrm>
            <a:off x="42793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8" name="Shape 1986"/>
          <p:cNvSpPr/>
          <p:nvPr/>
        </p:nvSpPr>
        <p:spPr>
          <a:xfrm>
            <a:off x="43891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9" name="Shape 1987"/>
          <p:cNvSpPr/>
          <p:nvPr/>
        </p:nvSpPr>
        <p:spPr>
          <a:xfrm>
            <a:off x="44988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0" name="Shape 1988"/>
          <p:cNvSpPr/>
          <p:nvPr/>
        </p:nvSpPr>
        <p:spPr>
          <a:xfrm>
            <a:off x="46085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1" name="Shape 1989"/>
          <p:cNvSpPr/>
          <p:nvPr/>
        </p:nvSpPr>
        <p:spPr>
          <a:xfrm>
            <a:off x="47183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2" name="Shape 1990"/>
          <p:cNvSpPr/>
          <p:nvPr/>
        </p:nvSpPr>
        <p:spPr>
          <a:xfrm>
            <a:off x="48280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3" name="Shape 1991"/>
          <p:cNvSpPr/>
          <p:nvPr/>
        </p:nvSpPr>
        <p:spPr>
          <a:xfrm>
            <a:off x="49377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4" name="Shape 1992"/>
          <p:cNvSpPr/>
          <p:nvPr/>
        </p:nvSpPr>
        <p:spPr>
          <a:xfrm>
            <a:off x="50474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5" name="Shape 1993"/>
          <p:cNvSpPr/>
          <p:nvPr/>
        </p:nvSpPr>
        <p:spPr>
          <a:xfrm>
            <a:off x="51572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6" name="Shape 1994"/>
          <p:cNvSpPr/>
          <p:nvPr/>
        </p:nvSpPr>
        <p:spPr>
          <a:xfrm>
            <a:off x="52669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7" name="Shape 1995"/>
          <p:cNvSpPr/>
          <p:nvPr/>
        </p:nvSpPr>
        <p:spPr>
          <a:xfrm>
            <a:off x="53766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8" name="Shape 1996"/>
          <p:cNvSpPr/>
          <p:nvPr/>
        </p:nvSpPr>
        <p:spPr>
          <a:xfrm>
            <a:off x="54864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9" name="Shape 1997"/>
          <p:cNvSpPr/>
          <p:nvPr/>
        </p:nvSpPr>
        <p:spPr>
          <a:xfrm>
            <a:off x="55961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0" name="Shape 1998"/>
          <p:cNvSpPr/>
          <p:nvPr/>
        </p:nvSpPr>
        <p:spPr>
          <a:xfrm>
            <a:off x="57058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1" name="Shape 1999"/>
          <p:cNvSpPr/>
          <p:nvPr/>
        </p:nvSpPr>
        <p:spPr>
          <a:xfrm>
            <a:off x="58155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2" name="Shape 2000"/>
          <p:cNvSpPr/>
          <p:nvPr/>
        </p:nvSpPr>
        <p:spPr>
          <a:xfrm>
            <a:off x="59253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3" name="Shape 2001"/>
          <p:cNvSpPr/>
          <p:nvPr/>
        </p:nvSpPr>
        <p:spPr>
          <a:xfrm>
            <a:off x="60350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4" name="Shape 2002"/>
          <p:cNvSpPr/>
          <p:nvPr/>
        </p:nvSpPr>
        <p:spPr>
          <a:xfrm>
            <a:off x="61447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5" name="Shape 2003"/>
          <p:cNvSpPr/>
          <p:nvPr/>
        </p:nvSpPr>
        <p:spPr>
          <a:xfrm>
            <a:off x="62544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6" name="Shape 2004"/>
          <p:cNvSpPr/>
          <p:nvPr/>
        </p:nvSpPr>
        <p:spPr>
          <a:xfrm>
            <a:off x="63642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7" name="Shape 2005"/>
          <p:cNvSpPr/>
          <p:nvPr/>
        </p:nvSpPr>
        <p:spPr>
          <a:xfrm>
            <a:off x="64739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8" name="Shape 2006"/>
          <p:cNvSpPr/>
          <p:nvPr/>
        </p:nvSpPr>
        <p:spPr>
          <a:xfrm>
            <a:off x="65836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9" name="Shape 2007"/>
          <p:cNvSpPr/>
          <p:nvPr/>
        </p:nvSpPr>
        <p:spPr>
          <a:xfrm>
            <a:off x="66934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0" name="Shape 2008"/>
          <p:cNvSpPr/>
          <p:nvPr/>
        </p:nvSpPr>
        <p:spPr>
          <a:xfrm>
            <a:off x="68031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1" name="Shape 2009"/>
          <p:cNvSpPr/>
          <p:nvPr/>
        </p:nvSpPr>
        <p:spPr>
          <a:xfrm>
            <a:off x="69128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2" name="Shape 2010"/>
          <p:cNvSpPr/>
          <p:nvPr/>
        </p:nvSpPr>
        <p:spPr>
          <a:xfrm>
            <a:off x="70225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3" name="Shape 2011"/>
          <p:cNvSpPr/>
          <p:nvPr/>
        </p:nvSpPr>
        <p:spPr>
          <a:xfrm>
            <a:off x="71323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4" name="Shape 2012"/>
          <p:cNvSpPr/>
          <p:nvPr/>
        </p:nvSpPr>
        <p:spPr>
          <a:xfrm>
            <a:off x="72420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5" name="Shape 2013"/>
          <p:cNvSpPr/>
          <p:nvPr/>
        </p:nvSpPr>
        <p:spPr>
          <a:xfrm>
            <a:off x="73517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6" name="Shape 2014"/>
          <p:cNvSpPr/>
          <p:nvPr/>
        </p:nvSpPr>
        <p:spPr>
          <a:xfrm>
            <a:off x="74615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7" name="Shape 2015"/>
          <p:cNvSpPr/>
          <p:nvPr/>
        </p:nvSpPr>
        <p:spPr>
          <a:xfrm>
            <a:off x="75712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8" name="Shape 2016"/>
          <p:cNvSpPr/>
          <p:nvPr/>
        </p:nvSpPr>
        <p:spPr>
          <a:xfrm>
            <a:off x="76809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9" name="Shape 2017"/>
          <p:cNvSpPr/>
          <p:nvPr/>
        </p:nvSpPr>
        <p:spPr>
          <a:xfrm>
            <a:off x="77906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0" name="Shape 2018"/>
          <p:cNvSpPr/>
          <p:nvPr/>
        </p:nvSpPr>
        <p:spPr>
          <a:xfrm>
            <a:off x="79004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1" name="Shape 2019"/>
          <p:cNvSpPr/>
          <p:nvPr/>
        </p:nvSpPr>
        <p:spPr>
          <a:xfrm>
            <a:off x="80101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2" name="Shape 2020"/>
          <p:cNvSpPr/>
          <p:nvPr/>
        </p:nvSpPr>
        <p:spPr>
          <a:xfrm>
            <a:off x="81198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3" name="Shape 2021"/>
          <p:cNvSpPr/>
          <p:nvPr/>
        </p:nvSpPr>
        <p:spPr>
          <a:xfrm>
            <a:off x="82296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4" name="Shape 2022"/>
          <p:cNvSpPr/>
          <p:nvPr/>
        </p:nvSpPr>
        <p:spPr>
          <a:xfrm>
            <a:off x="83393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5" name="Shape 2023"/>
          <p:cNvSpPr/>
          <p:nvPr/>
        </p:nvSpPr>
        <p:spPr>
          <a:xfrm>
            <a:off x="84490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6" name="Shape 2024"/>
          <p:cNvSpPr/>
          <p:nvPr/>
        </p:nvSpPr>
        <p:spPr>
          <a:xfrm>
            <a:off x="85587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7" name="Shape 2025"/>
          <p:cNvSpPr/>
          <p:nvPr/>
        </p:nvSpPr>
        <p:spPr>
          <a:xfrm>
            <a:off x="86685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8" name="Shape 2026"/>
          <p:cNvSpPr/>
          <p:nvPr/>
        </p:nvSpPr>
        <p:spPr>
          <a:xfrm>
            <a:off x="87782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9" name="Shape 2027"/>
          <p:cNvSpPr/>
          <p:nvPr/>
        </p:nvSpPr>
        <p:spPr>
          <a:xfrm>
            <a:off x="88879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0" name="Shape 2028"/>
          <p:cNvSpPr/>
          <p:nvPr/>
        </p:nvSpPr>
        <p:spPr>
          <a:xfrm>
            <a:off x="89976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1" name="Shape 2029"/>
          <p:cNvSpPr/>
          <p:nvPr/>
        </p:nvSpPr>
        <p:spPr>
          <a:xfrm>
            <a:off x="91074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2" name="Shape 2030"/>
          <p:cNvSpPr/>
          <p:nvPr/>
        </p:nvSpPr>
        <p:spPr>
          <a:xfrm>
            <a:off x="92171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3" name="Shape 2031"/>
          <p:cNvSpPr/>
          <p:nvPr/>
        </p:nvSpPr>
        <p:spPr>
          <a:xfrm>
            <a:off x="93268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4" name="Shape 2032"/>
          <p:cNvSpPr/>
          <p:nvPr/>
        </p:nvSpPr>
        <p:spPr>
          <a:xfrm>
            <a:off x="94366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5" name="Shape 2033"/>
          <p:cNvSpPr/>
          <p:nvPr/>
        </p:nvSpPr>
        <p:spPr>
          <a:xfrm>
            <a:off x="95463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6" name="Shape 2034"/>
          <p:cNvSpPr/>
          <p:nvPr/>
        </p:nvSpPr>
        <p:spPr>
          <a:xfrm>
            <a:off x="96560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7" name="Shape 2035"/>
          <p:cNvSpPr/>
          <p:nvPr/>
        </p:nvSpPr>
        <p:spPr>
          <a:xfrm>
            <a:off x="97657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8" name="Shape 2036"/>
          <p:cNvSpPr/>
          <p:nvPr/>
        </p:nvSpPr>
        <p:spPr>
          <a:xfrm>
            <a:off x="98755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9" name="Shape 2037"/>
          <p:cNvSpPr/>
          <p:nvPr/>
        </p:nvSpPr>
        <p:spPr>
          <a:xfrm>
            <a:off x="99852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0" name="Shape 2038"/>
          <p:cNvSpPr/>
          <p:nvPr/>
        </p:nvSpPr>
        <p:spPr>
          <a:xfrm>
            <a:off x="100949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1" name="Shape 2039"/>
          <p:cNvSpPr/>
          <p:nvPr/>
        </p:nvSpPr>
        <p:spPr>
          <a:xfrm>
            <a:off x="102047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2" name="Shape 2040"/>
          <p:cNvSpPr/>
          <p:nvPr/>
        </p:nvSpPr>
        <p:spPr>
          <a:xfrm>
            <a:off x="103144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3" name="Shape 2041"/>
          <p:cNvSpPr/>
          <p:nvPr/>
        </p:nvSpPr>
        <p:spPr>
          <a:xfrm>
            <a:off x="104241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4" name="Shape 2042"/>
          <p:cNvSpPr/>
          <p:nvPr/>
        </p:nvSpPr>
        <p:spPr>
          <a:xfrm>
            <a:off x="105338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5" name="Shape 2043"/>
          <p:cNvSpPr/>
          <p:nvPr/>
        </p:nvSpPr>
        <p:spPr>
          <a:xfrm>
            <a:off x="106436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6" name="Shape 2044"/>
          <p:cNvSpPr/>
          <p:nvPr/>
        </p:nvSpPr>
        <p:spPr>
          <a:xfrm>
            <a:off x="107533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7" name="Shape 2045"/>
          <p:cNvSpPr/>
          <p:nvPr/>
        </p:nvSpPr>
        <p:spPr>
          <a:xfrm>
            <a:off x="108630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8" name="Shape 2046"/>
          <p:cNvSpPr/>
          <p:nvPr/>
        </p:nvSpPr>
        <p:spPr>
          <a:xfrm>
            <a:off x="109728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9" name="Shape 2047"/>
          <p:cNvSpPr/>
          <p:nvPr/>
        </p:nvSpPr>
        <p:spPr>
          <a:xfrm>
            <a:off x="110825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0" name="Shape 2048"/>
          <p:cNvSpPr/>
          <p:nvPr/>
        </p:nvSpPr>
        <p:spPr>
          <a:xfrm>
            <a:off x="111922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1" name="Shape 2049"/>
          <p:cNvSpPr/>
          <p:nvPr/>
        </p:nvSpPr>
        <p:spPr>
          <a:xfrm>
            <a:off x="113019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2" name="Shape 2050"/>
          <p:cNvSpPr/>
          <p:nvPr/>
        </p:nvSpPr>
        <p:spPr>
          <a:xfrm>
            <a:off x="114117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3" name="Shape 2051"/>
          <p:cNvSpPr/>
          <p:nvPr/>
        </p:nvSpPr>
        <p:spPr>
          <a:xfrm>
            <a:off x="115214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4" name="Shape 2052"/>
          <p:cNvSpPr/>
          <p:nvPr/>
        </p:nvSpPr>
        <p:spPr>
          <a:xfrm>
            <a:off x="116311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5" name="Shape 2053"/>
          <p:cNvSpPr/>
          <p:nvPr/>
        </p:nvSpPr>
        <p:spPr>
          <a:xfrm>
            <a:off x="117408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6" name="Shape 2054"/>
          <p:cNvSpPr/>
          <p:nvPr/>
        </p:nvSpPr>
        <p:spPr>
          <a:xfrm>
            <a:off x="548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7" name="Shape 2055"/>
          <p:cNvSpPr/>
          <p:nvPr/>
        </p:nvSpPr>
        <p:spPr>
          <a:xfrm>
            <a:off x="1645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8" name="Shape 2056"/>
          <p:cNvSpPr/>
          <p:nvPr/>
        </p:nvSpPr>
        <p:spPr>
          <a:xfrm>
            <a:off x="2743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9" name="Shape 2057"/>
          <p:cNvSpPr/>
          <p:nvPr/>
        </p:nvSpPr>
        <p:spPr>
          <a:xfrm>
            <a:off x="3840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0" name="Shape 2058"/>
          <p:cNvSpPr/>
          <p:nvPr/>
        </p:nvSpPr>
        <p:spPr>
          <a:xfrm>
            <a:off x="4937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1" name="Shape 2059"/>
          <p:cNvSpPr/>
          <p:nvPr/>
        </p:nvSpPr>
        <p:spPr>
          <a:xfrm>
            <a:off x="6035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2" name="Shape 2060"/>
          <p:cNvSpPr/>
          <p:nvPr/>
        </p:nvSpPr>
        <p:spPr>
          <a:xfrm>
            <a:off x="7132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3" name="Shape 2061"/>
          <p:cNvSpPr/>
          <p:nvPr/>
        </p:nvSpPr>
        <p:spPr>
          <a:xfrm>
            <a:off x="8229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4" name="Shape 2062"/>
          <p:cNvSpPr/>
          <p:nvPr/>
        </p:nvSpPr>
        <p:spPr>
          <a:xfrm>
            <a:off x="9326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5" name="Shape 2063"/>
          <p:cNvSpPr/>
          <p:nvPr/>
        </p:nvSpPr>
        <p:spPr>
          <a:xfrm>
            <a:off x="10424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6" name="Shape 2064"/>
          <p:cNvSpPr/>
          <p:nvPr/>
        </p:nvSpPr>
        <p:spPr>
          <a:xfrm>
            <a:off x="11521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7" name="Shape 2065"/>
          <p:cNvSpPr/>
          <p:nvPr/>
        </p:nvSpPr>
        <p:spPr>
          <a:xfrm>
            <a:off x="12618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8" name="Shape 2066"/>
          <p:cNvSpPr/>
          <p:nvPr/>
        </p:nvSpPr>
        <p:spPr>
          <a:xfrm>
            <a:off x="13716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9" name="Shape 2067"/>
          <p:cNvSpPr/>
          <p:nvPr/>
        </p:nvSpPr>
        <p:spPr>
          <a:xfrm>
            <a:off x="14813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0" name="Shape 2068"/>
          <p:cNvSpPr/>
          <p:nvPr/>
        </p:nvSpPr>
        <p:spPr>
          <a:xfrm>
            <a:off x="15910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1" name="Shape 2069"/>
          <p:cNvSpPr/>
          <p:nvPr/>
        </p:nvSpPr>
        <p:spPr>
          <a:xfrm>
            <a:off x="17007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2" name="Shape 2070"/>
          <p:cNvSpPr/>
          <p:nvPr/>
        </p:nvSpPr>
        <p:spPr>
          <a:xfrm>
            <a:off x="18105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3" name="Shape 2071"/>
          <p:cNvSpPr/>
          <p:nvPr/>
        </p:nvSpPr>
        <p:spPr>
          <a:xfrm>
            <a:off x="19202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4" name="Shape 2072"/>
          <p:cNvSpPr/>
          <p:nvPr/>
        </p:nvSpPr>
        <p:spPr>
          <a:xfrm>
            <a:off x="20299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5" name="Shape 2073"/>
          <p:cNvSpPr/>
          <p:nvPr/>
        </p:nvSpPr>
        <p:spPr>
          <a:xfrm>
            <a:off x="21396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6" name="Shape 2074"/>
          <p:cNvSpPr/>
          <p:nvPr/>
        </p:nvSpPr>
        <p:spPr>
          <a:xfrm>
            <a:off x="22494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7" name="Shape 2075"/>
          <p:cNvSpPr/>
          <p:nvPr/>
        </p:nvSpPr>
        <p:spPr>
          <a:xfrm>
            <a:off x="23591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8" name="Shape 2076"/>
          <p:cNvSpPr/>
          <p:nvPr/>
        </p:nvSpPr>
        <p:spPr>
          <a:xfrm>
            <a:off x="24688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9" name="Shape 2077"/>
          <p:cNvSpPr/>
          <p:nvPr/>
        </p:nvSpPr>
        <p:spPr>
          <a:xfrm>
            <a:off x="25786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0" name="Shape 2078"/>
          <p:cNvSpPr/>
          <p:nvPr/>
        </p:nvSpPr>
        <p:spPr>
          <a:xfrm>
            <a:off x="26883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1" name="Shape 2079"/>
          <p:cNvSpPr/>
          <p:nvPr/>
        </p:nvSpPr>
        <p:spPr>
          <a:xfrm>
            <a:off x="27980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2" name="Shape 2080"/>
          <p:cNvSpPr/>
          <p:nvPr/>
        </p:nvSpPr>
        <p:spPr>
          <a:xfrm>
            <a:off x="29077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3" name="Shape 2081"/>
          <p:cNvSpPr/>
          <p:nvPr/>
        </p:nvSpPr>
        <p:spPr>
          <a:xfrm>
            <a:off x="30175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4" name="Shape 2082"/>
          <p:cNvSpPr/>
          <p:nvPr/>
        </p:nvSpPr>
        <p:spPr>
          <a:xfrm>
            <a:off x="31272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5" name="Shape 2083"/>
          <p:cNvSpPr/>
          <p:nvPr/>
        </p:nvSpPr>
        <p:spPr>
          <a:xfrm>
            <a:off x="32369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6" name="Shape 2084"/>
          <p:cNvSpPr/>
          <p:nvPr/>
        </p:nvSpPr>
        <p:spPr>
          <a:xfrm>
            <a:off x="33467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7" name="Shape 2085"/>
          <p:cNvSpPr/>
          <p:nvPr/>
        </p:nvSpPr>
        <p:spPr>
          <a:xfrm>
            <a:off x="34564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8" name="Shape 2086"/>
          <p:cNvSpPr/>
          <p:nvPr/>
        </p:nvSpPr>
        <p:spPr>
          <a:xfrm>
            <a:off x="35661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9" name="Shape 2087"/>
          <p:cNvSpPr/>
          <p:nvPr/>
        </p:nvSpPr>
        <p:spPr>
          <a:xfrm>
            <a:off x="36758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0" name="Shape 2088"/>
          <p:cNvSpPr/>
          <p:nvPr/>
        </p:nvSpPr>
        <p:spPr>
          <a:xfrm>
            <a:off x="37856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1" name="Shape 2089"/>
          <p:cNvSpPr/>
          <p:nvPr/>
        </p:nvSpPr>
        <p:spPr>
          <a:xfrm>
            <a:off x="38953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2" name="Shape 2090"/>
          <p:cNvSpPr/>
          <p:nvPr/>
        </p:nvSpPr>
        <p:spPr>
          <a:xfrm>
            <a:off x="40050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3" name="Shape 2091"/>
          <p:cNvSpPr/>
          <p:nvPr/>
        </p:nvSpPr>
        <p:spPr>
          <a:xfrm>
            <a:off x="41148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4" name="Shape 2092"/>
          <p:cNvSpPr/>
          <p:nvPr/>
        </p:nvSpPr>
        <p:spPr>
          <a:xfrm>
            <a:off x="42245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5" name="Shape 2093"/>
          <p:cNvSpPr/>
          <p:nvPr/>
        </p:nvSpPr>
        <p:spPr>
          <a:xfrm>
            <a:off x="43342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6" name="Shape 2094"/>
          <p:cNvSpPr/>
          <p:nvPr/>
        </p:nvSpPr>
        <p:spPr>
          <a:xfrm>
            <a:off x="44439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7" name="Shape 2095"/>
          <p:cNvSpPr/>
          <p:nvPr/>
        </p:nvSpPr>
        <p:spPr>
          <a:xfrm>
            <a:off x="45537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8" name="Shape 2096"/>
          <p:cNvSpPr/>
          <p:nvPr/>
        </p:nvSpPr>
        <p:spPr>
          <a:xfrm>
            <a:off x="46634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9" name="Shape 2097"/>
          <p:cNvSpPr/>
          <p:nvPr/>
        </p:nvSpPr>
        <p:spPr>
          <a:xfrm>
            <a:off x="47731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0" name="Shape 2098"/>
          <p:cNvSpPr/>
          <p:nvPr/>
        </p:nvSpPr>
        <p:spPr>
          <a:xfrm>
            <a:off x="48828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1" name="Shape 2099"/>
          <p:cNvSpPr/>
          <p:nvPr/>
        </p:nvSpPr>
        <p:spPr>
          <a:xfrm>
            <a:off x="49926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2" name="Shape 2100"/>
          <p:cNvSpPr/>
          <p:nvPr/>
        </p:nvSpPr>
        <p:spPr>
          <a:xfrm>
            <a:off x="51023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3" name="Shape 2101"/>
          <p:cNvSpPr/>
          <p:nvPr/>
        </p:nvSpPr>
        <p:spPr>
          <a:xfrm>
            <a:off x="52120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4" name="Shape 2102"/>
          <p:cNvSpPr/>
          <p:nvPr/>
        </p:nvSpPr>
        <p:spPr>
          <a:xfrm>
            <a:off x="53218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5" name="Shape 2103"/>
          <p:cNvSpPr/>
          <p:nvPr/>
        </p:nvSpPr>
        <p:spPr>
          <a:xfrm>
            <a:off x="54315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6" name="Shape 2104"/>
          <p:cNvSpPr/>
          <p:nvPr/>
        </p:nvSpPr>
        <p:spPr>
          <a:xfrm>
            <a:off x="55412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7" name="Shape 2105"/>
          <p:cNvSpPr/>
          <p:nvPr/>
        </p:nvSpPr>
        <p:spPr>
          <a:xfrm>
            <a:off x="56509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8" name="Shape 2106"/>
          <p:cNvSpPr/>
          <p:nvPr/>
        </p:nvSpPr>
        <p:spPr>
          <a:xfrm>
            <a:off x="57607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9" name="Shape 2107"/>
          <p:cNvSpPr/>
          <p:nvPr/>
        </p:nvSpPr>
        <p:spPr>
          <a:xfrm>
            <a:off x="58704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0" name="Shape 2108"/>
          <p:cNvSpPr/>
          <p:nvPr/>
        </p:nvSpPr>
        <p:spPr>
          <a:xfrm>
            <a:off x="59801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1" name="Shape 2109"/>
          <p:cNvSpPr/>
          <p:nvPr/>
        </p:nvSpPr>
        <p:spPr>
          <a:xfrm>
            <a:off x="60899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2" name="Shape 2110"/>
          <p:cNvSpPr/>
          <p:nvPr/>
        </p:nvSpPr>
        <p:spPr>
          <a:xfrm>
            <a:off x="61996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3" name="Shape 2111"/>
          <p:cNvSpPr/>
          <p:nvPr/>
        </p:nvSpPr>
        <p:spPr>
          <a:xfrm>
            <a:off x="63093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4" name="Shape 2112"/>
          <p:cNvSpPr/>
          <p:nvPr/>
        </p:nvSpPr>
        <p:spPr>
          <a:xfrm>
            <a:off x="64190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5" name="Shape 2113"/>
          <p:cNvSpPr/>
          <p:nvPr/>
        </p:nvSpPr>
        <p:spPr>
          <a:xfrm>
            <a:off x="65288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6" name="Shape 2114"/>
          <p:cNvSpPr/>
          <p:nvPr/>
        </p:nvSpPr>
        <p:spPr>
          <a:xfrm>
            <a:off x="66385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7" name="Shape 2115"/>
          <p:cNvSpPr/>
          <p:nvPr/>
        </p:nvSpPr>
        <p:spPr>
          <a:xfrm>
            <a:off x="67482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8" name="Shape 2116"/>
          <p:cNvSpPr/>
          <p:nvPr/>
        </p:nvSpPr>
        <p:spPr>
          <a:xfrm>
            <a:off x="68580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9" name="Shape 2117"/>
          <p:cNvSpPr/>
          <p:nvPr/>
        </p:nvSpPr>
        <p:spPr>
          <a:xfrm>
            <a:off x="69677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0" name="Shape 2118"/>
          <p:cNvSpPr/>
          <p:nvPr/>
        </p:nvSpPr>
        <p:spPr>
          <a:xfrm>
            <a:off x="70774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1" name="Shape 2119"/>
          <p:cNvSpPr/>
          <p:nvPr/>
        </p:nvSpPr>
        <p:spPr>
          <a:xfrm>
            <a:off x="71871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2" name="Shape 2120"/>
          <p:cNvSpPr/>
          <p:nvPr/>
        </p:nvSpPr>
        <p:spPr>
          <a:xfrm>
            <a:off x="72969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3" name="Shape 2121"/>
          <p:cNvSpPr/>
          <p:nvPr/>
        </p:nvSpPr>
        <p:spPr>
          <a:xfrm>
            <a:off x="74066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4" name="Shape 2122"/>
          <p:cNvSpPr/>
          <p:nvPr/>
        </p:nvSpPr>
        <p:spPr>
          <a:xfrm>
            <a:off x="75163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5" name="Shape 2123"/>
          <p:cNvSpPr/>
          <p:nvPr/>
        </p:nvSpPr>
        <p:spPr>
          <a:xfrm>
            <a:off x="76260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6" name="Shape 2124"/>
          <p:cNvSpPr/>
          <p:nvPr/>
        </p:nvSpPr>
        <p:spPr>
          <a:xfrm>
            <a:off x="77358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7" name="Shape 2125"/>
          <p:cNvSpPr/>
          <p:nvPr/>
        </p:nvSpPr>
        <p:spPr>
          <a:xfrm>
            <a:off x="78455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8" name="Shape 2126"/>
          <p:cNvSpPr/>
          <p:nvPr/>
        </p:nvSpPr>
        <p:spPr>
          <a:xfrm>
            <a:off x="79552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9" name="Shape 2127"/>
          <p:cNvSpPr/>
          <p:nvPr/>
        </p:nvSpPr>
        <p:spPr>
          <a:xfrm>
            <a:off x="80650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0" name="Shape 2128"/>
          <p:cNvSpPr/>
          <p:nvPr/>
        </p:nvSpPr>
        <p:spPr>
          <a:xfrm>
            <a:off x="81747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1" name="Shape 2129"/>
          <p:cNvSpPr/>
          <p:nvPr/>
        </p:nvSpPr>
        <p:spPr>
          <a:xfrm>
            <a:off x="82844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2" name="Shape 2130"/>
          <p:cNvSpPr/>
          <p:nvPr/>
        </p:nvSpPr>
        <p:spPr>
          <a:xfrm>
            <a:off x="83941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3" name="Shape 2131"/>
          <p:cNvSpPr/>
          <p:nvPr/>
        </p:nvSpPr>
        <p:spPr>
          <a:xfrm>
            <a:off x="85039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4" name="Shape 2132"/>
          <p:cNvSpPr/>
          <p:nvPr/>
        </p:nvSpPr>
        <p:spPr>
          <a:xfrm>
            <a:off x="86136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5" name="Shape 2133"/>
          <p:cNvSpPr/>
          <p:nvPr/>
        </p:nvSpPr>
        <p:spPr>
          <a:xfrm>
            <a:off x="87233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6" name="Shape 2134"/>
          <p:cNvSpPr/>
          <p:nvPr/>
        </p:nvSpPr>
        <p:spPr>
          <a:xfrm>
            <a:off x="88331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7" name="Shape 2135"/>
          <p:cNvSpPr/>
          <p:nvPr/>
        </p:nvSpPr>
        <p:spPr>
          <a:xfrm>
            <a:off x="89428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8" name="Shape 2136"/>
          <p:cNvSpPr/>
          <p:nvPr/>
        </p:nvSpPr>
        <p:spPr>
          <a:xfrm>
            <a:off x="90525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9" name="Shape 2137"/>
          <p:cNvSpPr/>
          <p:nvPr/>
        </p:nvSpPr>
        <p:spPr>
          <a:xfrm>
            <a:off x="91622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0" name="Shape 2138"/>
          <p:cNvSpPr/>
          <p:nvPr/>
        </p:nvSpPr>
        <p:spPr>
          <a:xfrm>
            <a:off x="92720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1" name="Shape 2139"/>
          <p:cNvSpPr/>
          <p:nvPr/>
        </p:nvSpPr>
        <p:spPr>
          <a:xfrm>
            <a:off x="93817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2" name="Shape 2140"/>
          <p:cNvSpPr/>
          <p:nvPr/>
        </p:nvSpPr>
        <p:spPr>
          <a:xfrm>
            <a:off x="94914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3" name="Shape 2141"/>
          <p:cNvSpPr/>
          <p:nvPr/>
        </p:nvSpPr>
        <p:spPr>
          <a:xfrm>
            <a:off x="96012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4" name="Shape 2142"/>
          <p:cNvSpPr/>
          <p:nvPr/>
        </p:nvSpPr>
        <p:spPr>
          <a:xfrm>
            <a:off x="97109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5" name="Shape 2143"/>
          <p:cNvSpPr/>
          <p:nvPr/>
        </p:nvSpPr>
        <p:spPr>
          <a:xfrm>
            <a:off x="98206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6" name="Shape 2144"/>
          <p:cNvSpPr/>
          <p:nvPr/>
        </p:nvSpPr>
        <p:spPr>
          <a:xfrm>
            <a:off x="99303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7" name="Shape 2145"/>
          <p:cNvSpPr/>
          <p:nvPr/>
        </p:nvSpPr>
        <p:spPr>
          <a:xfrm>
            <a:off x="100401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8" name="Shape 2146"/>
          <p:cNvSpPr/>
          <p:nvPr/>
        </p:nvSpPr>
        <p:spPr>
          <a:xfrm>
            <a:off x="101498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9" name="Shape 2147"/>
          <p:cNvSpPr/>
          <p:nvPr/>
        </p:nvSpPr>
        <p:spPr>
          <a:xfrm>
            <a:off x="102595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0" name="Shape 2148"/>
          <p:cNvSpPr/>
          <p:nvPr/>
        </p:nvSpPr>
        <p:spPr>
          <a:xfrm>
            <a:off x="103692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1" name="Shape 2149"/>
          <p:cNvSpPr/>
          <p:nvPr/>
        </p:nvSpPr>
        <p:spPr>
          <a:xfrm>
            <a:off x="104790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2" name="Shape 2150"/>
          <p:cNvSpPr/>
          <p:nvPr/>
        </p:nvSpPr>
        <p:spPr>
          <a:xfrm>
            <a:off x="105887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3" name="Shape 2151"/>
          <p:cNvSpPr/>
          <p:nvPr/>
        </p:nvSpPr>
        <p:spPr>
          <a:xfrm>
            <a:off x="106984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4" name="Shape 2152"/>
          <p:cNvSpPr/>
          <p:nvPr/>
        </p:nvSpPr>
        <p:spPr>
          <a:xfrm>
            <a:off x="108082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5" name="Shape 2153"/>
          <p:cNvSpPr/>
          <p:nvPr/>
        </p:nvSpPr>
        <p:spPr>
          <a:xfrm>
            <a:off x="109179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6" name="Shape 2154"/>
          <p:cNvSpPr/>
          <p:nvPr/>
        </p:nvSpPr>
        <p:spPr>
          <a:xfrm>
            <a:off x="110276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7" name="Shape 2155"/>
          <p:cNvSpPr/>
          <p:nvPr/>
        </p:nvSpPr>
        <p:spPr>
          <a:xfrm>
            <a:off x="111373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8" name="Shape 2156"/>
          <p:cNvSpPr/>
          <p:nvPr/>
        </p:nvSpPr>
        <p:spPr>
          <a:xfrm>
            <a:off x="112471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9" name="Shape 2157"/>
          <p:cNvSpPr/>
          <p:nvPr/>
        </p:nvSpPr>
        <p:spPr>
          <a:xfrm>
            <a:off x="113568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0" name="Shape 2158"/>
          <p:cNvSpPr/>
          <p:nvPr/>
        </p:nvSpPr>
        <p:spPr>
          <a:xfrm>
            <a:off x="114665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1" name="Shape 2159"/>
          <p:cNvSpPr/>
          <p:nvPr/>
        </p:nvSpPr>
        <p:spPr>
          <a:xfrm>
            <a:off x="115763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2" name="Shape 2160"/>
          <p:cNvSpPr/>
          <p:nvPr/>
        </p:nvSpPr>
        <p:spPr>
          <a:xfrm>
            <a:off x="116860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3" name="Shape 2161"/>
          <p:cNvSpPr/>
          <p:nvPr/>
        </p:nvSpPr>
        <p:spPr>
          <a:xfrm>
            <a:off x="117957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4" name="Shape 2162"/>
          <p:cNvSpPr/>
          <p:nvPr/>
        </p:nvSpPr>
        <p:spPr>
          <a:xfrm>
            <a:off x="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5" name="Shape 2163"/>
          <p:cNvSpPr/>
          <p:nvPr/>
        </p:nvSpPr>
        <p:spPr>
          <a:xfrm>
            <a:off x="1097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6" name="Shape 2164"/>
          <p:cNvSpPr/>
          <p:nvPr/>
        </p:nvSpPr>
        <p:spPr>
          <a:xfrm>
            <a:off x="2194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7" name="Shape 2165"/>
          <p:cNvSpPr/>
          <p:nvPr/>
        </p:nvSpPr>
        <p:spPr>
          <a:xfrm>
            <a:off x="3291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8" name="Shape 2166"/>
          <p:cNvSpPr/>
          <p:nvPr/>
        </p:nvSpPr>
        <p:spPr>
          <a:xfrm>
            <a:off x="4389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9" name="Shape 2167"/>
          <p:cNvSpPr/>
          <p:nvPr/>
        </p:nvSpPr>
        <p:spPr>
          <a:xfrm>
            <a:off x="5486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0" name="Shape 2168"/>
          <p:cNvSpPr/>
          <p:nvPr/>
        </p:nvSpPr>
        <p:spPr>
          <a:xfrm>
            <a:off x="6583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1" name="Shape 2169"/>
          <p:cNvSpPr/>
          <p:nvPr/>
        </p:nvSpPr>
        <p:spPr>
          <a:xfrm>
            <a:off x="7680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2" name="Shape 2170"/>
          <p:cNvSpPr/>
          <p:nvPr/>
        </p:nvSpPr>
        <p:spPr>
          <a:xfrm>
            <a:off x="8778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3" name="Shape 2171"/>
          <p:cNvSpPr/>
          <p:nvPr/>
        </p:nvSpPr>
        <p:spPr>
          <a:xfrm>
            <a:off x="9875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4" name="Shape 2172"/>
          <p:cNvSpPr/>
          <p:nvPr/>
        </p:nvSpPr>
        <p:spPr>
          <a:xfrm>
            <a:off x="10972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5" name="Shape 2173"/>
          <p:cNvSpPr/>
          <p:nvPr/>
        </p:nvSpPr>
        <p:spPr>
          <a:xfrm>
            <a:off x="12070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6" name="Shape 2174"/>
          <p:cNvSpPr/>
          <p:nvPr/>
        </p:nvSpPr>
        <p:spPr>
          <a:xfrm>
            <a:off x="13167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7" name="Shape 2175"/>
          <p:cNvSpPr/>
          <p:nvPr/>
        </p:nvSpPr>
        <p:spPr>
          <a:xfrm>
            <a:off x="14264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8" name="Shape 2176"/>
          <p:cNvSpPr/>
          <p:nvPr/>
        </p:nvSpPr>
        <p:spPr>
          <a:xfrm>
            <a:off x="15361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9" name="Shape 2177"/>
          <p:cNvSpPr/>
          <p:nvPr/>
        </p:nvSpPr>
        <p:spPr>
          <a:xfrm>
            <a:off x="16459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0" name="Shape 2178"/>
          <p:cNvSpPr/>
          <p:nvPr/>
        </p:nvSpPr>
        <p:spPr>
          <a:xfrm>
            <a:off x="17556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1" name="Shape 2179"/>
          <p:cNvSpPr/>
          <p:nvPr/>
        </p:nvSpPr>
        <p:spPr>
          <a:xfrm>
            <a:off x="18653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2" name="Shape 2180"/>
          <p:cNvSpPr/>
          <p:nvPr/>
        </p:nvSpPr>
        <p:spPr>
          <a:xfrm>
            <a:off x="19751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3" name="Shape 2181"/>
          <p:cNvSpPr/>
          <p:nvPr/>
        </p:nvSpPr>
        <p:spPr>
          <a:xfrm>
            <a:off x="20848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4" name="Shape 2182"/>
          <p:cNvSpPr/>
          <p:nvPr/>
        </p:nvSpPr>
        <p:spPr>
          <a:xfrm>
            <a:off x="21945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5" name="Shape 2183"/>
          <p:cNvSpPr/>
          <p:nvPr/>
        </p:nvSpPr>
        <p:spPr>
          <a:xfrm>
            <a:off x="23042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6" name="Shape 2184"/>
          <p:cNvSpPr/>
          <p:nvPr/>
        </p:nvSpPr>
        <p:spPr>
          <a:xfrm>
            <a:off x="24140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7" name="Shape 2185"/>
          <p:cNvSpPr/>
          <p:nvPr/>
        </p:nvSpPr>
        <p:spPr>
          <a:xfrm>
            <a:off x="25237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8" name="Shape 2186"/>
          <p:cNvSpPr/>
          <p:nvPr/>
        </p:nvSpPr>
        <p:spPr>
          <a:xfrm>
            <a:off x="26334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9" name="Shape 2187"/>
          <p:cNvSpPr/>
          <p:nvPr/>
        </p:nvSpPr>
        <p:spPr>
          <a:xfrm>
            <a:off x="27432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0" name="Shape 2188"/>
          <p:cNvSpPr/>
          <p:nvPr/>
        </p:nvSpPr>
        <p:spPr>
          <a:xfrm>
            <a:off x="28529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1" name="Shape 2189"/>
          <p:cNvSpPr/>
          <p:nvPr/>
        </p:nvSpPr>
        <p:spPr>
          <a:xfrm>
            <a:off x="29626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2" name="Shape 2190"/>
          <p:cNvSpPr/>
          <p:nvPr/>
        </p:nvSpPr>
        <p:spPr>
          <a:xfrm>
            <a:off x="30723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3" name="Shape 2191"/>
          <p:cNvSpPr/>
          <p:nvPr/>
        </p:nvSpPr>
        <p:spPr>
          <a:xfrm>
            <a:off x="31821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4" name="Shape 2192"/>
          <p:cNvSpPr/>
          <p:nvPr/>
        </p:nvSpPr>
        <p:spPr>
          <a:xfrm>
            <a:off x="32918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5" name="Shape 2193"/>
          <p:cNvSpPr/>
          <p:nvPr/>
        </p:nvSpPr>
        <p:spPr>
          <a:xfrm>
            <a:off x="34015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6" name="Shape 2194"/>
          <p:cNvSpPr/>
          <p:nvPr/>
        </p:nvSpPr>
        <p:spPr>
          <a:xfrm>
            <a:off x="35112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7" name="Shape 2195"/>
          <p:cNvSpPr/>
          <p:nvPr/>
        </p:nvSpPr>
        <p:spPr>
          <a:xfrm>
            <a:off x="36210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8" name="Shape 2196"/>
          <p:cNvSpPr/>
          <p:nvPr/>
        </p:nvSpPr>
        <p:spPr>
          <a:xfrm>
            <a:off x="37307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9" name="Shape 2197"/>
          <p:cNvSpPr/>
          <p:nvPr/>
        </p:nvSpPr>
        <p:spPr>
          <a:xfrm>
            <a:off x="38404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0" name="Shape 2198"/>
          <p:cNvSpPr/>
          <p:nvPr/>
        </p:nvSpPr>
        <p:spPr>
          <a:xfrm>
            <a:off x="39502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1" name="Shape 2199"/>
          <p:cNvSpPr/>
          <p:nvPr/>
        </p:nvSpPr>
        <p:spPr>
          <a:xfrm>
            <a:off x="40599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2" name="Shape 2200"/>
          <p:cNvSpPr/>
          <p:nvPr/>
        </p:nvSpPr>
        <p:spPr>
          <a:xfrm>
            <a:off x="41696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3" name="Shape 2201"/>
          <p:cNvSpPr/>
          <p:nvPr/>
        </p:nvSpPr>
        <p:spPr>
          <a:xfrm>
            <a:off x="42793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4" name="Shape 2202"/>
          <p:cNvSpPr/>
          <p:nvPr/>
        </p:nvSpPr>
        <p:spPr>
          <a:xfrm>
            <a:off x="43891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5" name="Shape 2203"/>
          <p:cNvSpPr/>
          <p:nvPr/>
        </p:nvSpPr>
        <p:spPr>
          <a:xfrm>
            <a:off x="44988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6" name="Shape 2204"/>
          <p:cNvSpPr/>
          <p:nvPr/>
        </p:nvSpPr>
        <p:spPr>
          <a:xfrm>
            <a:off x="46085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7" name="Shape 2205"/>
          <p:cNvSpPr/>
          <p:nvPr/>
        </p:nvSpPr>
        <p:spPr>
          <a:xfrm>
            <a:off x="47183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8" name="Shape 2206"/>
          <p:cNvSpPr/>
          <p:nvPr/>
        </p:nvSpPr>
        <p:spPr>
          <a:xfrm>
            <a:off x="48280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9" name="Shape 2207"/>
          <p:cNvSpPr/>
          <p:nvPr/>
        </p:nvSpPr>
        <p:spPr>
          <a:xfrm>
            <a:off x="49377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0" name="Shape 2208"/>
          <p:cNvSpPr/>
          <p:nvPr/>
        </p:nvSpPr>
        <p:spPr>
          <a:xfrm>
            <a:off x="50474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1" name="Shape 2209"/>
          <p:cNvSpPr/>
          <p:nvPr/>
        </p:nvSpPr>
        <p:spPr>
          <a:xfrm>
            <a:off x="51572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2" name="Shape 2210"/>
          <p:cNvSpPr/>
          <p:nvPr/>
        </p:nvSpPr>
        <p:spPr>
          <a:xfrm>
            <a:off x="52669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3" name="Shape 2211"/>
          <p:cNvSpPr/>
          <p:nvPr/>
        </p:nvSpPr>
        <p:spPr>
          <a:xfrm>
            <a:off x="53766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4" name="Shape 2212"/>
          <p:cNvSpPr/>
          <p:nvPr/>
        </p:nvSpPr>
        <p:spPr>
          <a:xfrm>
            <a:off x="54864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5" name="Shape 2213"/>
          <p:cNvSpPr/>
          <p:nvPr/>
        </p:nvSpPr>
        <p:spPr>
          <a:xfrm>
            <a:off x="55961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6" name="Shape 2214"/>
          <p:cNvSpPr/>
          <p:nvPr/>
        </p:nvSpPr>
        <p:spPr>
          <a:xfrm>
            <a:off x="57058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7" name="Shape 2215"/>
          <p:cNvSpPr/>
          <p:nvPr/>
        </p:nvSpPr>
        <p:spPr>
          <a:xfrm>
            <a:off x="58155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8" name="Shape 2216"/>
          <p:cNvSpPr/>
          <p:nvPr/>
        </p:nvSpPr>
        <p:spPr>
          <a:xfrm>
            <a:off x="59253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9" name="Shape 2217"/>
          <p:cNvSpPr/>
          <p:nvPr/>
        </p:nvSpPr>
        <p:spPr>
          <a:xfrm>
            <a:off x="60350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0" name="Shape 2218"/>
          <p:cNvSpPr/>
          <p:nvPr/>
        </p:nvSpPr>
        <p:spPr>
          <a:xfrm>
            <a:off x="61447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1" name="Shape 2219"/>
          <p:cNvSpPr/>
          <p:nvPr/>
        </p:nvSpPr>
        <p:spPr>
          <a:xfrm>
            <a:off x="62544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2" name="Shape 2220"/>
          <p:cNvSpPr/>
          <p:nvPr/>
        </p:nvSpPr>
        <p:spPr>
          <a:xfrm>
            <a:off x="63642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3" name="Shape 2221"/>
          <p:cNvSpPr/>
          <p:nvPr/>
        </p:nvSpPr>
        <p:spPr>
          <a:xfrm>
            <a:off x="64739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4" name="Shape 2222"/>
          <p:cNvSpPr/>
          <p:nvPr/>
        </p:nvSpPr>
        <p:spPr>
          <a:xfrm>
            <a:off x="65836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5" name="Shape 2223"/>
          <p:cNvSpPr/>
          <p:nvPr/>
        </p:nvSpPr>
        <p:spPr>
          <a:xfrm>
            <a:off x="66934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6" name="Shape 2224"/>
          <p:cNvSpPr/>
          <p:nvPr/>
        </p:nvSpPr>
        <p:spPr>
          <a:xfrm>
            <a:off x="68031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7" name="Shape 2225"/>
          <p:cNvSpPr/>
          <p:nvPr/>
        </p:nvSpPr>
        <p:spPr>
          <a:xfrm>
            <a:off x="69128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8" name="Shape 2226"/>
          <p:cNvSpPr/>
          <p:nvPr/>
        </p:nvSpPr>
        <p:spPr>
          <a:xfrm>
            <a:off x="70225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9" name="Shape 2227"/>
          <p:cNvSpPr/>
          <p:nvPr/>
        </p:nvSpPr>
        <p:spPr>
          <a:xfrm>
            <a:off x="71323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0" name="Shape 2228"/>
          <p:cNvSpPr/>
          <p:nvPr/>
        </p:nvSpPr>
        <p:spPr>
          <a:xfrm>
            <a:off x="72420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1" name="Shape 2229"/>
          <p:cNvSpPr/>
          <p:nvPr/>
        </p:nvSpPr>
        <p:spPr>
          <a:xfrm>
            <a:off x="73517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2" name="Shape 2230"/>
          <p:cNvSpPr/>
          <p:nvPr/>
        </p:nvSpPr>
        <p:spPr>
          <a:xfrm>
            <a:off x="74615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3" name="Shape 2231"/>
          <p:cNvSpPr/>
          <p:nvPr/>
        </p:nvSpPr>
        <p:spPr>
          <a:xfrm>
            <a:off x="75712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4" name="Shape 2232"/>
          <p:cNvSpPr/>
          <p:nvPr/>
        </p:nvSpPr>
        <p:spPr>
          <a:xfrm>
            <a:off x="76809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5" name="Shape 2233"/>
          <p:cNvSpPr/>
          <p:nvPr/>
        </p:nvSpPr>
        <p:spPr>
          <a:xfrm>
            <a:off x="77906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6" name="Shape 2234"/>
          <p:cNvSpPr/>
          <p:nvPr/>
        </p:nvSpPr>
        <p:spPr>
          <a:xfrm>
            <a:off x="79004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7" name="Shape 2235"/>
          <p:cNvSpPr/>
          <p:nvPr/>
        </p:nvSpPr>
        <p:spPr>
          <a:xfrm>
            <a:off x="80101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8" name="Shape 2236"/>
          <p:cNvSpPr/>
          <p:nvPr/>
        </p:nvSpPr>
        <p:spPr>
          <a:xfrm>
            <a:off x="81198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9" name="Shape 2237"/>
          <p:cNvSpPr/>
          <p:nvPr/>
        </p:nvSpPr>
        <p:spPr>
          <a:xfrm>
            <a:off x="82296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0" name="Shape 2238"/>
          <p:cNvSpPr/>
          <p:nvPr/>
        </p:nvSpPr>
        <p:spPr>
          <a:xfrm>
            <a:off x="83393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1" name="Shape 2239"/>
          <p:cNvSpPr/>
          <p:nvPr/>
        </p:nvSpPr>
        <p:spPr>
          <a:xfrm>
            <a:off x="84490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2" name="Shape 2240"/>
          <p:cNvSpPr/>
          <p:nvPr/>
        </p:nvSpPr>
        <p:spPr>
          <a:xfrm>
            <a:off x="85587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3" name="Shape 2241"/>
          <p:cNvSpPr/>
          <p:nvPr/>
        </p:nvSpPr>
        <p:spPr>
          <a:xfrm>
            <a:off x="86685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4" name="Shape 2242"/>
          <p:cNvSpPr/>
          <p:nvPr/>
        </p:nvSpPr>
        <p:spPr>
          <a:xfrm>
            <a:off x="87782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5" name="Shape 2243"/>
          <p:cNvSpPr/>
          <p:nvPr/>
        </p:nvSpPr>
        <p:spPr>
          <a:xfrm>
            <a:off x="88879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6" name="Shape 2244"/>
          <p:cNvSpPr/>
          <p:nvPr/>
        </p:nvSpPr>
        <p:spPr>
          <a:xfrm>
            <a:off x="89976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7" name="Shape 2245"/>
          <p:cNvSpPr/>
          <p:nvPr/>
        </p:nvSpPr>
        <p:spPr>
          <a:xfrm>
            <a:off x="91074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8" name="Shape 2246"/>
          <p:cNvSpPr/>
          <p:nvPr/>
        </p:nvSpPr>
        <p:spPr>
          <a:xfrm>
            <a:off x="92171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9" name="Shape 2247"/>
          <p:cNvSpPr/>
          <p:nvPr/>
        </p:nvSpPr>
        <p:spPr>
          <a:xfrm>
            <a:off x="93268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0" name="Shape 2248"/>
          <p:cNvSpPr/>
          <p:nvPr/>
        </p:nvSpPr>
        <p:spPr>
          <a:xfrm>
            <a:off x="94366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1" name="Shape 2249"/>
          <p:cNvSpPr/>
          <p:nvPr/>
        </p:nvSpPr>
        <p:spPr>
          <a:xfrm>
            <a:off x="95463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2" name="Shape 2250"/>
          <p:cNvSpPr/>
          <p:nvPr/>
        </p:nvSpPr>
        <p:spPr>
          <a:xfrm>
            <a:off x="96560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3" name="Shape 2251"/>
          <p:cNvSpPr/>
          <p:nvPr/>
        </p:nvSpPr>
        <p:spPr>
          <a:xfrm>
            <a:off x="97657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4" name="Shape 2252"/>
          <p:cNvSpPr/>
          <p:nvPr/>
        </p:nvSpPr>
        <p:spPr>
          <a:xfrm>
            <a:off x="98755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5" name="Shape 2253"/>
          <p:cNvSpPr/>
          <p:nvPr/>
        </p:nvSpPr>
        <p:spPr>
          <a:xfrm>
            <a:off x="99852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6" name="Shape 2254"/>
          <p:cNvSpPr/>
          <p:nvPr/>
        </p:nvSpPr>
        <p:spPr>
          <a:xfrm>
            <a:off x="100949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7" name="Shape 2255"/>
          <p:cNvSpPr/>
          <p:nvPr/>
        </p:nvSpPr>
        <p:spPr>
          <a:xfrm>
            <a:off x="102047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8" name="Shape 2256"/>
          <p:cNvSpPr/>
          <p:nvPr/>
        </p:nvSpPr>
        <p:spPr>
          <a:xfrm>
            <a:off x="103144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9" name="Shape 2257"/>
          <p:cNvSpPr/>
          <p:nvPr/>
        </p:nvSpPr>
        <p:spPr>
          <a:xfrm>
            <a:off x="104241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0" name="Shape 2258"/>
          <p:cNvSpPr/>
          <p:nvPr/>
        </p:nvSpPr>
        <p:spPr>
          <a:xfrm>
            <a:off x="105338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1" name="Shape 2259"/>
          <p:cNvSpPr/>
          <p:nvPr/>
        </p:nvSpPr>
        <p:spPr>
          <a:xfrm>
            <a:off x="106436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2" name="Shape 2260"/>
          <p:cNvSpPr/>
          <p:nvPr/>
        </p:nvSpPr>
        <p:spPr>
          <a:xfrm>
            <a:off x="107533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3" name="Shape 2261"/>
          <p:cNvSpPr/>
          <p:nvPr/>
        </p:nvSpPr>
        <p:spPr>
          <a:xfrm>
            <a:off x="108630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4" name="Shape 2262"/>
          <p:cNvSpPr/>
          <p:nvPr/>
        </p:nvSpPr>
        <p:spPr>
          <a:xfrm>
            <a:off x="109728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5" name="Shape 2263"/>
          <p:cNvSpPr/>
          <p:nvPr/>
        </p:nvSpPr>
        <p:spPr>
          <a:xfrm>
            <a:off x="110825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6" name="Shape 2264"/>
          <p:cNvSpPr/>
          <p:nvPr/>
        </p:nvSpPr>
        <p:spPr>
          <a:xfrm>
            <a:off x="111922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7" name="Shape 2265"/>
          <p:cNvSpPr/>
          <p:nvPr/>
        </p:nvSpPr>
        <p:spPr>
          <a:xfrm>
            <a:off x="113019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8" name="Shape 2266"/>
          <p:cNvSpPr/>
          <p:nvPr/>
        </p:nvSpPr>
        <p:spPr>
          <a:xfrm>
            <a:off x="114117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9" name="Shape 2267"/>
          <p:cNvSpPr/>
          <p:nvPr/>
        </p:nvSpPr>
        <p:spPr>
          <a:xfrm>
            <a:off x="115214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0" name="Shape 2268"/>
          <p:cNvSpPr/>
          <p:nvPr/>
        </p:nvSpPr>
        <p:spPr>
          <a:xfrm>
            <a:off x="116311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1" name="Shape 2269"/>
          <p:cNvSpPr/>
          <p:nvPr/>
        </p:nvSpPr>
        <p:spPr>
          <a:xfrm>
            <a:off x="117408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2" name="Shape 2270"/>
          <p:cNvSpPr/>
          <p:nvPr/>
        </p:nvSpPr>
        <p:spPr>
          <a:xfrm>
            <a:off x="548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3" name="Shape 2271"/>
          <p:cNvSpPr/>
          <p:nvPr/>
        </p:nvSpPr>
        <p:spPr>
          <a:xfrm>
            <a:off x="1645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4" name="Shape 2272"/>
          <p:cNvSpPr/>
          <p:nvPr/>
        </p:nvSpPr>
        <p:spPr>
          <a:xfrm>
            <a:off x="2743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5" name="Shape 2273"/>
          <p:cNvSpPr/>
          <p:nvPr/>
        </p:nvSpPr>
        <p:spPr>
          <a:xfrm>
            <a:off x="3840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6" name="Shape 2274"/>
          <p:cNvSpPr/>
          <p:nvPr/>
        </p:nvSpPr>
        <p:spPr>
          <a:xfrm>
            <a:off x="4937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7" name="Shape 2275"/>
          <p:cNvSpPr/>
          <p:nvPr/>
        </p:nvSpPr>
        <p:spPr>
          <a:xfrm>
            <a:off x="6035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8" name="Shape 2276"/>
          <p:cNvSpPr/>
          <p:nvPr/>
        </p:nvSpPr>
        <p:spPr>
          <a:xfrm>
            <a:off x="7132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9" name="Shape 2277"/>
          <p:cNvSpPr/>
          <p:nvPr/>
        </p:nvSpPr>
        <p:spPr>
          <a:xfrm>
            <a:off x="8229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0" name="Shape 2278"/>
          <p:cNvSpPr/>
          <p:nvPr/>
        </p:nvSpPr>
        <p:spPr>
          <a:xfrm>
            <a:off x="9326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1" name="Shape 2279"/>
          <p:cNvSpPr/>
          <p:nvPr/>
        </p:nvSpPr>
        <p:spPr>
          <a:xfrm>
            <a:off x="10424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2" name="Shape 2280"/>
          <p:cNvSpPr/>
          <p:nvPr/>
        </p:nvSpPr>
        <p:spPr>
          <a:xfrm>
            <a:off x="11521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3" name="Shape 2281"/>
          <p:cNvSpPr/>
          <p:nvPr/>
        </p:nvSpPr>
        <p:spPr>
          <a:xfrm>
            <a:off x="12618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4" name="Shape 2282"/>
          <p:cNvSpPr/>
          <p:nvPr/>
        </p:nvSpPr>
        <p:spPr>
          <a:xfrm>
            <a:off x="13716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5" name="Shape 2283"/>
          <p:cNvSpPr/>
          <p:nvPr/>
        </p:nvSpPr>
        <p:spPr>
          <a:xfrm>
            <a:off x="14813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6" name="Shape 2284"/>
          <p:cNvSpPr/>
          <p:nvPr/>
        </p:nvSpPr>
        <p:spPr>
          <a:xfrm>
            <a:off x="15910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7" name="Shape 2285"/>
          <p:cNvSpPr/>
          <p:nvPr/>
        </p:nvSpPr>
        <p:spPr>
          <a:xfrm>
            <a:off x="17007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8" name="Shape 2286"/>
          <p:cNvSpPr/>
          <p:nvPr/>
        </p:nvSpPr>
        <p:spPr>
          <a:xfrm>
            <a:off x="18105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9" name="Shape 2287"/>
          <p:cNvSpPr/>
          <p:nvPr/>
        </p:nvSpPr>
        <p:spPr>
          <a:xfrm>
            <a:off x="19202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0" name="Shape 2288"/>
          <p:cNvSpPr/>
          <p:nvPr/>
        </p:nvSpPr>
        <p:spPr>
          <a:xfrm>
            <a:off x="20299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1" name="Shape 2289"/>
          <p:cNvSpPr/>
          <p:nvPr/>
        </p:nvSpPr>
        <p:spPr>
          <a:xfrm>
            <a:off x="21396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2" name="Shape 2290"/>
          <p:cNvSpPr/>
          <p:nvPr/>
        </p:nvSpPr>
        <p:spPr>
          <a:xfrm>
            <a:off x="22494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3" name="Shape 2291"/>
          <p:cNvSpPr/>
          <p:nvPr/>
        </p:nvSpPr>
        <p:spPr>
          <a:xfrm>
            <a:off x="23591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4" name="Shape 2292"/>
          <p:cNvSpPr/>
          <p:nvPr/>
        </p:nvSpPr>
        <p:spPr>
          <a:xfrm>
            <a:off x="24688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5" name="Shape 2293"/>
          <p:cNvSpPr/>
          <p:nvPr/>
        </p:nvSpPr>
        <p:spPr>
          <a:xfrm>
            <a:off x="25786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6" name="Shape 2294"/>
          <p:cNvSpPr/>
          <p:nvPr/>
        </p:nvSpPr>
        <p:spPr>
          <a:xfrm>
            <a:off x="26883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7" name="Shape 2295"/>
          <p:cNvSpPr/>
          <p:nvPr/>
        </p:nvSpPr>
        <p:spPr>
          <a:xfrm>
            <a:off x="27980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8" name="Shape 2296"/>
          <p:cNvSpPr/>
          <p:nvPr/>
        </p:nvSpPr>
        <p:spPr>
          <a:xfrm>
            <a:off x="29077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9" name="Shape 2297"/>
          <p:cNvSpPr/>
          <p:nvPr/>
        </p:nvSpPr>
        <p:spPr>
          <a:xfrm>
            <a:off x="30175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0" name="Shape 2298"/>
          <p:cNvSpPr/>
          <p:nvPr/>
        </p:nvSpPr>
        <p:spPr>
          <a:xfrm>
            <a:off x="31272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1" name="Shape 2299"/>
          <p:cNvSpPr/>
          <p:nvPr/>
        </p:nvSpPr>
        <p:spPr>
          <a:xfrm>
            <a:off x="32369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2" name="Shape 2300"/>
          <p:cNvSpPr/>
          <p:nvPr/>
        </p:nvSpPr>
        <p:spPr>
          <a:xfrm>
            <a:off x="33467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3" name="Shape 2301"/>
          <p:cNvSpPr/>
          <p:nvPr/>
        </p:nvSpPr>
        <p:spPr>
          <a:xfrm>
            <a:off x="34564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4" name="Shape 2302"/>
          <p:cNvSpPr/>
          <p:nvPr/>
        </p:nvSpPr>
        <p:spPr>
          <a:xfrm>
            <a:off x="35661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5" name="Shape 2303"/>
          <p:cNvSpPr/>
          <p:nvPr/>
        </p:nvSpPr>
        <p:spPr>
          <a:xfrm>
            <a:off x="36758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6" name="Shape 2304"/>
          <p:cNvSpPr/>
          <p:nvPr/>
        </p:nvSpPr>
        <p:spPr>
          <a:xfrm>
            <a:off x="37856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7" name="Shape 2305"/>
          <p:cNvSpPr/>
          <p:nvPr/>
        </p:nvSpPr>
        <p:spPr>
          <a:xfrm>
            <a:off x="38953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8" name="Shape 2306"/>
          <p:cNvSpPr/>
          <p:nvPr/>
        </p:nvSpPr>
        <p:spPr>
          <a:xfrm>
            <a:off x="40050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9" name="Shape 2307"/>
          <p:cNvSpPr/>
          <p:nvPr/>
        </p:nvSpPr>
        <p:spPr>
          <a:xfrm>
            <a:off x="41148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0" name="Shape 2308"/>
          <p:cNvSpPr/>
          <p:nvPr/>
        </p:nvSpPr>
        <p:spPr>
          <a:xfrm>
            <a:off x="42245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1" name="Shape 2309"/>
          <p:cNvSpPr/>
          <p:nvPr/>
        </p:nvSpPr>
        <p:spPr>
          <a:xfrm>
            <a:off x="43342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2" name="Shape 2310"/>
          <p:cNvSpPr/>
          <p:nvPr/>
        </p:nvSpPr>
        <p:spPr>
          <a:xfrm>
            <a:off x="44439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3" name="Shape 2311"/>
          <p:cNvSpPr/>
          <p:nvPr/>
        </p:nvSpPr>
        <p:spPr>
          <a:xfrm>
            <a:off x="45537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4" name="Shape 2312"/>
          <p:cNvSpPr/>
          <p:nvPr/>
        </p:nvSpPr>
        <p:spPr>
          <a:xfrm>
            <a:off x="46634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5" name="Shape 2313"/>
          <p:cNvSpPr/>
          <p:nvPr/>
        </p:nvSpPr>
        <p:spPr>
          <a:xfrm>
            <a:off x="47731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6" name="Shape 2314"/>
          <p:cNvSpPr/>
          <p:nvPr/>
        </p:nvSpPr>
        <p:spPr>
          <a:xfrm>
            <a:off x="48828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7" name="Shape 2315"/>
          <p:cNvSpPr/>
          <p:nvPr/>
        </p:nvSpPr>
        <p:spPr>
          <a:xfrm>
            <a:off x="49926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8" name="Shape 2316"/>
          <p:cNvSpPr/>
          <p:nvPr/>
        </p:nvSpPr>
        <p:spPr>
          <a:xfrm>
            <a:off x="51023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9" name="Shape 2317"/>
          <p:cNvSpPr/>
          <p:nvPr/>
        </p:nvSpPr>
        <p:spPr>
          <a:xfrm>
            <a:off x="52120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0" name="Shape 2318"/>
          <p:cNvSpPr/>
          <p:nvPr/>
        </p:nvSpPr>
        <p:spPr>
          <a:xfrm>
            <a:off x="53218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1" name="Shape 2319"/>
          <p:cNvSpPr/>
          <p:nvPr/>
        </p:nvSpPr>
        <p:spPr>
          <a:xfrm>
            <a:off x="54315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2" name="Shape 2320"/>
          <p:cNvSpPr/>
          <p:nvPr/>
        </p:nvSpPr>
        <p:spPr>
          <a:xfrm>
            <a:off x="55412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3" name="Shape 2321"/>
          <p:cNvSpPr/>
          <p:nvPr/>
        </p:nvSpPr>
        <p:spPr>
          <a:xfrm>
            <a:off x="56509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4" name="Shape 2322"/>
          <p:cNvSpPr/>
          <p:nvPr/>
        </p:nvSpPr>
        <p:spPr>
          <a:xfrm>
            <a:off x="57607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5" name="Shape 2323"/>
          <p:cNvSpPr/>
          <p:nvPr/>
        </p:nvSpPr>
        <p:spPr>
          <a:xfrm>
            <a:off x="58704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6" name="Shape 2324"/>
          <p:cNvSpPr/>
          <p:nvPr/>
        </p:nvSpPr>
        <p:spPr>
          <a:xfrm>
            <a:off x="59801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7" name="Shape 2325"/>
          <p:cNvSpPr/>
          <p:nvPr/>
        </p:nvSpPr>
        <p:spPr>
          <a:xfrm>
            <a:off x="60899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8" name="Shape 2326"/>
          <p:cNvSpPr/>
          <p:nvPr/>
        </p:nvSpPr>
        <p:spPr>
          <a:xfrm>
            <a:off x="61996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9" name="Shape 2327"/>
          <p:cNvSpPr/>
          <p:nvPr/>
        </p:nvSpPr>
        <p:spPr>
          <a:xfrm>
            <a:off x="63093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0" name="Shape 2328"/>
          <p:cNvSpPr/>
          <p:nvPr/>
        </p:nvSpPr>
        <p:spPr>
          <a:xfrm>
            <a:off x="64190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1" name="Shape 2329"/>
          <p:cNvSpPr/>
          <p:nvPr/>
        </p:nvSpPr>
        <p:spPr>
          <a:xfrm>
            <a:off x="65288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2" name="Shape 2330"/>
          <p:cNvSpPr/>
          <p:nvPr/>
        </p:nvSpPr>
        <p:spPr>
          <a:xfrm>
            <a:off x="66385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3" name="Shape 2331"/>
          <p:cNvSpPr/>
          <p:nvPr/>
        </p:nvSpPr>
        <p:spPr>
          <a:xfrm>
            <a:off x="67482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4" name="Shape 2332"/>
          <p:cNvSpPr/>
          <p:nvPr/>
        </p:nvSpPr>
        <p:spPr>
          <a:xfrm>
            <a:off x="68580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5" name="Shape 2333"/>
          <p:cNvSpPr/>
          <p:nvPr/>
        </p:nvSpPr>
        <p:spPr>
          <a:xfrm>
            <a:off x="69677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6" name="Shape 2334"/>
          <p:cNvSpPr/>
          <p:nvPr/>
        </p:nvSpPr>
        <p:spPr>
          <a:xfrm>
            <a:off x="70774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7" name="Shape 2335"/>
          <p:cNvSpPr/>
          <p:nvPr/>
        </p:nvSpPr>
        <p:spPr>
          <a:xfrm>
            <a:off x="71871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8" name="Shape 2336"/>
          <p:cNvSpPr/>
          <p:nvPr/>
        </p:nvSpPr>
        <p:spPr>
          <a:xfrm>
            <a:off x="72969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9" name="Shape 2337"/>
          <p:cNvSpPr/>
          <p:nvPr/>
        </p:nvSpPr>
        <p:spPr>
          <a:xfrm>
            <a:off x="74066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0" name="Shape 2338"/>
          <p:cNvSpPr/>
          <p:nvPr/>
        </p:nvSpPr>
        <p:spPr>
          <a:xfrm>
            <a:off x="75163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1" name="Shape 2339"/>
          <p:cNvSpPr/>
          <p:nvPr/>
        </p:nvSpPr>
        <p:spPr>
          <a:xfrm>
            <a:off x="76260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2" name="Shape 2340"/>
          <p:cNvSpPr/>
          <p:nvPr/>
        </p:nvSpPr>
        <p:spPr>
          <a:xfrm>
            <a:off x="77358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3" name="Shape 2341"/>
          <p:cNvSpPr/>
          <p:nvPr/>
        </p:nvSpPr>
        <p:spPr>
          <a:xfrm>
            <a:off x="78455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4" name="Shape 2342"/>
          <p:cNvSpPr/>
          <p:nvPr/>
        </p:nvSpPr>
        <p:spPr>
          <a:xfrm>
            <a:off x="79552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5" name="Shape 2343"/>
          <p:cNvSpPr/>
          <p:nvPr/>
        </p:nvSpPr>
        <p:spPr>
          <a:xfrm>
            <a:off x="80650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6" name="Shape 2344"/>
          <p:cNvSpPr/>
          <p:nvPr/>
        </p:nvSpPr>
        <p:spPr>
          <a:xfrm>
            <a:off x="81747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7" name="Shape 2345"/>
          <p:cNvSpPr/>
          <p:nvPr/>
        </p:nvSpPr>
        <p:spPr>
          <a:xfrm>
            <a:off x="82844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8" name="Shape 2346"/>
          <p:cNvSpPr/>
          <p:nvPr/>
        </p:nvSpPr>
        <p:spPr>
          <a:xfrm>
            <a:off x="83941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9" name="Shape 2347"/>
          <p:cNvSpPr/>
          <p:nvPr/>
        </p:nvSpPr>
        <p:spPr>
          <a:xfrm>
            <a:off x="85039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0" name="Shape 2348"/>
          <p:cNvSpPr/>
          <p:nvPr/>
        </p:nvSpPr>
        <p:spPr>
          <a:xfrm>
            <a:off x="86136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1" name="Shape 2349"/>
          <p:cNvSpPr/>
          <p:nvPr/>
        </p:nvSpPr>
        <p:spPr>
          <a:xfrm>
            <a:off x="87233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2" name="Shape 2350"/>
          <p:cNvSpPr/>
          <p:nvPr/>
        </p:nvSpPr>
        <p:spPr>
          <a:xfrm>
            <a:off x="88331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3" name="Shape 2351"/>
          <p:cNvSpPr/>
          <p:nvPr/>
        </p:nvSpPr>
        <p:spPr>
          <a:xfrm>
            <a:off x="89428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4" name="Shape 2352"/>
          <p:cNvSpPr/>
          <p:nvPr/>
        </p:nvSpPr>
        <p:spPr>
          <a:xfrm>
            <a:off x="90525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5" name="Shape 2353"/>
          <p:cNvSpPr/>
          <p:nvPr/>
        </p:nvSpPr>
        <p:spPr>
          <a:xfrm>
            <a:off x="91622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6" name="Shape 2354"/>
          <p:cNvSpPr/>
          <p:nvPr/>
        </p:nvSpPr>
        <p:spPr>
          <a:xfrm>
            <a:off x="92720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7" name="Shape 2355"/>
          <p:cNvSpPr/>
          <p:nvPr/>
        </p:nvSpPr>
        <p:spPr>
          <a:xfrm>
            <a:off x="93817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8" name="Shape 2356"/>
          <p:cNvSpPr/>
          <p:nvPr/>
        </p:nvSpPr>
        <p:spPr>
          <a:xfrm>
            <a:off x="94914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9" name="Shape 2357"/>
          <p:cNvSpPr/>
          <p:nvPr/>
        </p:nvSpPr>
        <p:spPr>
          <a:xfrm>
            <a:off x="96012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0" name="Shape 2358"/>
          <p:cNvSpPr/>
          <p:nvPr/>
        </p:nvSpPr>
        <p:spPr>
          <a:xfrm>
            <a:off x="97109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1" name="Shape 2359"/>
          <p:cNvSpPr/>
          <p:nvPr/>
        </p:nvSpPr>
        <p:spPr>
          <a:xfrm>
            <a:off x="98206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2" name="Shape 2360"/>
          <p:cNvSpPr/>
          <p:nvPr/>
        </p:nvSpPr>
        <p:spPr>
          <a:xfrm>
            <a:off x="99303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3" name="Shape 2361"/>
          <p:cNvSpPr/>
          <p:nvPr/>
        </p:nvSpPr>
        <p:spPr>
          <a:xfrm>
            <a:off x="100401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4" name="Shape 2362"/>
          <p:cNvSpPr/>
          <p:nvPr/>
        </p:nvSpPr>
        <p:spPr>
          <a:xfrm>
            <a:off x="101498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5" name="Shape 2363"/>
          <p:cNvSpPr/>
          <p:nvPr/>
        </p:nvSpPr>
        <p:spPr>
          <a:xfrm>
            <a:off x="102595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6" name="Shape 2364"/>
          <p:cNvSpPr/>
          <p:nvPr/>
        </p:nvSpPr>
        <p:spPr>
          <a:xfrm>
            <a:off x="103692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7" name="Shape 2365"/>
          <p:cNvSpPr/>
          <p:nvPr/>
        </p:nvSpPr>
        <p:spPr>
          <a:xfrm>
            <a:off x="104790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8" name="Shape 2366"/>
          <p:cNvSpPr/>
          <p:nvPr/>
        </p:nvSpPr>
        <p:spPr>
          <a:xfrm>
            <a:off x="105887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9" name="Shape 2367"/>
          <p:cNvSpPr/>
          <p:nvPr/>
        </p:nvSpPr>
        <p:spPr>
          <a:xfrm>
            <a:off x="106984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0" name="Shape 2368"/>
          <p:cNvSpPr/>
          <p:nvPr/>
        </p:nvSpPr>
        <p:spPr>
          <a:xfrm>
            <a:off x="108082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1" name="Shape 2369"/>
          <p:cNvSpPr/>
          <p:nvPr/>
        </p:nvSpPr>
        <p:spPr>
          <a:xfrm>
            <a:off x="109179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2" name="Shape 2370"/>
          <p:cNvSpPr/>
          <p:nvPr/>
        </p:nvSpPr>
        <p:spPr>
          <a:xfrm>
            <a:off x="110276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3" name="Shape 2371"/>
          <p:cNvSpPr/>
          <p:nvPr/>
        </p:nvSpPr>
        <p:spPr>
          <a:xfrm>
            <a:off x="111373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4" name="Shape 2372"/>
          <p:cNvSpPr/>
          <p:nvPr/>
        </p:nvSpPr>
        <p:spPr>
          <a:xfrm>
            <a:off x="112471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5" name="Shape 2373"/>
          <p:cNvSpPr/>
          <p:nvPr/>
        </p:nvSpPr>
        <p:spPr>
          <a:xfrm>
            <a:off x="113568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6" name="Shape 2374"/>
          <p:cNvSpPr/>
          <p:nvPr/>
        </p:nvSpPr>
        <p:spPr>
          <a:xfrm>
            <a:off x="114665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7" name="Shape 2375"/>
          <p:cNvSpPr/>
          <p:nvPr/>
        </p:nvSpPr>
        <p:spPr>
          <a:xfrm>
            <a:off x="115763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8" name="Shape 2376"/>
          <p:cNvSpPr/>
          <p:nvPr/>
        </p:nvSpPr>
        <p:spPr>
          <a:xfrm>
            <a:off x="116860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9" name="Shape 2377"/>
          <p:cNvSpPr/>
          <p:nvPr/>
        </p:nvSpPr>
        <p:spPr>
          <a:xfrm>
            <a:off x="117957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0" name="Shape 2378"/>
          <p:cNvSpPr/>
          <p:nvPr/>
        </p:nvSpPr>
        <p:spPr>
          <a:xfrm>
            <a:off x="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1" name="Shape 2379"/>
          <p:cNvSpPr/>
          <p:nvPr/>
        </p:nvSpPr>
        <p:spPr>
          <a:xfrm>
            <a:off x="1097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2" name="Shape 2380"/>
          <p:cNvSpPr/>
          <p:nvPr/>
        </p:nvSpPr>
        <p:spPr>
          <a:xfrm>
            <a:off x="2194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3" name="Shape 2381"/>
          <p:cNvSpPr/>
          <p:nvPr/>
        </p:nvSpPr>
        <p:spPr>
          <a:xfrm>
            <a:off x="3291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4" name="Shape 2382"/>
          <p:cNvSpPr/>
          <p:nvPr/>
        </p:nvSpPr>
        <p:spPr>
          <a:xfrm>
            <a:off x="4389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5" name="Shape 2383"/>
          <p:cNvSpPr/>
          <p:nvPr/>
        </p:nvSpPr>
        <p:spPr>
          <a:xfrm>
            <a:off x="5486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6" name="Shape 2384"/>
          <p:cNvSpPr/>
          <p:nvPr/>
        </p:nvSpPr>
        <p:spPr>
          <a:xfrm>
            <a:off x="6583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7" name="Shape 2385"/>
          <p:cNvSpPr/>
          <p:nvPr/>
        </p:nvSpPr>
        <p:spPr>
          <a:xfrm>
            <a:off x="7680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8" name="Shape 2386"/>
          <p:cNvSpPr/>
          <p:nvPr/>
        </p:nvSpPr>
        <p:spPr>
          <a:xfrm>
            <a:off x="8778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9" name="Shape 2387"/>
          <p:cNvSpPr/>
          <p:nvPr/>
        </p:nvSpPr>
        <p:spPr>
          <a:xfrm>
            <a:off x="9875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0" name="Shape 2388"/>
          <p:cNvSpPr/>
          <p:nvPr/>
        </p:nvSpPr>
        <p:spPr>
          <a:xfrm>
            <a:off x="10972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1" name="Shape 2389"/>
          <p:cNvSpPr/>
          <p:nvPr/>
        </p:nvSpPr>
        <p:spPr>
          <a:xfrm>
            <a:off x="12070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2" name="Shape 2390"/>
          <p:cNvSpPr/>
          <p:nvPr/>
        </p:nvSpPr>
        <p:spPr>
          <a:xfrm>
            <a:off x="13167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3" name="Shape 2391"/>
          <p:cNvSpPr/>
          <p:nvPr/>
        </p:nvSpPr>
        <p:spPr>
          <a:xfrm>
            <a:off x="14264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4" name="Shape 2392"/>
          <p:cNvSpPr/>
          <p:nvPr/>
        </p:nvSpPr>
        <p:spPr>
          <a:xfrm>
            <a:off x="15361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5" name="Shape 2393"/>
          <p:cNvSpPr/>
          <p:nvPr/>
        </p:nvSpPr>
        <p:spPr>
          <a:xfrm>
            <a:off x="16459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6" name="Shape 2394"/>
          <p:cNvSpPr/>
          <p:nvPr/>
        </p:nvSpPr>
        <p:spPr>
          <a:xfrm>
            <a:off x="17556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7" name="Shape 2395"/>
          <p:cNvSpPr/>
          <p:nvPr/>
        </p:nvSpPr>
        <p:spPr>
          <a:xfrm>
            <a:off x="18653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8" name="Shape 2396"/>
          <p:cNvSpPr/>
          <p:nvPr/>
        </p:nvSpPr>
        <p:spPr>
          <a:xfrm>
            <a:off x="19751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9" name="Shape 2397"/>
          <p:cNvSpPr/>
          <p:nvPr/>
        </p:nvSpPr>
        <p:spPr>
          <a:xfrm>
            <a:off x="20848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0" name="Shape 2398"/>
          <p:cNvSpPr/>
          <p:nvPr/>
        </p:nvSpPr>
        <p:spPr>
          <a:xfrm>
            <a:off x="21945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1" name="Shape 2399"/>
          <p:cNvSpPr/>
          <p:nvPr/>
        </p:nvSpPr>
        <p:spPr>
          <a:xfrm>
            <a:off x="23042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2" name="Shape 2400"/>
          <p:cNvSpPr/>
          <p:nvPr/>
        </p:nvSpPr>
        <p:spPr>
          <a:xfrm>
            <a:off x="24140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3" name="Shape 2401"/>
          <p:cNvSpPr/>
          <p:nvPr/>
        </p:nvSpPr>
        <p:spPr>
          <a:xfrm>
            <a:off x="25237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4" name="Shape 2402"/>
          <p:cNvSpPr/>
          <p:nvPr/>
        </p:nvSpPr>
        <p:spPr>
          <a:xfrm>
            <a:off x="26334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5" name="Shape 2403"/>
          <p:cNvSpPr/>
          <p:nvPr/>
        </p:nvSpPr>
        <p:spPr>
          <a:xfrm>
            <a:off x="27432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6" name="Shape 2404"/>
          <p:cNvSpPr/>
          <p:nvPr/>
        </p:nvSpPr>
        <p:spPr>
          <a:xfrm>
            <a:off x="28529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7" name="Shape 2405"/>
          <p:cNvSpPr/>
          <p:nvPr/>
        </p:nvSpPr>
        <p:spPr>
          <a:xfrm>
            <a:off x="29626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8" name="Shape 2406"/>
          <p:cNvSpPr/>
          <p:nvPr/>
        </p:nvSpPr>
        <p:spPr>
          <a:xfrm>
            <a:off x="30723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9" name="Shape 2407"/>
          <p:cNvSpPr/>
          <p:nvPr/>
        </p:nvSpPr>
        <p:spPr>
          <a:xfrm>
            <a:off x="31821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0" name="Shape 2408"/>
          <p:cNvSpPr/>
          <p:nvPr/>
        </p:nvSpPr>
        <p:spPr>
          <a:xfrm>
            <a:off x="32918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1" name="Shape 2409"/>
          <p:cNvSpPr/>
          <p:nvPr/>
        </p:nvSpPr>
        <p:spPr>
          <a:xfrm>
            <a:off x="34015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2" name="Shape 2410"/>
          <p:cNvSpPr/>
          <p:nvPr/>
        </p:nvSpPr>
        <p:spPr>
          <a:xfrm>
            <a:off x="35112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3" name="Shape 2411"/>
          <p:cNvSpPr/>
          <p:nvPr/>
        </p:nvSpPr>
        <p:spPr>
          <a:xfrm>
            <a:off x="36210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4" name="Shape 2412"/>
          <p:cNvSpPr/>
          <p:nvPr/>
        </p:nvSpPr>
        <p:spPr>
          <a:xfrm>
            <a:off x="37307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5" name="Shape 2413"/>
          <p:cNvSpPr/>
          <p:nvPr/>
        </p:nvSpPr>
        <p:spPr>
          <a:xfrm>
            <a:off x="38404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6" name="Shape 2414"/>
          <p:cNvSpPr/>
          <p:nvPr/>
        </p:nvSpPr>
        <p:spPr>
          <a:xfrm>
            <a:off x="39502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7" name="Shape 2415"/>
          <p:cNvSpPr/>
          <p:nvPr/>
        </p:nvSpPr>
        <p:spPr>
          <a:xfrm>
            <a:off x="40599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8" name="Shape 2416"/>
          <p:cNvSpPr/>
          <p:nvPr/>
        </p:nvSpPr>
        <p:spPr>
          <a:xfrm>
            <a:off x="41696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9" name="Shape 2417"/>
          <p:cNvSpPr/>
          <p:nvPr/>
        </p:nvSpPr>
        <p:spPr>
          <a:xfrm>
            <a:off x="42793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0" name="Shape 2418"/>
          <p:cNvSpPr/>
          <p:nvPr/>
        </p:nvSpPr>
        <p:spPr>
          <a:xfrm>
            <a:off x="43891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1" name="Shape 2419"/>
          <p:cNvSpPr/>
          <p:nvPr/>
        </p:nvSpPr>
        <p:spPr>
          <a:xfrm>
            <a:off x="44988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2" name="Shape 2420"/>
          <p:cNvSpPr/>
          <p:nvPr/>
        </p:nvSpPr>
        <p:spPr>
          <a:xfrm>
            <a:off x="46085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3" name="Shape 2421"/>
          <p:cNvSpPr/>
          <p:nvPr/>
        </p:nvSpPr>
        <p:spPr>
          <a:xfrm>
            <a:off x="47183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4" name="Shape 2422"/>
          <p:cNvSpPr/>
          <p:nvPr/>
        </p:nvSpPr>
        <p:spPr>
          <a:xfrm>
            <a:off x="48280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5" name="Shape 2423"/>
          <p:cNvSpPr/>
          <p:nvPr/>
        </p:nvSpPr>
        <p:spPr>
          <a:xfrm>
            <a:off x="49377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6" name="Shape 2424"/>
          <p:cNvSpPr/>
          <p:nvPr/>
        </p:nvSpPr>
        <p:spPr>
          <a:xfrm>
            <a:off x="50474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7" name="Shape 2425"/>
          <p:cNvSpPr/>
          <p:nvPr/>
        </p:nvSpPr>
        <p:spPr>
          <a:xfrm>
            <a:off x="51572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8" name="Shape 2426"/>
          <p:cNvSpPr/>
          <p:nvPr/>
        </p:nvSpPr>
        <p:spPr>
          <a:xfrm>
            <a:off x="52669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9" name="Shape 2427"/>
          <p:cNvSpPr/>
          <p:nvPr/>
        </p:nvSpPr>
        <p:spPr>
          <a:xfrm>
            <a:off x="53766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0" name="Shape 2428"/>
          <p:cNvSpPr/>
          <p:nvPr/>
        </p:nvSpPr>
        <p:spPr>
          <a:xfrm>
            <a:off x="54864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1" name="Shape 2429"/>
          <p:cNvSpPr/>
          <p:nvPr/>
        </p:nvSpPr>
        <p:spPr>
          <a:xfrm>
            <a:off x="55961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2" name="Shape 2430"/>
          <p:cNvSpPr/>
          <p:nvPr/>
        </p:nvSpPr>
        <p:spPr>
          <a:xfrm>
            <a:off x="57058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3" name="Shape 2431"/>
          <p:cNvSpPr/>
          <p:nvPr/>
        </p:nvSpPr>
        <p:spPr>
          <a:xfrm>
            <a:off x="58155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4" name="Shape 2432"/>
          <p:cNvSpPr/>
          <p:nvPr/>
        </p:nvSpPr>
        <p:spPr>
          <a:xfrm>
            <a:off x="59253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5" name="Shape 2433"/>
          <p:cNvSpPr/>
          <p:nvPr/>
        </p:nvSpPr>
        <p:spPr>
          <a:xfrm>
            <a:off x="60350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6" name="Shape 2434"/>
          <p:cNvSpPr/>
          <p:nvPr/>
        </p:nvSpPr>
        <p:spPr>
          <a:xfrm>
            <a:off x="61447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7" name="Shape 2435"/>
          <p:cNvSpPr/>
          <p:nvPr/>
        </p:nvSpPr>
        <p:spPr>
          <a:xfrm>
            <a:off x="62544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8" name="Shape 2436"/>
          <p:cNvSpPr/>
          <p:nvPr/>
        </p:nvSpPr>
        <p:spPr>
          <a:xfrm>
            <a:off x="63642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9" name="Shape 2437"/>
          <p:cNvSpPr/>
          <p:nvPr/>
        </p:nvSpPr>
        <p:spPr>
          <a:xfrm>
            <a:off x="64739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0" name="Shape 2438"/>
          <p:cNvSpPr/>
          <p:nvPr/>
        </p:nvSpPr>
        <p:spPr>
          <a:xfrm>
            <a:off x="65836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1" name="Shape 2439"/>
          <p:cNvSpPr/>
          <p:nvPr/>
        </p:nvSpPr>
        <p:spPr>
          <a:xfrm>
            <a:off x="66934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2" name="Shape 2440"/>
          <p:cNvSpPr/>
          <p:nvPr/>
        </p:nvSpPr>
        <p:spPr>
          <a:xfrm>
            <a:off x="68031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3" name="Shape 2441"/>
          <p:cNvSpPr/>
          <p:nvPr/>
        </p:nvSpPr>
        <p:spPr>
          <a:xfrm>
            <a:off x="69128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4" name="Shape 2442"/>
          <p:cNvSpPr/>
          <p:nvPr/>
        </p:nvSpPr>
        <p:spPr>
          <a:xfrm>
            <a:off x="70225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5" name="Shape 2443"/>
          <p:cNvSpPr/>
          <p:nvPr/>
        </p:nvSpPr>
        <p:spPr>
          <a:xfrm>
            <a:off x="71323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6" name="Shape 2444"/>
          <p:cNvSpPr/>
          <p:nvPr/>
        </p:nvSpPr>
        <p:spPr>
          <a:xfrm>
            <a:off x="72420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7" name="Shape 2445"/>
          <p:cNvSpPr/>
          <p:nvPr/>
        </p:nvSpPr>
        <p:spPr>
          <a:xfrm>
            <a:off x="73517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8" name="Shape 2446"/>
          <p:cNvSpPr/>
          <p:nvPr/>
        </p:nvSpPr>
        <p:spPr>
          <a:xfrm>
            <a:off x="74615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9" name="Shape 2447"/>
          <p:cNvSpPr/>
          <p:nvPr/>
        </p:nvSpPr>
        <p:spPr>
          <a:xfrm>
            <a:off x="75712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0" name="Shape 2448"/>
          <p:cNvSpPr/>
          <p:nvPr/>
        </p:nvSpPr>
        <p:spPr>
          <a:xfrm>
            <a:off x="76809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1" name="Shape 2449"/>
          <p:cNvSpPr/>
          <p:nvPr/>
        </p:nvSpPr>
        <p:spPr>
          <a:xfrm>
            <a:off x="77906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2" name="Shape 2450"/>
          <p:cNvSpPr/>
          <p:nvPr/>
        </p:nvSpPr>
        <p:spPr>
          <a:xfrm>
            <a:off x="79004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3" name="Shape 2451"/>
          <p:cNvSpPr/>
          <p:nvPr/>
        </p:nvSpPr>
        <p:spPr>
          <a:xfrm>
            <a:off x="80101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4" name="Shape 2452"/>
          <p:cNvSpPr/>
          <p:nvPr/>
        </p:nvSpPr>
        <p:spPr>
          <a:xfrm>
            <a:off x="81198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5" name="Shape 2453"/>
          <p:cNvSpPr/>
          <p:nvPr/>
        </p:nvSpPr>
        <p:spPr>
          <a:xfrm>
            <a:off x="82296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6" name="Shape 2454"/>
          <p:cNvSpPr/>
          <p:nvPr/>
        </p:nvSpPr>
        <p:spPr>
          <a:xfrm>
            <a:off x="83393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7" name="Shape 2455"/>
          <p:cNvSpPr/>
          <p:nvPr/>
        </p:nvSpPr>
        <p:spPr>
          <a:xfrm>
            <a:off x="84490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8" name="Shape 2456"/>
          <p:cNvSpPr/>
          <p:nvPr/>
        </p:nvSpPr>
        <p:spPr>
          <a:xfrm>
            <a:off x="85587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9" name="Shape 2457"/>
          <p:cNvSpPr/>
          <p:nvPr/>
        </p:nvSpPr>
        <p:spPr>
          <a:xfrm>
            <a:off x="86685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0" name="Shape 2458"/>
          <p:cNvSpPr/>
          <p:nvPr/>
        </p:nvSpPr>
        <p:spPr>
          <a:xfrm>
            <a:off x="87782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1" name="Shape 2459"/>
          <p:cNvSpPr/>
          <p:nvPr/>
        </p:nvSpPr>
        <p:spPr>
          <a:xfrm>
            <a:off x="88879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2" name="Shape 2460"/>
          <p:cNvSpPr/>
          <p:nvPr/>
        </p:nvSpPr>
        <p:spPr>
          <a:xfrm>
            <a:off x="89976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3" name="Shape 2461"/>
          <p:cNvSpPr/>
          <p:nvPr/>
        </p:nvSpPr>
        <p:spPr>
          <a:xfrm>
            <a:off x="91074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4" name="Shape 2462"/>
          <p:cNvSpPr/>
          <p:nvPr/>
        </p:nvSpPr>
        <p:spPr>
          <a:xfrm>
            <a:off x="92171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5" name="Shape 2463"/>
          <p:cNvSpPr/>
          <p:nvPr/>
        </p:nvSpPr>
        <p:spPr>
          <a:xfrm>
            <a:off x="93268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6" name="Shape 2464"/>
          <p:cNvSpPr/>
          <p:nvPr/>
        </p:nvSpPr>
        <p:spPr>
          <a:xfrm>
            <a:off x="94366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7" name="Shape 2465"/>
          <p:cNvSpPr/>
          <p:nvPr/>
        </p:nvSpPr>
        <p:spPr>
          <a:xfrm>
            <a:off x="95463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8" name="Shape 2466"/>
          <p:cNvSpPr/>
          <p:nvPr/>
        </p:nvSpPr>
        <p:spPr>
          <a:xfrm>
            <a:off x="96560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9" name="Shape 2467"/>
          <p:cNvSpPr/>
          <p:nvPr/>
        </p:nvSpPr>
        <p:spPr>
          <a:xfrm>
            <a:off x="97657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0" name="Shape 2468"/>
          <p:cNvSpPr/>
          <p:nvPr/>
        </p:nvSpPr>
        <p:spPr>
          <a:xfrm>
            <a:off x="98755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1" name="Shape 2469"/>
          <p:cNvSpPr/>
          <p:nvPr/>
        </p:nvSpPr>
        <p:spPr>
          <a:xfrm>
            <a:off x="99852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2" name="Shape 2470"/>
          <p:cNvSpPr/>
          <p:nvPr/>
        </p:nvSpPr>
        <p:spPr>
          <a:xfrm>
            <a:off x="100949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3" name="Shape 2471"/>
          <p:cNvSpPr/>
          <p:nvPr/>
        </p:nvSpPr>
        <p:spPr>
          <a:xfrm>
            <a:off x="102047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4" name="Shape 2472"/>
          <p:cNvSpPr/>
          <p:nvPr/>
        </p:nvSpPr>
        <p:spPr>
          <a:xfrm>
            <a:off x="103144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5" name="Shape 2473"/>
          <p:cNvSpPr/>
          <p:nvPr/>
        </p:nvSpPr>
        <p:spPr>
          <a:xfrm>
            <a:off x="104241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6" name="Shape 2474"/>
          <p:cNvSpPr/>
          <p:nvPr/>
        </p:nvSpPr>
        <p:spPr>
          <a:xfrm>
            <a:off x="105338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7" name="Shape 2475"/>
          <p:cNvSpPr/>
          <p:nvPr/>
        </p:nvSpPr>
        <p:spPr>
          <a:xfrm>
            <a:off x="106436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8" name="Shape 2476"/>
          <p:cNvSpPr/>
          <p:nvPr/>
        </p:nvSpPr>
        <p:spPr>
          <a:xfrm>
            <a:off x="107533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9" name="Shape 2477"/>
          <p:cNvSpPr/>
          <p:nvPr/>
        </p:nvSpPr>
        <p:spPr>
          <a:xfrm>
            <a:off x="108630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0" name="Shape 2478"/>
          <p:cNvSpPr/>
          <p:nvPr/>
        </p:nvSpPr>
        <p:spPr>
          <a:xfrm>
            <a:off x="109728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1" name="Shape 2479"/>
          <p:cNvSpPr/>
          <p:nvPr/>
        </p:nvSpPr>
        <p:spPr>
          <a:xfrm>
            <a:off x="110825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2" name="Shape 2480"/>
          <p:cNvSpPr/>
          <p:nvPr/>
        </p:nvSpPr>
        <p:spPr>
          <a:xfrm>
            <a:off x="111922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3" name="Shape 2481"/>
          <p:cNvSpPr/>
          <p:nvPr/>
        </p:nvSpPr>
        <p:spPr>
          <a:xfrm>
            <a:off x="113019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4" name="Shape 2482"/>
          <p:cNvSpPr/>
          <p:nvPr/>
        </p:nvSpPr>
        <p:spPr>
          <a:xfrm>
            <a:off x="114117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5" name="Shape 2483"/>
          <p:cNvSpPr/>
          <p:nvPr/>
        </p:nvSpPr>
        <p:spPr>
          <a:xfrm>
            <a:off x="115214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6" name="Shape 2484"/>
          <p:cNvSpPr/>
          <p:nvPr/>
        </p:nvSpPr>
        <p:spPr>
          <a:xfrm>
            <a:off x="116311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7" name="Shape 2485"/>
          <p:cNvSpPr/>
          <p:nvPr/>
        </p:nvSpPr>
        <p:spPr>
          <a:xfrm>
            <a:off x="117408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8" name="Shape 2486"/>
          <p:cNvSpPr/>
          <p:nvPr/>
        </p:nvSpPr>
        <p:spPr>
          <a:xfrm>
            <a:off x="0" y="3931920"/>
            <a:ext cx="9144000" cy="1216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9" name="Text 2487"/>
          <p:cNvSpPr/>
          <p:nvPr/>
        </p:nvSpPr>
        <p:spPr>
          <a:xfrm>
            <a:off x="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</a:rPr>
              <a:t>Session 1</a:t>
            </a:r>
            <a:endParaRPr lang="en-US" sz="2000" dirty="0"/>
          </a:p>
        </p:txBody>
      </p:sp>
      <p:sp>
        <p:nvSpPr>
          <p:cNvPr id="2490" name="Text 2488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LLM 원리와 한계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세미나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LLM의 기본 원리를 이해한다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Transformer 구조를 개념적으로 파악한다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LLM의 한계 (할루시네이션, 지식 컷오프)를 인식한다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Agentic AI의 개념을 이해한다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세미나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핵심 개념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793502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"Attention is All You Need (2017)"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31520" y="2240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Self-Attention: 문장 내 모든 단어가 서로를 참조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109728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"The cat sat on the mat because it was tired" → "it"이 "cat" 가리킴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731520" y="3108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병렬 처리: RNN과 달리 모든 위치를 동시에 처리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1097280" y="3566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학습 속도 대폭 향상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세미나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vs BERT 비교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68832"/>
              </p:ext>
            </p:extLst>
          </p:nvPr>
        </p:nvGraphicFramePr>
        <p:xfrm>
          <a:off x="731520" y="1554480"/>
          <a:ext cx="8117058" cy="2743200"/>
        </p:xfrm>
        <a:graphic>
          <a:graphicData uri="http://schemas.openxmlformats.org/drawingml/2006/table">
            <a:tbl>
              <a:tblPr/>
              <a:tblGrid>
                <a:gridCol w="1603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 (Decoder)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 (Encoder)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단방향 (좌→우)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양방향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목적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 생성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이해/분류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Token Prediction</a:t>
                      </a:r>
                      <a:endParaRPr lang="en-US" sz="16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Masked Language Model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대표 모델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GPT-4, Gemini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BERT, RoBERTa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D1D17-123C-406D-E8C2-5C32A7AA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A9BA47-B883-5E45-0C16-FD62A3ED18A5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AA0061-FE18-267B-1F6F-084C7F219954}"/>
              </a:ext>
            </a:extLst>
          </p:cNvPr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3BCB369-7070-EC19-A53D-5A8C4F1FD0BC}"/>
              </a:ext>
            </a:extLst>
          </p:cNvPr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6419840-2085-CF78-E6E1-67EA1736D9F7}"/>
              </a:ext>
            </a:extLst>
          </p:cNvPr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CC1868AB-3032-6B01-6C90-6AF0F2C4012F}"/>
              </a:ext>
            </a:extLst>
          </p:cNvPr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9EADA502-A9E1-4727-D359-11F6FFFCE9C7}"/>
              </a:ext>
            </a:extLst>
          </p:cNvPr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B3B14107-3E38-55F7-6388-A96F14D4C13D}"/>
              </a:ext>
            </a:extLst>
          </p:cNvPr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8ED66183-C812-4379-E786-3D74195B10B0}"/>
              </a:ext>
            </a:extLst>
          </p:cNvPr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9913669C-62C8-A82F-3799-80AA3E9623C7}"/>
              </a:ext>
            </a:extLst>
          </p:cNvPr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어라</a:t>
            </a:r>
            <a:r>
              <a:rPr lang="en-US" altLang="ko-KR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r>
              <a:rPr lang="ko-KR" alt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8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포텐이</a:t>
            </a:r>
            <a:r>
              <a:rPr lang="ko-KR" alt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터진다</a:t>
            </a:r>
            <a:endParaRPr lang="en-US" sz="2800" dirty="0"/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DBD63E0A-7F46-404D-B840-5D532302D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2" y="1518374"/>
            <a:ext cx="4900805" cy="3374114"/>
          </a:xfrm>
          <a:prstGeom prst="rect">
            <a:avLst/>
          </a:prstGeom>
        </p:spPr>
      </p:pic>
      <p:sp>
        <p:nvSpPr>
          <p:cNvPr id="90" name="Text 84">
            <a:extLst>
              <a:ext uri="{FF2B5EF4-FFF2-40B4-BE49-F238E27FC236}">
                <a16:creationId xmlns:a16="http://schemas.microsoft.com/office/drawing/2014/main" id="{63CA7EF0-F54E-B33D-A09D-C296AC85C39C}"/>
              </a:ext>
            </a:extLst>
          </p:cNvPr>
          <p:cNvSpPr/>
          <p:nvPr/>
        </p:nvSpPr>
        <p:spPr>
          <a:xfrm>
            <a:off x="5622306" y="1606475"/>
            <a:ext cx="3549126" cy="26696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파라미터만 늘렸을 분인데</a:t>
            </a:r>
            <a:r>
              <a:rPr lang="en-US" altLang="ko-KR" sz="14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..</a:t>
            </a:r>
          </a:p>
          <a:p>
            <a:r>
              <a:rPr lang="ko-KR" altLang="en-US" sz="1400" b="1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똑똑해짐</a:t>
            </a:r>
            <a:endParaRPr lang="en-US" altLang="ko-KR" sz="1400" b="1" dirty="0">
              <a:solidFill>
                <a:srgbClr val="1A1A1A"/>
              </a:solidFill>
              <a:latin typeface="Arial" pitchFamily="34" charset="0"/>
              <a:cs typeface="Arial" pitchFamily="34" charset="-120"/>
            </a:endParaRPr>
          </a:p>
          <a:p>
            <a:endParaRPr lang="en-US" altLang="ko-KR" sz="1400" b="1" dirty="0">
              <a:solidFill>
                <a:srgbClr val="1A1A1A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ko-KR" altLang="en-US" sz="14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모델의 스케일을 늘리는 것이 단순히 성능을 선형적으로 향상시키는 것을 넘어</a:t>
            </a:r>
            <a:r>
              <a:rPr lang="en-US" altLang="ko-KR" sz="14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4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예측 불가능한 새로운 능력을 발현시킬 </a:t>
            </a:r>
            <a:r>
              <a:rPr lang="ko-KR" altLang="en-US" sz="14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수 있음을 시사</a:t>
            </a:r>
            <a:endParaRPr 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76CFE5B-2C73-5A1D-D807-CA4D4C909427}"/>
              </a:ext>
            </a:extLst>
          </p:cNvPr>
          <p:cNvSpPr txBox="1"/>
          <p:nvPr/>
        </p:nvSpPr>
        <p:spPr>
          <a:xfrm>
            <a:off x="5654400" y="3606974"/>
            <a:ext cx="3211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돈오점수</a:t>
            </a:r>
            <a:r>
              <a:rPr lang="en-US" altLang="ko-KR" sz="1200" dirty="0"/>
              <a:t>(</a:t>
            </a:r>
            <a:r>
              <a:rPr lang="ko-KR" altLang="en-US" sz="1200" b="1" dirty="0" err="1"/>
              <a:t>頓悟</a:t>
            </a:r>
            <a:r>
              <a:rPr lang="ko-KR" altLang="en-US" sz="1200" dirty="0" err="1"/>
              <a:t>漸修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ko-KR" altLang="en-US" sz="1200" b="1" dirty="0">
                <a:effectLst/>
              </a:rPr>
              <a:t>단번에 깨달음</a:t>
            </a:r>
            <a:r>
              <a:rPr lang="en-US" altLang="ko-KR" sz="1200" b="1" dirty="0">
                <a:effectLst/>
              </a:rPr>
              <a:t>(</a:t>
            </a:r>
            <a:r>
              <a:rPr lang="ko-KR" altLang="en-US" sz="1200" b="1" dirty="0" err="1">
                <a:effectLst/>
              </a:rPr>
              <a:t>頓悟</a:t>
            </a:r>
            <a:r>
              <a:rPr lang="en-US" altLang="ko-KR" sz="1200" b="1" dirty="0">
                <a:effectLst/>
              </a:rPr>
              <a:t>),</a:t>
            </a:r>
            <a:r>
              <a:rPr lang="ko-KR" altLang="en-US" sz="1200" b="1" dirty="0">
                <a:effectLst/>
              </a:rPr>
              <a:t> </a:t>
            </a:r>
            <a:endParaRPr lang="en-US" altLang="ko-KR" sz="1200" b="1" dirty="0">
              <a:effectLst/>
            </a:endParaRPr>
          </a:p>
          <a:p>
            <a:r>
              <a:rPr lang="en-US" altLang="ko-KR" sz="1200" b="1" dirty="0"/>
              <a:t>	</a:t>
            </a:r>
            <a:r>
              <a:rPr lang="ko-KR" altLang="en-US" sz="1200" b="1" dirty="0"/>
              <a:t>               </a:t>
            </a:r>
            <a:r>
              <a:rPr lang="ko-KR" altLang="en-US" sz="1200" dirty="0"/>
              <a:t>점진적인 수행</a:t>
            </a:r>
            <a:r>
              <a:rPr lang="en-US" altLang="ko-KR" sz="1200" dirty="0"/>
              <a:t>(</a:t>
            </a:r>
            <a:r>
              <a:rPr lang="ko-KR" altLang="en-US" sz="1200" dirty="0" err="1"/>
              <a:t>漸修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66494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주요 한계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할루시네이션 (Hallucination)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그럴듯하지만 사실이 아닌 정보 생성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1097280" y="2423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확률적 다음 토큰 예측의 부작용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731520" y="2834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지식 컷오프 (Knowledge Cutoff)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학습 데이터 이후의 정보를 모름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GPT-4: 2023년 4월 기준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해결책: RAG, Tool Calling, Fine-tuning</a:t>
            </a:r>
            <a:endParaRPr lang="en-US" sz="2000" dirty="0"/>
          </a:p>
        </p:txBody>
      </p:sp>
      <p:pic>
        <p:nvPicPr>
          <p:cNvPr id="1026" name="Picture 2" descr="세종대왕 맥북프로 던짐 사건 (r35 판) - 나무위키">
            <a:extLst>
              <a:ext uri="{FF2B5EF4-FFF2-40B4-BE49-F238E27FC236}">
                <a16:creationId xmlns:a16="http://schemas.microsoft.com/office/drawing/2014/main" id="{5D52D460-FE6E-AEA5-6BA7-B3CA7B0C1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541" y="2978823"/>
            <a:ext cx="3097765" cy="1928906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2년 전, 한 유저가 ChatGPT에게 '세종 대왕 맥북 프로 던짐 사건'에 대해 알려 달라는 엉뚱한 질문을 하자, 마치 실제 있었던  일인 것처럼 지어낸 답변이 돌아와 화제가 되었죠. 이처럼 AI 언어 모델이 마치">
            <a:extLst>
              <a:ext uri="{FF2B5EF4-FFF2-40B4-BE49-F238E27FC236}">
                <a16:creationId xmlns:a16="http://schemas.microsoft.com/office/drawing/2014/main" id="{0ED5F838-F772-F618-BF69-16776983E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629" y="868680"/>
            <a:ext cx="1694940" cy="211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Token Prediction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807569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"LLM은 다음 토큰의 확률 분포를 예측하는 모델"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731520" y="2240280"/>
            <a:ext cx="7807569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9144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"오늘 날씨가" → [좋다: 0.3, 춥다: 0.2, 맑다: 0.15, ...]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731520" y="29718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Temperature 파라미터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109728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0에 가까우면: 결정적 (가장 확률 높은 토큰)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1에 가까우면: 창의적 (확률 분포대로 샘플링)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 of Experts (MoE)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여러 전문가 네트워크 중 일부만 활성화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효율적으로 대규모 모델 운영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658368" y="3168127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예시: Mixtral 8x7B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539496" y="367015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8개 전문가 중 2개만 활성화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539496" y="408163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실제 연산은 14B 수준, 지식은 56B 수준</a:t>
            </a:r>
            <a:endParaRPr lang="en-US" sz="1800" dirty="0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2FCC4C87-7482-29EA-30F4-7D6392024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1" y="2026679"/>
            <a:ext cx="3953436" cy="20039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 기법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Zero-shot: 예시 없이 바로 질문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Few-shot: 2-3개 예시 제공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Chain of Thought: "단계별로 생각해봐"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Tree of Thought: 여러 경로 탐색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31520" y="3383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 추론 + 행동 반복</a:t>
            </a:r>
            <a:endParaRPr lang="en-US" sz="2000" b="1" dirty="0"/>
          </a:p>
        </p:txBody>
      </p:sp>
      <p:pic>
        <p:nvPicPr>
          <p:cNvPr id="2050" name="Picture 2" descr="Tree of Thoughts (ToT) | Prompt Engineering Guide">
            <a:extLst>
              <a:ext uri="{FF2B5EF4-FFF2-40B4-BE49-F238E27FC236}">
                <a16:creationId xmlns:a16="http://schemas.microsoft.com/office/drawing/2014/main" id="{A8471BAA-B346-7F32-408F-2320A9D84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856" y="2877671"/>
            <a:ext cx="3985662" cy="202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1. LLM 원리와 한계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AI란?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765366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"LLM이 스스로 판단하고 도구를 사용하여 목표 달성"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31520" y="2240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Planning: 작업을 단계별로 분해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697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Memory: 대화 기록과 컨텍스트 유지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31520" y="3154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Tool Use: 외부 도구 호출 능력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Reflection: 결과 평가 및 수정</a:t>
            </a:r>
            <a:endParaRPr lang="en-US" sz="2000" dirty="0"/>
          </a:p>
        </p:txBody>
      </p:sp>
      <p:pic>
        <p:nvPicPr>
          <p:cNvPr id="5122" name="Picture 2" descr="Workflows and agents - Docs by LangChain">
            <a:extLst>
              <a:ext uri="{FF2B5EF4-FFF2-40B4-BE49-F238E27FC236}">
                <a16:creationId xmlns:a16="http://schemas.microsoft.com/office/drawing/2014/main" id="{22EB4E3C-6377-8F4A-A4D9-F82035877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734" y="3065417"/>
            <a:ext cx="3934459" cy="176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194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91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89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80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778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875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2070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167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4264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5361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6459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7556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8653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9751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848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1945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042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4140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5237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6334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432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8529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9626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0723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1821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2918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4015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112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6210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7307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8404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9502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0599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1696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2793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3891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4988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6085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7183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8280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9377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0474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1572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2669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3766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4864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5961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7058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8155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9253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0350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1447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2544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3642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4739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65836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6934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8031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9128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0225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1323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72420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3517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4615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75712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6809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77906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79004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0101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1198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82296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83393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84490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5587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86685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87782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88879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89976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91074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548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1645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2743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3840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4937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6035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132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229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9326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10424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11521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12618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13716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14813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15910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17007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18105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19202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20299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21396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22494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23591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24688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25786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26883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27980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29077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30175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31272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32369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33467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34564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35661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36758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37856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38953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40050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41148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42245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43342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44439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45537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>
            <a:off x="46634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>
            <a:off x="47731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48828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49926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51023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52120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>
            <a:off x="53218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54315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>
            <a:off x="55412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>
            <a:off x="56509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>
            <a:off x="57607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58704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59801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60899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>
            <a:off x="61996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63093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168"/>
          <p:cNvSpPr/>
          <p:nvPr/>
        </p:nvSpPr>
        <p:spPr>
          <a:xfrm>
            <a:off x="64190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>
            <a:off x="65288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66385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67482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68580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173"/>
          <p:cNvSpPr/>
          <p:nvPr/>
        </p:nvSpPr>
        <p:spPr>
          <a:xfrm>
            <a:off x="69677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>
            <a:off x="70774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71871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>
            <a:off x="72969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74066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75163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76260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77358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78455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>
            <a:off x="79552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80650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81747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82844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83941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85039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>
            <a:off x="86136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>
            <a:off x="87233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>
            <a:off x="88331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89428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90525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>
            <a:off x="91622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 218"/>
          <p:cNvSpPr/>
          <p:nvPr/>
        </p:nvSpPr>
        <p:spPr>
          <a:xfrm>
            <a:off x="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 219"/>
          <p:cNvSpPr/>
          <p:nvPr/>
        </p:nvSpPr>
        <p:spPr>
          <a:xfrm>
            <a:off x="1097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>
            <a:off x="2194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>
            <a:off x="3291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>
            <a:off x="4389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" name="Shape 223"/>
          <p:cNvSpPr/>
          <p:nvPr/>
        </p:nvSpPr>
        <p:spPr>
          <a:xfrm>
            <a:off x="5486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" name="Shape 224"/>
          <p:cNvSpPr/>
          <p:nvPr/>
        </p:nvSpPr>
        <p:spPr>
          <a:xfrm>
            <a:off x="6583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" name="Shape 225"/>
          <p:cNvSpPr/>
          <p:nvPr/>
        </p:nvSpPr>
        <p:spPr>
          <a:xfrm>
            <a:off x="7680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>
            <a:off x="8778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>
            <a:off x="9875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>
            <a:off x="10972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" name="Shape 229"/>
          <p:cNvSpPr/>
          <p:nvPr/>
        </p:nvSpPr>
        <p:spPr>
          <a:xfrm>
            <a:off x="12070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" name="Shape 230"/>
          <p:cNvSpPr/>
          <p:nvPr/>
        </p:nvSpPr>
        <p:spPr>
          <a:xfrm>
            <a:off x="13167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" name="Shape 231"/>
          <p:cNvSpPr/>
          <p:nvPr/>
        </p:nvSpPr>
        <p:spPr>
          <a:xfrm>
            <a:off x="14264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" name="Shape 232"/>
          <p:cNvSpPr/>
          <p:nvPr/>
        </p:nvSpPr>
        <p:spPr>
          <a:xfrm>
            <a:off x="15361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" name="Shape 233"/>
          <p:cNvSpPr/>
          <p:nvPr/>
        </p:nvSpPr>
        <p:spPr>
          <a:xfrm>
            <a:off x="16459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" name="Shape 234"/>
          <p:cNvSpPr/>
          <p:nvPr/>
        </p:nvSpPr>
        <p:spPr>
          <a:xfrm>
            <a:off x="17556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" name="Shape 235"/>
          <p:cNvSpPr/>
          <p:nvPr/>
        </p:nvSpPr>
        <p:spPr>
          <a:xfrm>
            <a:off x="18653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" name="Shape 236"/>
          <p:cNvSpPr/>
          <p:nvPr/>
        </p:nvSpPr>
        <p:spPr>
          <a:xfrm>
            <a:off x="19751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" name="Shape 237"/>
          <p:cNvSpPr/>
          <p:nvPr/>
        </p:nvSpPr>
        <p:spPr>
          <a:xfrm>
            <a:off x="20848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" name="Shape 238"/>
          <p:cNvSpPr/>
          <p:nvPr/>
        </p:nvSpPr>
        <p:spPr>
          <a:xfrm>
            <a:off x="21945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" name="Shape 239"/>
          <p:cNvSpPr/>
          <p:nvPr/>
        </p:nvSpPr>
        <p:spPr>
          <a:xfrm>
            <a:off x="23042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" name="Shape 240"/>
          <p:cNvSpPr/>
          <p:nvPr/>
        </p:nvSpPr>
        <p:spPr>
          <a:xfrm>
            <a:off x="24140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 241"/>
          <p:cNvSpPr/>
          <p:nvPr/>
        </p:nvSpPr>
        <p:spPr>
          <a:xfrm>
            <a:off x="25237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" name="Shape 242"/>
          <p:cNvSpPr/>
          <p:nvPr/>
        </p:nvSpPr>
        <p:spPr>
          <a:xfrm>
            <a:off x="26334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" name="Shape 243"/>
          <p:cNvSpPr/>
          <p:nvPr/>
        </p:nvSpPr>
        <p:spPr>
          <a:xfrm>
            <a:off x="27432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" name="Shape 244"/>
          <p:cNvSpPr/>
          <p:nvPr/>
        </p:nvSpPr>
        <p:spPr>
          <a:xfrm>
            <a:off x="28529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" name="Shape 245"/>
          <p:cNvSpPr/>
          <p:nvPr/>
        </p:nvSpPr>
        <p:spPr>
          <a:xfrm>
            <a:off x="29626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" name="Shape 246"/>
          <p:cNvSpPr/>
          <p:nvPr/>
        </p:nvSpPr>
        <p:spPr>
          <a:xfrm>
            <a:off x="30723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" name="Shape 247"/>
          <p:cNvSpPr/>
          <p:nvPr/>
        </p:nvSpPr>
        <p:spPr>
          <a:xfrm>
            <a:off x="31821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" name="Shape 248"/>
          <p:cNvSpPr/>
          <p:nvPr/>
        </p:nvSpPr>
        <p:spPr>
          <a:xfrm>
            <a:off x="32918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" name="Shape 249"/>
          <p:cNvSpPr/>
          <p:nvPr/>
        </p:nvSpPr>
        <p:spPr>
          <a:xfrm>
            <a:off x="34015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" name="Shape 250"/>
          <p:cNvSpPr/>
          <p:nvPr/>
        </p:nvSpPr>
        <p:spPr>
          <a:xfrm>
            <a:off x="35112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" name="Shape 251"/>
          <p:cNvSpPr/>
          <p:nvPr/>
        </p:nvSpPr>
        <p:spPr>
          <a:xfrm>
            <a:off x="36210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" name="Shape 252"/>
          <p:cNvSpPr/>
          <p:nvPr/>
        </p:nvSpPr>
        <p:spPr>
          <a:xfrm>
            <a:off x="37307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 253"/>
          <p:cNvSpPr/>
          <p:nvPr/>
        </p:nvSpPr>
        <p:spPr>
          <a:xfrm>
            <a:off x="38404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" name="Shape 254"/>
          <p:cNvSpPr/>
          <p:nvPr/>
        </p:nvSpPr>
        <p:spPr>
          <a:xfrm>
            <a:off x="39502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7" name="Shape 255"/>
          <p:cNvSpPr/>
          <p:nvPr/>
        </p:nvSpPr>
        <p:spPr>
          <a:xfrm>
            <a:off x="40599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8" name="Shape 256"/>
          <p:cNvSpPr/>
          <p:nvPr/>
        </p:nvSpPr>
        <p:spPr>
          <a:xfrm>
            <a:off x="41696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" name="Shape 257"/>
          <p:cNvSpPr/>
          <p:nvPr/>
        </p:nvSpPr>
        <p:spPr>
          <a:xfrm>
            <a:off x="42793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" name="Shape 258"/>
          <p:cNvSpPr/>
          <p:nvPr/>
        </p:nvSpPr>
        <p:spPr>
          <a:xfrm>
            <a:off x="43891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" name="Shape 259"/>
          <p:cNvSpPr/>
          <p:nvPr/>
        </p:nvSpPr>
        <p:spPr>
          <a:xfrm>
            <a:off x="44988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" name="Shape 260"/>
          <p:cNvSpPr/>
          <p:nvPr/>
        </p:nvSpPr>
        <p:spPr>
          <a:xfrm>
            <a:off x="46085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" name="Shape 261"/>
          <p:cNvSpPr/>
          <p:nvPr/>
        </p:nvSpPr>
        <p:spPr>
          <a:xfrm>
            <a:off x="47183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" name="Shape 262"/>
          <p:cNvSpPr/>
          <p:nvPr/>
        </p:nvSpPr>
        <p:spPr>
          <a:xfrm>
            <a:off x="48280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" name="Shape 263"/>
          <p:cNvSpPr/>
          <p:nvPr/>
        </p:nvSpPr>
        <p:spPr>
          <a:xfrm>
            <a:off x="49377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" name="Shape 264"/>
          <p:cNvSpPr/>
          <p:nvPr/>
        </p:nvSpPr>
        <p:spPr>
          <a:xfrm>
            <a:off x="50474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" name="Shape 265"/>
          <p:cNvSpPr/>
          <p:nvPr/>
        </p:nvSpPr>
        <p:spPr>
          <a:xfrm>
            <a:off x="51572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8" name="Shape 266"/>
          <p:cNvSpPr/>
          <p:nvPr/>
        </p:nvSpPr>
        <p:spPr>
          <a:xfrm>
            <a:off x="52669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9" name="Shape 267"/>
          <p:cNvSpPr/>
          <p:nvPr/>
        </p:nvSpPr>
        <p:spPr>
          <a:xfrm>
            <a:off x="53766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" name="Shape 268"/>
          <p:cNvSpPr/>
          <p:nvPr/>
        </p:nvSpPr>
        <p:spPr>
          <a:xfrm>
            <a:off x="54864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" name="Shape 269"/>
          <p:cNvSpPr/>
          <p:nvPr/>
        </p:nvSpPr>
        <p:spPr>
          <a:xfrm>
            <a:off x="55961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" name="Shape 270"/>
          <p:cNvSpPr/>
          <p:nvPr/>
        </p:nvSpPr>
        <p:spPr>
          <a:xfrm>
            <a:off x="57058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" name="Shape 271"/>
          <p:cNvSpPr/>
          <p:nvPr/>
        </p:nvSpPr>
        <p:spPr>
          <a:xfrm>
            <a:off x="58155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" name="Shape 272"/>
          <p:cNvSpPr/>
          <p:nvPr/>
        </p:nvSpPr>
        <p:spPr>
          <a:xfrm>
            <a:off x="59253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" name="Shape 273"/>
          <p:cNvSpPr/>
          <p:nvPr/>
        </p:nvSpPr>
        <p:spPr>
          <a:xfrm>
            <a:off x="60350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" name="Shape 274"/>
          <p:cNvSpPr/>
          <p:nvPr/>
        </p:nvSpPr>
        <p:spPr>
          <a:xfrm>
            <a:off x="61447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" name="Shape 275"/>
          <p:cNvSpPr/>
          <p:nvPr/>
        </p:nvSpPr>
        <p:spPr>
          <a:xfrm>
            <a:off x="62544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" name="Shape 276"/>
          <p:cNvSpPr/>
          <p:nvPr/>
        </p:nvSpPr>
        <p:spPr>
          <a:xfrm>
            <a:off x="63642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9" name="Shape 277"/>
          <p:cNvSpPr/>
          <p:nvPr/>
        </p:nvSpPr>
        <p:spPr>
          <a:xfrm>
            <a:off x="64739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0" name="Shape 278"/>
          <p:cNvSpPr/>
          <p:nvPr/>
        </p:nvSpPr>
        <p:spPr>
          <a:xfrm>
            <a:off x="65836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" name="Shape 279"/>
          <p:cNvSpPr/>
          <p:nvPr/>
        </p:nvSpPr>
        <p:spPr>
          <a:xfrm>
            <a:off x="66934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" name="Shape 280"/>
          <p:cNvSpPr/>
          <p:nvPr/>
        </p:nvSpPr>
        <p:spPr>
          <a:xfrm>
            <a:off x="68031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" name="Shape 281"/>
          <p:cNvSpPr/>
          <p:nvPr/>
        </p:nvSpPr>
        <p:spPr>
          <a:xfrm>
            <a:off x="69128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" name="Shape 282"/>
          <p:cNvSpPr/>
          <p:nvPr/>
        </p:nvSpPr>
        <p:spPr>
          <a:xfrm>
            <a:off x="70225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" name="Shape 283"/>
          <p:cNvSpPr/>
          <p:nvPr/>
        </p:nvSpPr>
        <p:spPr>
          <a:xfrm>
            <a:off x="71323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" name="Shape 284"/>
          <p:cNvSpPr/>
          <p:nvPr/>
        </p:nvSpPr>
        <p:spPr>
          <a:xfrm>
            <a:off x="72420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" name="Shape 285"/>
          <p:cNvSpPr/>
          <p:nvPr/>
        </p:nvSpPr>
        <p:spPr>
          <a:xfrm>
            <a:off x="73517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" name="Shape 286"/>
          <p:cNvSpPr/>
          <p:nvPr/>
        </p:nvSpPr>
        <p:spPr>
          <a:xfrm>
            <a:off x="74615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" name="Shape 287"/>
          <p:cNvSpPr/>
          <p:nvPr/>
        </p:nvSpPr>
        <p:spPr>
          <a:xfrm>
            <a:off x="75712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0" name="Shape 288"/>
          <p:cNvSpPr/>
          <p:nvPr/>
        </p:nvSpPr>
        <p:spPr>
          <a:xfrm>
            <a:off x="76809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" name="Shape 289"/>
          <p:cNvSpPr/>
          <p:nvPr/>
        </p:nvSpPr>
        <p:spPr>
          <a:xfrm>
            <a:off x="77906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" name="Shape 290"/>
          <p:cNvSpPr/>
          <p:nvPr/>
        </p:nvSpPr>
        <p:spPr>
          <a:xfrm>
            <a:off x="79004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" name="Shape 291"/>
          <p:cNvSpPr/>
          <p:nvPr/>
        </p:nvSpPr>
        <p:spPr>
          <a:xfrm>
            <a:off x="80101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" name="Shape 292"/>
          <p:cNvSpPr/>
          <p:nvPr/>
        </p:nvSpPr>
        <p:spPr>
          <a:xfrm>
            <a:off x="81198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" name="Shape 293"/>
          <p:cNvSpPr/>
          <p:nvPr/>
        </p:nvSpPr>
        <p:spPr>
          <a:xfrm>
            <a:off x="82296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" name="Shape 294"/>
          <p:cNvSpPr/>
          <p:nvPr/>
        </p:nvSpPr>
        <p:spPr>
          <a:xfrm>
            <a:off x="83393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" name="Shape 295"/>
          <p:cNvSpPr/>
          <p:nvPr/>
        </p:nvSpPr>
        <p:spPr>
          <a:xfrm>
            <a:off x="84490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" name="Shape 296"/>
          <p:cNvSpPr/>
          <p:nvPr/>
        </p:nvSpPr>
        <p:spPr>
          <a:xfrm>
            <a:off x="85587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" name="Shape 297"/>
          <p:cNvSpPr/>
          <p:nvPr/>
        </p:nvSpPr>
        <p:spPr>
          <a:xfrm>
            <a:off x="86685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0" name="Shape 298"/>
          <p:cNvSpPr/>
          <p:nvPr/>
        </p:nvSpPr>
        <p:spPr>
          <a:xfrm>
            <a:off x="87782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1" name="Shape 299"/>
          <p:cNvSpPr/>
          <p:nvPr/>
        </p:nvSpPr>
        <p:spPr>
          <a:xfrm>
            <a:off x="88879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" name="Shape 300"/>
          <p:cNvSpPr/>
          <p:nvPr/>
        </p:nvSpPr>
        <p:spPr>
          <a:xfrm>
            <a:off x="89976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" name="Shape 301"/>
          <p:cNvSpPr/>
          <p:nvPr/>
        </p:nvSpPr>
        <p:spPr>
          <a:xfrm>
            <a:off x="91074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" name="Shape 326"/>
          <p:cNvSpPr/>
          <p:nvPr/>
        </p:nvSpPr>
        <p:spPr>
          <a:xfrm>
            <a:off x="548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" name="Shape 327"/>
          <p:cNvSpPr/>
          <p:nvPr/>
        </p:nvSpPr>
        <p:spPr>
          <a:xfrm>
            <a:off x="1645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" name="Shape 328"/>
          <p:cNvSpPr/>
          <p:nvPr/>
        </p:nvSpPr>
        <p:spPr>
          <a:xfrm>
            <a:off x="2743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" name="Shape 329"/>
          <p:cNvSpPr/>
          <p:nvPr/>
        </p:nvSpPr>
        <p:spPr>
          <a:xfrm>
            <a:off x="3840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" name="Shape 330"/>
          <p:cNvSpPr/>
          <p:nvPr/>
        </p:nvSpPr>
        <p:spPr>
          <a:xfrm>
            <a:off x="4937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3" name="Shape 331"/>
          <p:cNvSpPr/>
          <p:nvPr/>
        </p:nvSpPr>
        <p:spPr>
          <a:xfrm>
            <a:off x="6035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4" name="Shape 332"/>
          <p:cNvSpPr/>
          <p:nvPr/>
        </p:nvSpPr>
        <p:spPr>
          <a:xfrm>
            <a:off x="7132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" name="Shape 333"/>
          <p:cNvSpPr/>
          <p:nvPr/>
        </p:nvSpPr>
        <p:spPr>
          <a:xfrm>
            <a:off x="8229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" name="Shape 334"/>
          <p:cNvSpPr/>
          <p:nvPr/>
        </p:nvSpPr>
        <p:spPr>
          <a:xfrm>
            <a:off x="9326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" name="Shape 335"/>
          <p:cNvSpPr/>
          <p:nvPr/>
        </p:nvSpPr>
        <p:spPr>
          <a:xfrm>
            <a:off x="10424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" name="Shape 336"/>
          <p:cNvSpPr/>
          <p:nvPr/>
        </p:nvSpPr>
        <p:spPr>
          <a:xfrm>
            <a:off x="11521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" name="Shape 337"/>
          <p:cNvSpPr/>
          <p:nvPr/>
        </p:nvSpPr>
        <p:spPr>
          <a:xfrm>
            <a:off x="12618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" name="Shape 338"/>
          <p:cNvSpPr/>
          <p:nvPr/>
        </p:nvSpPr>
        <p:spPr>
          <a:xfrm>
            <a:off x="13716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" name="Shape 339"/>
          <p:cNvSpPr/>
          <p:nvPr/>
        </p:nvSpPr>
        <p:spPr>
          <a:xfrm>
            <a:off x="14813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" name="Shape 340"/>
          <p:cNvSpPr/>
          <p:nvPr/>
        </p:nvSpPr>
        <p:spPr>
          <a:xfrm>
            <a:off x="15910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1"/>
          <p:cNvSpPr/>
          <p:nvPr/>
        </p:nvSpPr>
        <p:spPr>
          <a:xfrm>
            <a:off x="17007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4" name="Shape 342"/>
          <p:cNvSpPr/>
          <p:nvPr/>
        </p:nvSpPr>
        <p:spPr>
          <a:xfrm>
            <a:off x="18105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" name="Shape 343"/>
          <p:cNvSpPr/>
          <p:nvPr/>
        </p:nvSpPr>
        <p:spPr>
          <a:xfrm>
            <a:off x="19202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" name="Shape 344"/>
          <p:cNvSpPr/>
          <p:nvPr/>
        </p:nvSpPr>
        <p:spPr>
          <a:xfrm>
            <a:off x="20299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" name="Shape 345"/>
          <p:cNvSpPr/>
          <p:nvPr/>
        </p:nvSpPr>
        <p:spPr>
          <a:xfrm>
            <a:off x="21396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" name="Shape 346"/>
          <p:cNvSpPr/>
          <p:nvPr/>
        </p:nvSpPr>
        <p:spPr>
          <a:xfrm>
            <a:off x="22494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" name="Shape 347"/>
          <p:cNvSpPr/>
          <p:nvPr/>
        </p:nvSpPr>
        <p:spPr>
          <a:xfrm>
            <a:off x="23591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" name="Shape 348"/>
          <p:cNvSpPr/>
          <p:nvPr/>
        </p:nvSpPr>
        <p:spPr>
          <a:xfrm>
            <a:off x="24688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" name="Shape 349"/>
          <p:cNvSpPr/>
          <p:nvPr/>
        </p:nvSpPr>
        <p:spPr>
          <a:xfrm>
            <a:off x="25786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" name="Shape 350"/>
          <p:cNvSpPr/>
          <p:nvPr/>
        </p:nvSpPr>
        <p:spPr>
          <a:xfrm>
            <a:off x="26883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" name="Shape 351"/>
          <p:cNvSpPr/>
          <p:nvPr/>
        </p:nvSpPr>
        <p:spPr>
          <a:xfrm>
            <a:off x="27980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4" name="Shape 352"/>
          <p:cNvSpPr/>
          <p:nvPr/>
        </p:nvSpPr>
        <p:spPr>
          <a:xfrm>
            <a:off x="29077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5" name="Shape 353"/>
          <p:cNvSpPr/>
          <p:nvPr/>
        </p:nvSpPr>
        <p:spPr>
          <a:xfrm>
            <a:off x="30175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" name="Shape 354"/>
          <p:cNvSpPr/>
          <p:nvPr/>
        </p:nvSpPr>
        <p:spPr>
          <a:xfrm>
            <a:off x="31272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" name="Shape 355"/>
          <p:cNvSpPr/>
          <p:nvPr/>
        </p:nvSpPr>
        <p:spPr>
          <a:xfrm>
            <a:off x="32369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" name="Shape 356"/>
          <p:cNvSpPr/>
          <p:nvPr/>
        </p:nvSpPr>
        <p:spPr>
          <a:xfrm>
            <a:off x="33467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" name="Shape 357"/>
          <p:cNvSpPr/>
          <p:nvPr/>
        </p:nvSpPr>
        <p:spPr>
          <a:xfrm>
            <a:off x="34564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" name="Shape 358"/>
          <p:cNvSpPr/>
          <p:nvPr/>
        </p:nvSpPr>
        <p:spPr>
          <a:xfrm>
            <a:off x="35661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" name="Shape 359"/>
          <p:cNvSpPr/>
          <p:nvPr/>
        </p:nvSpPr>
        <p:spPr>
          <a:xfrm>
            <a:off x="36758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" name="Shape 360"/>
          <p:cNvSpPr/>
          <p:nvPr/>
        </p:nvSpPr>
        <p:spPr>
          <a:xfrm>
            <a:off x="37856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" name="Shape 361"/>
          <p:cNvSpPr/>
          <p:nvPr/>
        </p:nvSpPr>
        <p:spPr>
          <a:xfrm>
            <a:off x="38953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" name="Shape 362"/>
          <p:cNvSpPr/>
          <p:nvPr/>
        </p:nvSpPr>
        <p:spPr>
          <a:xfrm>
            <a:off x="40050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5" name="Shape 363"/>
          <p:cNvSpPr/>
          <p:nvPr/>
        </p:nvSpPr>
        <p:spPr>
          <a:xfrm>
            <a:off x="41148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6" name="Shape 364"/>
          <p:cNvSpPr/>
          <p:nvPr/>
        </p:nvSpPr>
        <p:spPr>
          <a:xfrm>
            <a:off x="42245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" name="Shape 365"/>
          <p:cNvSpPr/>
          <p:nvPr/>
        </p:nvSpPr>
        <p:spPr>
          <a:xfrm>
            <a:off x="43342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" name="Shape 366"/>
          <p:cNvSpPr/>
          <p:nvPr/>
        </p:nvSpPr>
        <p:spPr>
          <a:xfrm>
            <a:off x="44439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" name="Shape 367"/>
          <p:cNvSpPr/>
          <p:nvPr/>
        </p:nvSpPr>
        <p:spPr>
          <a:xfrm>
            <a:off x="45537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" name="Shape 368"/>
          <p:cNvSpPr/>
          <p:nvPr/>
        </p:nvSpPr>
        <p:spPr>
          <a:xfrm>
            <a:off x="46634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" name="Shape 369"/>
          <p:cNvSpPr/>
          <p:nvPr/>
        </p:nvSpPr>
        <p:spPr>
          <a:xfrm>
            <a:off x="47731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" name="Shape 370"/>
          <p:cNvSpPr/>
          <p:nvPr/>
        </p:nvSpPr>
        <p:spPr>
          <a:xfrm>
            <a:off x="48828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" name="Shape 371"/>
          <p:cNvSpPr/>
          <p:nvPr/>
        </p:nvSpPr>
        <p:spPr>
          <a:xfrm>
            <a:off x="49926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" name="Shape 372"/>
          <p:cNvSpPr/>
          <p:nvPr/>
        </p:nvSpPr>
        <p:spPr>
          <a:xfrm>
            <a:off x="51023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" name="Shape 373"/>
          <p:cNvSpPr/>
          <p:nvPr/>
        </p:nvSpPr>
        <p:spPr>
          <a:xfrm>
            <a:off x="52120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6" name="Shape 374"/>
          <p:cNvSpPr/>
          <p:nvPr/>
        </p:nvSpPr>
        <p:spPr>
          <a:xfrm>
            <a:off x="53218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7" name="Shape 375"/>
          <p:cNvSpPr/>
          <p:nvPr/>
        </p:nvSpPr>
        <p:spPr>
          <a:xfrm>
            <a:off x="54315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" name="Shape 376"/>
          <p:cNvSpPr/>
          <p:nvPr/>
        </p:nvSpPr>
        <p:spPr>
          <a:xfrm>
            <a:off x="55412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" name="Shape 377"/>
          <p:cNvSpPr/>
          <p:nvPr/>
        </p:nvSpPr>
        <p:spPr>
          <a:xfrm>
            <a:off x="56509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" name="Shape 378"/>
          <p:cNvSpPr/>
          <p:nvPr/>
        </p:nvSpPr>
        <p:spPr>
          <a:xfrm>
            <a:off x="57607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" name="Shape 379"/>
          <p:cNvSpPr/>
          <p:nvPr/>
        </p:nvSpPr>
        <p:spPr>
          <a:xfrm>
            <a:off x="58704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" name="Shape 380"/>
          <p:cNvSpPr/>
          <p:nvPr/>
        </p:nvSpPr>
        <p:spPr>
          <a:xfrm>
            <a:off x="59801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" name="Shape 381"/>
          <p:cNvSpPr/>
          <p:nvPr/>
        </p:nvSpPr>
        <p:spPr>
          <a:xfrm>
            <a:off x="60899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" name="Shape 382"/>
          <p:cNvSpPr/>
          <p:nvPr/>
        </p:nvSpPr>
        <p:spPr>
          <a:xfrm>
            <a:off x="61996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" name="Shape 383"/>
          <p:cNvSpPr/>
          <p:nvPr/>
        </p:nvSpPr>
        <p:spPr>
          <a:xfrm>
            <a:off x="63093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" name="Shape 384"/>
          <p:cNvSpPr/>
          <p:nvPr/>
        </p:nvSpPr>
        <p:spPr>
          <a:xfrm>
            <a:off x="64190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7" name="Shape 385"/>
          <p:cNvSpPr/>
          <p:nvPr/>
        </p:nvSpPr>
        <p:spPr>
          <a:xfrm>
            <a:off x="65288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8" name="Shape 386"/>
          <p:cNvSpPr/>
          <p:nvPr/>
        </p:nvSpPr>
        <p:spPr>
          <a:xfrm>
            <a:off x="66385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" name="Shape 387"/>
          <p:cNvSpPr/>
          <p:nvPr/>
        </p:nvSpPr>
        <p:spPr>
          <a:xfrm>
            <a:off x="67482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" name="Shape 388"/>
          <p:cNvSpPr/>
          <p:nvPr/>
        </p:nvSpPr>
        <p:spPr>
          <a:xfrm>
            <a:off x="68580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" name="Shape 389"/>
          <p:cNvSpPr/>
          <p:nvPr/>
        </p:nvSpPr>
        <p:spPr>
          <a:xfrm>
            <a:off x="69677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" name="Shape 390"/>
          <p:cNvSpPr/>
          <p:nvPr/>
        </p:nvSpPr>
        <p:spPr>
          <a:xfrm>
            <a:off x="70774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" name="Shape 391"/>
          <p:cNvSpPr/>
          <p:nvPr/>
        </p:nvSpPr>
        <p:spPr>
          <a:xfrm>
            <a:off x="71871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" name="Shape 392"/>
          <p:cNvSpPr/>
          <p:nvPr/>
        </p:nvSpPr>
        <p:spPr>
          <a:xfrm>
            <a:off x="72969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" name="Shape 393"/>
          <p:cNvSpPr/>
          <p:nvPr/>
        </p:nvSpPr>
        <p:spPr>
          <a:xfrm>
            <a:off x="74066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" name="Shape 394"/>
          <p:cNvSpPr/>
          <p:nvPr/>
        </p:nvSpPr>
        <p:spPr>
          <a:xfrm>
            <a:off x="75163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" name="Shape 395"/>
          <p:cNvSpPr/>
          <p:nvPr/>
        </p:nvSpPr>
        <p:spPr>
          <a:xfrm>
            <a:off x="76260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8" name="Shape 396"/>
          <p:cNvSpPr/>
          <p:nvPr/>
        </p:nvSpPr>
        <p:spPr>
          <a:xfrm>
            <a:off x="77358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9" name="Shape 397"/>
          <p:cNvSpPr/>
          <p:nvPr/>
        </p:nvSpPr>
        <p:spPr>
          <a:xfrm>
            <a:off x="78455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" name="Shape 398"/>
          <p:cNvSpPr/>
          <p:nvPr/>
        </p:nvSpPr>
        <p:spPr>
          <a:xfrm>
            <a:off x="79552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" name="Shape 399"/>
          <p:cNvSpPr/>
          <p:nvPr/>
        </p:nvSpPr>
        <p:spPr>
          <a:xfrm>
            <a:off x="80650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" name="Shape 400"/>
          <p:cNvSpPr/>
          <p:nvPr/>
        </p:nvSpPr>
        <p:spPr>
          <a:xfrm>
            <a:off x="81747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" name="Shape 401"/>
          <p:cNvSpPr/>
          <p:nvPr/>
        </p:nvSpPr>
        <p:spPr>
          <a:xfrm>
            <a:off x="82844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" name="Shape 402"/>
          <p:cNvSpPr/>
          <p:nvPr/>
        </p:nvSpPr>
        <p:spPr>
          <a:xfrm>
            <a:off x="83941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" name="Shape 403"/>
          <p:cNvSpPr/>
          <p:nvPr/>
        </p:nvSpPr>
        <p:spPr>
          <a:xfrm>
            <a:off x="85039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" name="Shape 404"/>
          <p:cNvSpPr/>
          <p:nvPr/>
        </p:nvSpPr>
        <p:spPr>
          <a:xfrm>
            <a:off x="86136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" name="Shape 405"/>
          <p:cNvSpPr/>
          <p:nvPr/>
        </p:nvSpPr>
        <p:spPr>
          <a:xfrm>
            <a:off x="87233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8" name="Shape 406"/>
          <p:cNvSpPr/>
          <p:nvPr/>
        </p:nvSpPr>
        <p:spPr>
          <a:xfrm>
            <a:off x="88331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9" name="Shape 407"/>
          <p:cNvSpPr/>
          <p:nvPr/>
        </p:nvSpPr>
        <p:spPr>
          <a:xfrm>
            <a:off x="89428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" name="Shape 408"/>
          <p:cNvSpPr/>
          <p:nvPr/>
        </p:nvSpPr>
        <p:spPr>
          <a:xfrm>
            <a:off x="90525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" name="Shape 409"/>
          <p:cNvSpPr/>
          <p:nvPr/>
        </p:nvSpPr>
        <p:spPr>
          <a:xfrm>
            <a:off x="91622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" name="Shape 434"/>
          <p:cNvSpPr/>
          <p:nvPr/>
        </p:nvSpPr>
        <p:spPr>
          <a:xfrm>
            <a:off x="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" name="Shape 435"/>
          <p:cNvSpPr/>
          <p:nvPr/>
        </p:nvSpPr>
        <p:spPr>
          <a:xfrm>
            <a:off x="1097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" name="Shape 436"/>
          <p:cNvSpPr/>
          <p:nvPr/>
        </p:nvSpPr>
        <p:spPr>
          <a:xfrm>
            <a:off x="2194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" name="Shape 437"/>
          <p:cNvSpPr/>
          <p:nvPr/>
        </p:nvSpPr>
        <p:spPr>
          <a:xfrm>
            <a:off x="3291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" name="Shape 438"/>
          <p:cNvSpPr/>
          <p:nvPr/>
        </p:nvSpPr>
        <p:spPr>
          <a:xfrm>
            <a:off x="4389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1" name="Shape 439"/>
          <p:cNvSpPr/>
          <p:nvPr/>
        </p:nvSpPr>
        <p:spPr>
          <a:xfrm>
            <a:off x="5486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2" name="Shape 440"/>
          <p:cNvSpPr/>
          <p:nvPr/>
        </p:nvSpPr>
        <p:spPr>
          <a:xfrm>
            <a:off x="6583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" name="Shape 441"/>
          <p:cNvSpPr/>
          <p:nvPr/>
        </p:nvSpPr>
        <p:spPr>
          <a:xfrm>
            <a:off x="7680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" name="Shape 442"/>
          <p:cNvSpPr/>
          <p:nvPr/>
        </p:nvSpPr>
        <p:spPr>
          <a:xfrm>
            <a:off x="8778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" name="Shape 443"/>
          <p:cNvSpPr/>
          <p:nvPr/>
        </p:nvSpPr>
        <p:spPr>
          <a:xfrm>
            <a:off x="9875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" name="Shape 444"/>
          <p:cNvSpPr/>
          <p:nvPr/>
        </p:nvSpPr>
        <p:spPr>
          <a:xfrm>
            <a:off x="10972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" name="Shape 445"/>
          <p:cNvSpPr/>
          <p:nvPr/>
        </p:nvSpPr>
        <p:spPr>
          <a:xfrm>
            <a:off x="12070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" name="Shape 446"/>
          <p:cNvSpPr/>
          <p:nvPr/>
        </p:nvSpPr>
        <p:spPr>
          <a:xfrm>
            <a:off x="13167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" name="Shape 447"/>
          <p:cNvSpPr/>
          <p:nvPr/>
        </p:nvSpPr>
        <p:spPr>
          <a:xfrm>
            <a:off x="14264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" name="Shape 448"/>
          <p:cNvSpPr/>
          <p:nvPr/>
        </p:nvSpPr>
        <p:spPr>
          <a:xfrm>
            <a:off x="15361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" name="Shape 449"/>
          <p:cNvSpPr/>
          <p:nvPr/>
        </p:nvSpPr>
        <p:spPr>
          <a:xfrm>
            <a:off x="16459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2" name="Shape 450"/>
          <p:cNvSpPr/>
          <p:nvPr/>
        </p:nvSpPr>
        <p:spPr>
          <a:xfrm>
            <a:off x="17556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" name="Shape 451"/>
          <p:cNvSpPr/>
          <p:nvPr/>
        </p:nvSpPr>
        <p:spPr>
          <a:xfrm>
            <a:off x="18653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" name="Shape 452"/>
          <p:cNvSpPr/>
          <p:nvPr/>
        </p:nvSpPr>
        <p:spPr>
          <a:xfrm>
            <a:off x="19751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" name="Shape 453"/>
          <p:cNvSpPr/>
          <p:nvPr/>
        </p:nvSpPr>
        <p:spPr>
          <a:xfrm>
            <a:off x="20848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" name="Shape 454"/>
          <p:cNvSpPr/>
          <p:nvPr/>
        </p:nvSpPr>
        <p:spPr>
          <a:xfrm>
            <a:off x="21945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" name="Shape 455"/>
          <p:cNvSpPr/>
          <p:nvPr/>
        </p:nvSpPr>
        <p:spPr>
          <a:xfrm>
            <a:off x="23042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" name="Shape 456"/>
          <p:cNvSpPr/>
          <p:nvPr/>
        </p:nvSpPr>
        <p:spPr>
          <a:xfrm>
            <a:off x="24140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" name="Shape 457"/>
          <p:cNvSpPr/>
          <p:nvPr/>
        </p:nvSpPr>
        <p:spPr>
          <a:xfrm>
            <a:off x="25237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" name="Shape 458"/>
          <p:cNvSpPr/>
          <p:nvPr/>
        </p:nvSpPr>
        <p:spPr>
          <a:xfrm>
            <a:off x="26334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" name="Shape 459"/>
          <p:cNvSpPr/>
          <p:nvPr/>
        </p:nvSpPr>
        <p:spPr>
          <a:xfrm>
            <a:off x="27432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2" name="Shape 460"/>
          <p:cNvSpPr/>
          <p:nvPr/>
        </p:nvSpPr>
        <p:spPr>
          <a:xfrm>
            <a:off x="28529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3" name="Shape 461"/>
          <p:cNvSpPr/>
          <p:nvPr/>
        </p:nvSpPr>
        <p:spPr>
          <a:xfrm>
            <a:off x="29626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" name="Shape 462"/>
          <p:cNvSpPr/>
          <p:nvPr/>
        </p:nvSpPr>
        <p:spPr>
          <a:xfrm>
            <a:off x="30723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" name="Shape 463"/>
          <p:cNvSpPr/>
          <p:nvPr/>
        </p:nvSpPr>
        <p:spPr>
          <a:xfrm>
            <a:off x="31821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" name="Shape 464"/>
          <p:cNvSpPr/>
          <p:nvPr/>
        </p:nvSpPr>
        <p:spPr>
          <a:xfrm>
            <a:off x="32918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" name="Shape 465"/>
          <p:cNvSpPr/>
          <p:nvPr/>
        </p:nvSpPr>
        <p:spPr>
          <a:xfrm>
            <a:off x="34015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" name="Shape 466"/>
          <p:cNvSpPr/>
          <p:nvPr/>
        </p:nvSpPr>
        <p:spPr>
          <a:xfrm>
            <a:off x="35112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" name="Shape 467"/>
          <p:cNvSpPr/>
          <p:nvPr/>
        </p:nvSpPr>
        <p:spPr>
          <a:xfrm>
            <a:off x="36210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" name="Shape 468"/>
          <p:cNvSpPr/>
          <p:nvPr/>
        </p:nvSpPr>
        <p:spPr>
          <a:xfrm>
            <a:off x="37307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" name="Shape 469"/>
          <p:cNvSpPr/>
          <p:nvPr/>
        </p:nvSpPr>
        <p:spPr>
          <a:xfrm>
            <a:off x="38404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" name="Shape 470"/>
          <p:cNvSpPr/>
          <p:nvPr/>
        </p:nvSpPr>
        <p:spPr>
          <a:xfrm>
            <a:off x="39502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3" name="Shape 471"/>
          <p:cNvSpPr/>
          <p:nvPr/>
        </p:nvSpPr>
        <p:spPr>
          <a:xfrm>
            <a:off x="40599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4" name="Shape 472"/>
          <p:cNvSpPr/>
          <p:nvPr/>
        </p:nvSpPr>
        <p:spPr>
          <a:xfrm>
            <a:off x="41696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" name="Shape 473"/>
          <p:cNvSpPr/>
          <p:nvPr/>
        </p:nvSpPr>
        <p:spPr>
          <a:xfrm>
            <a:off x="42793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" name="Shape 474"/>
          <p:cNvSpPr/>
          <p:nvPr/>
        </p:nvSpPr>
        <p:spPr>
          <a:xfrm>
            <a:off x="43891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" name="Shape 475"/>
          <p:cNvSpPr/>
          <p:nvPr/>
        </p:nvSpPr>
        <p:spPr>
          <a:xfrm>
            <a:off x="44988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" name="Shape 476"/>
          <p:cNvSpPr/>
          <p:nvPr/>
        </p:nvSpPr>
        <p:spPr>
          <a:xfrm>
            <a:off x="46085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" name="Shape 477"/>
          <p:cNvSpPr/>
          <p:nvPr/>
        </p:nvSpPr>
        <p:spPr>
          <a:xfrm>
            <a:off x="47183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" name="Shape 478"/>
          <p:cNvSpPr/>
          <p:nvPr/>
        </p:nvSpPr>
        <p:spPr>
          <a:xfrm>
            <a:off x="48280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" name="Shape 479"/>
          <p:cNvSpPr/>
          <p:nvPr/>
        </p:nvSpPr>
        <p:spPr>
          <a:xfrm>
            <a:off x="49377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" name="Shape 480"/>
          <p:cNvSpPr/>
          <p:nvPr/>
        </p:nvSpPr>
        <p:spPr>
          <a:xfrm>
            <a:off x="50474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" name="Shape 481"/>
          <p:cNvSpPr/>
          <p:nvPr/>
        </p:nvSpPr>
        <p:spPr>
          <a:xfrm>
            <a:off x="51572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4" name="Shape 482"/>
          <p:cNvSpPr/>
          <p:nvPr/>
        </p:nvSpPr>
        <p:spPr>
          <a:xfrm>
            <a:off x="52669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5" name="Shape 483"/>
          <p:cNvSpPr/>
          <p:nvPr/>
        </p:nvSpPr>
        <p:spPr>
          <a:xfrm>
            <a:off x="53766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" name="Shape 484"/>
          <p:cNvSpPr/>
          <p:nvPr/>
        </p:nvSpPr>
        <p:spPr>
          <a:xfrm>
            <a:off x="54864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" name="Shape 485"/>
          <p:cNvSpPr/>
          <p:nvPr/>
        </p:nvSpPr>
        <p:spPr>
          <a:xfrm>
            <a:off x="55961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" name="Shape 486"/>
          <p:cNvSpPr/>
          <p:nvPr/>
        </p:nvSpPr>
        <p:spPr>
          <a:xfrm>
            <a:off x="57058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" name="Shape 487"/>
          <p:cNvSpPr/>
          <p:nvPr/>
        </p:nvSpPr>
        <p:spPr>
          <a:xfrm>
            <a:off x="58155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" name="Shape 488"/>
          <p:cNvSpPr/>
          <p:nvPr/>
        </p:nvSpPr>
        <p:spPr>
          <a:xfrm>
            <a:off x="59253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" name="Shape 489"/>
          <p:cNvSpPr/>
          <p:nvPr/>
        </p:nvSpPr>
        <p:spPr>
          <a:xfrm>
            <a:off x="60350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" name="Shape 490"/>
          <p:cNvSpPr/>
          <p:nvPr/>
        </p:nvSpPr>
        <p:spPr>
          <a:xfrm>
            <a:off x="61447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" name="Shape 491"/>
          <p:cNvSpPr/>
          <p:nvPr/>
        </p:nvSpPr>
        <p:spPr>
          <a:xfrm>
            <a:off x="62544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" name="Shape 492"/>
          <p:cNvSpPr/>
          <p:nvPr/>
        </p:nvSpPr>
        <p:spPr>
          <a:xfrm>
            <a:off x="63642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5" name="Shape 493"/>
          <p:cNvSpPr/>
          <p:nvPr/>
        </p:nvSpPr>
        <p:spPr>
          <a:xfrm>
            <a:off x="64739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6" name="Shape 494"/>
          <p:cNvSpPr/>
          <p:nvPr/>
        </p:nvSpPr>
        <p:spPr>
          <a:xfrm>
            <a:off x="65836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7" name="Shape 495"/>
          <p:cNvSpPr/>
          <p:nvPr/>
        </p:nvSpPr>
        <p:spPr>
          <a:xfrm>
            <a:off x="66934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8" name="Shape 496"/>
          <p:cNvSpPr/>
          <p:nvPr/>
        </p:nvSpPr>
        <p:spPr>
          <a:xfrm>
            <a:off x="68031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9" name="Shape 497"/>
          <p:cNvSpPr/>
          <p:nvPr/>
        </p:nvSpPr>
        <p:spPr>
          <a:xfrm>
            <a:off x="69128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0" name="Shape 498"/>
          <p:cNvSpPr/>
          <p:nvPr/>
        </p:nvSpPr>
        <p:spPr>
          <a:xfrm>
            <a:off x="70225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1" name="Shape 499"/>
          <p:cNvSpPr/>
          <p:nvPr/>
        </p:nvSpPr>
        <p:spPr>
          <a:xfrm>
            <a:off x="71323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2" name="Shape 500"/>
          <p:cNvSpPr/>
          <p:nvPr/>
        </p:nvSpPr>
        <p:spPr>
          <a:xfrm>
            <a:off x="72420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3" name="Shape 501"/>
          <p:cNvSpPr/>
          <p:nvPr/>
        </p:nvSpPr>
        <p:spPr>
          <a:xfrm>
            <a:off x="73517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4" name="Shape 502"/>
          <p:cNvSpPr/>
          <p:nvPr/>
        </p:nvSpPr>
        <p:spPr>
          <a:xfrm>
            <a:off x="74615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5" name="Shape 503"/>
          <p:cNvSpPr/>
          <p:nvPr/>
        </p:nvSpPr>
        <p:spPr>
          <a:xfrm>
            <a:off x="75712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6" name="Shape 504"/>
          <p:cNvSpPr/>
          <p:nvPr/>
        </p:nvSpPr>
        <p:spPr>
          <a:xfrm>
            <a:off x="76809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7" name="Shape 505"/>
          <p:cNvSpPr/>
          <p:nvPr/>
        </p:nvSpPr>
        <p:spPr>
          <a:xfrm>
            <a:off x="77906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8" name="Shape 506"/>
          <p:cNvSpPr/>
          <p:nvPr/>
        </p:nvSpPr>
        <p:spPr>
          <a:xfrm>
            <a:off x="79004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9" name="Shape 507"/>
          <p:cNvSpPr/>
          <p:nvPr/>
        </p:nvSpPr>
        <p:spPr>
          <a:xfrm>
            <a:off x="80101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0" name="Shape 508"/>
          <p:cNvSpPr/>
          <p:nvPr/>
        </p:nvSpPr>
        <p:spPr>
          <a:xfrm>
            <a:off x="81198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1" name="Shape 509"/>
          <p:cNvSpPr/>
          <p:nvPr/>
        </p:nvSpPr>
        <p:spPr>
          <a:xfrm>
            <a:off x="82296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2" name="Shape 510"/>
          <p:cNvSpPr/>
          <p:nvPr/>
        </p:nvSpPr>
        <p:spPr>
          <a:xfrm>
            <a:off x="83393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3" name="Shape 511"/>
          <p:cNvSpPr/>
          <p:nvPr/>
        </p:nvSpPr>
        <p:spPr>
          <a:xfrm>
            <a:off x="84490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4" name="Shape 512"/>
          <p:cNvSpPr/>
          <p:nvPr/>
        </p:nvSpPr>
        <p:spPr>
          <a:xfrm>
            <a:off x="85587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5" name="Shape 513"/>
          <p:cNvSpPr/>
          <p:nvPr/>
        </p:nvSpPr>
        <p:spPr>
          <a:xfrm>
            <a:off x="86685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6" name="Shape 514"/>
          <p:cNvSpPr/>
          <p:nvPr/>
        </p:nvSpPr>
        <p:spPr>
          <a:xfrm>
            <a:off x="87782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7" name="Shape 515"/>
          <p:cNvSpPr/>
          <p:nvPr/>
        </p:nvSpPr>
        <p:spPr>
          <a:xfrm>
            <a:off x="88879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8" name="Shape 516"/>
          <p:cNvSpPr/>
          <p:nvPr/>
        </p:nvSpPr>
        <p:spPr>
          <a:xfrm>
            <a:off x="89976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9" name="Shape 517"/>
          <p:cNvSpPr/>
          <p:nvPr/>
        </p:nvSpPr>
        <p:spPr>
          <a:xfrm>
            <a:off x="91074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4" name="Shape 542"/>
          <p:cNvSpPr/>
          <p:nvPr/>
        </p:nvSpPr>
        <p:spPr>
          <a:xfrm>
            <a:off x="548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5" name="Shape 543"/>
          <p:cNvSpPr/>
          <p:nvPr/>
        </p:nvSpPr>
        <p:spPr>
          <a:xfrm>
            <a:off x="1645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6" name="Shape 544"/>
          <p:cNvSpPr/>
          <p:nvPr/>
        </p:nvSpPr>
        <p:spPr>
          <a:xfrm>
            <a:off x="2743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7" name="Shape 545"/>
          <p:cNvSpPr/>
          <p:nvPr/>
        </p:nvSpPr>
        <p:spPr>
          <a:xfrm>
            <a:off x="3840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8" name="Shape 546"/>
          <p:cNvSpPr/>
          <p:nvPr/>
        </p:nvSpPr>
        <p:spPr>
          <a:xfrm>
            <a:off x="4937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9" name="Shape 547"/>
          <p:cNvSpPr/>
          <p:nvPr/>
        </p:nvSpPr>
        <p:spPr>
          <a:xfrm>
            <a:off x="6035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0" name="Shape 548"/>
          <p:cNvSpPr/>
          <p:nvPr/>
        </p:nvSpPr>
        <p:spPr>
          <a:xfrm>
            <a:off x="7132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1" name="Shape 549"/>
          <p:cNvSpPr/>
          <p:nvPr/>
        </p:nvSpPr>
        <p:spPr>
          <a:xfrm>
            <a:off x="8229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2" name="Shape 550"/>
          <p:cNvSpPr/>
          <p:nvPr/>
        </p:nvSpPr>
        <p:spPr>
          <a:xfrm>
            <a:off x="9326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3" name="Shape 551"/>
          <p:cNvSpPr/>
          <p:nvPr/>
        </p:nvSpPr>
        <p:spPr>
          <a:xfrm>
            <a:off x="10424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4" name="Shape 552"/>
          <p:cNvSpPr/>
          <p:nvPr/>
        </p:nvSpPr>
        <p:spPr>
          <a:xfrm>
            <a:off x="11521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5" name="Shape 553"/>
          <p:cNvSpPr/>
          <p:nvPr/>
        </p:nvSpPr>
        <p:spPr>
          <a:xfrm>
            <a:off x="12618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6" name="Shape 554"/>
          <p:cNvSpPr/>
          <p:nvPr/>
        </p:nvSpPr>
        <p:spPr>
          <a:xfrm>
            <a:off x="13716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7" name="Shape 555"/>
          <p:cNvSpPr/>
          <p:nvPr/>
        </p:nvSpPr>
        <p:spPr>
          <a:xfrm>
            <a:off x="14813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8" name="Shape 556"/>
          <p:cNvSpPr/>
          <p:nvPr/>
        </p:nvSpPr>
        <p:spPr>
          <a:xfrm>
            <a:off x="15910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9" name="Shape 557"/>
          <p:cNvSpPr/>
          <p:nvPr/>
        </p:nvSpPr>
        <p:spPr>
          <a:xfrm>
            <a:off x="17007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0" name="Shape 558"/>
          <p:cNvSpPr/>
          <p:nvPr/>
        </p:nvSpPr>
        <p:spPr>
          <a:xfrm>
            <a:off x="18105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1" name="Shape 559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2" name="Shape 560"/>
          <p:cNvSpPr/>
          <p:nvPr/>
        </p:nvSpPr>
        <p:spPr>
          <a:xfrm>
            <a:off x="20299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3" name="Shape 561"/>
          <p:cNvSpPr/>
          <p:nvPr/>
        </p:nvSpPr>
        <p:spPr>
          <a:xfrm>
            <a:off x="21396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4" name="Shape 562"/>
          <p:cNvSpPr/>
          <p:nvPr/>
        </p:nvSpPr>
        <p:spPr>
          <a:xfrm>
            <a:off x="22494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5" name="Shape 563"/>
          <p:cNvSpPr/>
          <p:nvPr/>
        </p:nvSpPr>
        <p:spPr>
          <a:xfrm>
            <a:off x="23591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6" name="Shape 564"/>
          <p:cNvSpPr/>
          <p:nvPr/>
        </p:nvSpPr>
        <p:spPr>
          <a:xfrm>
            <a:off x="24688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7" name="Shape 565"/>
          <p:cNvSpPr/>
          <p:nvPr/>
        </p:nvSpPr>
        <p:spPr>
          <a:xfrm>
            <a:off x="25786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8" name="Shape 566"/>
          <p:cNvSpPr/>
          <p:nvPr/>
        </p:nvSpPr>
        <p:spPr>
          <a:xfrm>
            <a:off x="26883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9" name="Shape 567"/>
          <p:cNvSpPr/>
          <p:nvPr/>
        </p:nvSpPr>
        <p:spPr>
          <a:xfrm>
            <a:off x="27980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0" name="Shape 568"/>
          <p:cNvSpPr/>
          <p:nvPr/>
        </p:nvSpPr>
        <p:spPr>
          <a:xfrm>
            <a:off x="29077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1" name="Shape 569"/>
          <p:cNvSpPr/>
          <p:nvPr/>
        </p:nvSpPr>
        <p:spPr>
          <a:xfrm>
            <a:off x="30175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2" name="Shape 570"/>
          <p:cNvSpPr/>
          <p:nvPr/>
        </p:nvSpPr>
        <p:spPr>
          <a:xfrm>
            <a:off x="31272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3" name="Shape 571"/>
          <p:cNvSpPr/>
          <p:nvPr/>
        </p:nvSpPr>
        <p:spPr>
          <a:xfrm>
            <a:off x="32369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4" name="Shape 572"/>
          <p:cNvSpPr/>
          <p:nvPr/>
        </p:nvSpPr>
        <p:spPr>
          <a:xfrm>
            <a:off x="33467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5" name="Shape 573"/>
          <p:cNvSpPr/>
          <p:nvPr/>
        </p:nvSpPr>
        <p:spPr>
          <a:xfrm>
            <a:off x="34564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6" name="Shape 574"/>
          <p:cNvSpPr/>
          <p:nvPr/>
        </p:nvSpPr>
        <p:spPr>
          <a:xfrm>
            <a:off x="35661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7" name="Shape 575"/>
          <p:cNvSpPr/>
          <p:nvPr/>
        </p:nvSpPr>
        <p:spPr>
          <a:xfrm>
            <a:off x="36758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8" name="Shape 576"/>
          <p:cNvSpPr/>
          <p:nvPr/>
        </p:nvSpPr>
        <p:spPr>
          <a:xfrm>
            <a:off x="37856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9" name="Shape 577"/>
          <p:cNvSpPr/>
          <p:nvPr/>
        </p:nvSpPr>
        <p:spPr>
          <a:xfrm>
            <a:off x="38953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0" name="Shape 578"/>
          <p:cNvSpPr/>
          <p:nvPr/>
        </p:nvSpPr>
        <p:spPr>
          <a:xfrm>
            <a:off x="40050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1" name="Shape 579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2" name="Shape 580"/>
          <p:cNvSpPr/>
          <p:nvPr/>
        </p:nvSpPr>
        <p:spPr>
          <a:xfrm>
            <a:off x="42245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3" name="Shape 581"/>
          <p:cNvSpPr/>
          <p:nvPr/>
        </p:nvSpPr>
        <p:spPr>
          <a:xfrm>
            <a:off x="43342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4" name="Shape 582"/>
          <p:cNvSpPr/>
          <p:nvPr/>
        </p:nvSpPr>
        <p:spPr>
          <a:xfrm>
            <a:off x="44439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5" name="Shape 583"/>
          <p:cNvSpPr/>
          <p:nvPr/>
        </p:nvSpPr>
        <p:spPr>
          <a:xfrm>
            <a:off x="45537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6" name="Shape 584"/>
          <p:cNvSpPr/>
          <p:nvPr/>
        </p:nvSpPr>
        <p:spPr>
          <a:xfrm>
            <a:off x="46634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7" name="Shape 585"/>
          <p:cNvSpPr/>
          <p:nvPr/>
        </p:nvSpPr>
        <p:spPr>
          <a:xfrm>
            <a:off x="47731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8" name="Shape 586"/>
          <p:cNvSpPr/>
          <p:nvPr/>
        </p:nvSpPr>
        <p:spPr>
          <a:xfrm>
            <a:off x="48828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9" name="Shape 587"/>
          <p:cNvSpPr/>
          <p:nvPr/>
        </p:nvSpPr>
        <p:spPr>
          <a:xfrm>
            <a:off x="49926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0" name="Shape 588"/>
          <p:cNvSpPr/>
          <p:nvPr/>
        </p:nvSpPr>
        <p:spPr>
          <a:xfrm>
            <a:off x="51023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1" name="Shape 589"/>
          <p:cNvSpPr/>
          <p:nvPr/>
        </p:nvSpPr>
        <p:spPr>
          <a:xfrm>
            <a:off x="52120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2" name="Shape 590"/>
          <p:cNvSpPr/>
          <p:nvPr/>
        </p:nvSpPr>
        <p:spPr>
          <a:xfrm>
            <a:off x="53218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3" name="Shape 591"/>
          <p:cNvSpPr/>
          <p:nvPr/>
        </p:nvSpPr>
        <p:spPr>
          <a:xfrm>
            <a:off x="54315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4" name="Shape 592"/>
          <p:cNvSpPr/>
          <p:nvPr/>
        </p:nvSpPr>
        <p:spPr>
          <a:xfrm>
            <a:off x="55412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5" name="Shape 593"/>
          <p:cNvSpPr/>
          <p:nvPr/>
        </p:nvSpPr>
        <p:spPr>
          <a:xfrm>
            <a:off x="56509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6" name="Shape 594"/>
          <p:cNvSpPr/>
          <p:nvPr/>
        </p:nvSpPr>
        <p:spPr>
          <a:xfrm>
            <a:off x="57607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7" name="Shape 595"/>
          <p:cNvSpPr/>
          <p:nvPr/>
        </p:nvSpPr>
        <p:spPr>
          <a:xfrm>
            <a:off x="58704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8" name="Shape 596"/>
          <p:cNvSpPr/>
          <p:nvPr/>
        </p:nvSpPr>
        <p:spPr>
          <a:xfrm>
            <a:off x="59801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9" name="Shape 597"/>
          <p:cNvSpPr/>
          <p:nvPr/>
        </p:nvSpPr>
        <p:spPr>
          <a:xfrm>
            <a:off x="60899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0" name="Shape 598"/>
          <p:cNvSpPr/>
          <p:nvPr/>
        </p:nvSpPr>
        <p:spPr>
          <a:xfrm>
            <a:off x="61996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1" name="Shape 599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2" name="Shape 600"/>
          <p:cNvSpPr/>
          <p:nvPr/>
        </p:nvSpPr>
        <p:spPr>
          <a:xfrm>
            <a:off x="64190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3" name="Shape 601"/>
          <p:cNvSpPr/>
          <p:nvPr/>
        </p:nvSpPr>
        <p:spPr>
          <a:xfrm>
            <a:off x="65288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4" name="Shape 602"/>
          <p:cNvSpPr/>
          <p:nvPr/>
        </p:nvSpPr>
        <p:spPr>
          <a:xfrm>
            <a:off x="66385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5" name="Shape 603"/>
          <p:cNvSpPr/>
          <p:nvPr/>
        </p:nvSpPr>
        <p:spPr>
          <a:xfrm>
            <a:off x="67482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6" name="Shape 604"/>
          <p:cNvSpPr/>
          <p:nvPr/>
        </p:nvSpPr>
        <p:spPr>
          <a:xfrm>
            <a:off x="68580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7" name="Shape 605"/>
          <p:cNvSpPr/>
          <p:nvPr/>
        </p:nvSpPr>
        <p:spPr>
          <a:xfrm>
            <a:off x="69677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8" name="Shape 606"/>
          <p:cNvSpPr/>
          <p:nvPr/>
        </p:nvSpPr>
        <p:spPr>
          <a:xfrm>
            <a:off x="70774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9" name="Shape 607"/>
          <p:cNvSpPr/>
          <p:nvPr/>
        </p:nvSpPr>
        <p:spPr>
          <a:xfrm>
            <a:off x="71871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0" name="Shape 608"/>
          <p:cNvSpPr/>
          <p:nvPr/>
        </p:nvSpPr>
        <p:spPr>
          <a:xfrm>
            <a:off x="72969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1" name="Shape 609"/>
          <p:cNvSpPr/>
          <p:nvPr/>
        </p:nvSpPr>
        <p:spPr>
          <a:xfrm>
            <a:off x="74066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2" name="Shape 610"/>
          <p:cNvSpPr/>
          <p:nvPr/>
        </p:nvSpPr>
        <p:spPr>
          <a:xfrm>
            <a:off x="75163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3" name="Shape 611"/>
          <p:cNvSpPr/>
          <p:nvPr/>
        </p:nvSpPr>
        <p:spPr>
          <a:xfrm>
            <a:off x="76260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4" name="Shape 612"/>
          <p:cNvSpPr/>
          <p:nvPr/>
        </p:nvSpPr>
        <p:spPr>
          <a:xfrm>
            <a:off x="77358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5" name="Shape 613"/>
          <p:cNvSpPr/>
          <p:nvPr/>
        </p:nvSpPr>
        <p:spPr>
          <a:xfrm>
            <a:off x="78455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6" name="Shape 614"/>
          <p:cNvSpPr/>
          <p:nvPr/>
        </p:nvSpPr>
        <p:spPr>
          <a:xfrm>
            <a:off x="79552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7" name="Shape 615"/>
          <p:cNvSpPr/>
          <p:nvPr/>
        </p:nvSpPr>
        <p:spPr>
          <a:xfrm>
            <a:off x="80650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8" name="Shape 616"/>
          <p:cNvSpPr/>
          <p:nvPr/>
        </p:nvSpPr>
        <p:spPr>
          <a:xfrm>
            <a:off x="81747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9" name="Shape 617"/>
          <p:cNvSpPr/>
          <p:nvPr/>
        </p:nvSpPr>
        <p:spPr>
          <a:xfrm>
            <a:off x="82844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0" name="Shape 618"/>
          <p:cNvSpPr/>
          <p:nvPr/>
        </p:nvSpPr>
        <p:spPr>
          <a:xfrm>
            <a:off x="83941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1" name="Shape 619"/>
          <p:cNvSpPr/>
          <p:nvPr/>
        </p:nvSpPr>
        <p:spPr>
          <a:xfrm>
            <a:off x="85039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2" name="Shape 620"/>
          <p:cNvSpPr/>
          <p:nvPr/>
        </p:nvSpPr>
        <p:spPr>
          <a:xfrm>
            <a:off x="86136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3" name="Shape 621"/>
          <p:cNvSpPr/>
          <p:nvPr/>
        </p:nvSpPr>
        <p:spPr>
          <a:xfrm>
            <a:off x="87233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4" name="Shape 622"/>
          <p:cNvSpPr/>
          <p:nvPr/>
        </p:nvSpPr>
        <p:spPr>
          <a:xfrm>
            <a:off x="88331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5" name="Shape 623"/>
          <p:cNvSpPr/>
          <p:nvPr/>
        </p:nvSpPr>
        <p:spPr>
          <a:xfrm>
            <a:off x="89428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6" name="Shape 624"/>
          <p:cNvSpPr/>
          <p:nvPr/>
        </p:nvSpPr>
        <p:spPr>
          <a:xfrm>
            <a:off x="90525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7" name="Shape 625"/>
          <p:cNvSpPr/>
          <p:nvPr/>
        </p:nvSpPr>
        <p:spPr>
          <a:xfrm>
            <a:off x="91622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2" name="Shape 650"/>
          <p:cNvSpPr/>
          <p:nvPr/>
        </p:nvSpPr>
        <p:spPr>
          <a:xfrm>
            <a:off x="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3" name="Shape 651"/>
          <p:cNvSpPr/>
          <p:nvPr/>
        </p:nvSpPr>
        <p:spPr>
          <a:xfrm>
            <a:off x="1097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4" name="Shape 652"/>
          <p:cNvSpPr/>
          <p:nvPr/>
        </p:nvSpPr>
        <p:spPr>
          <a:xfrm>
            <a:off x="2194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5" name="Shape 653"/>
          <p:cNvSpPr/>
          <p:nvPr/>
        </p:nvSpPr>
        <p:spPr>
          <a:xfrm>
            <a:off x="3291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6" name="Shape 654"/>
          <p:cNvSpPr/>
          <p:nvPr/>
        </p:nvSpPr>
        <p:spPr>
          <a:xfrm>
            <a:off x="4389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7" name="Shape 655"/>
          <p:cNvSpPr/>
          <p:nvPr/>
        </p:nvSpPr>
        <p:spPr>
          <a:xfrm>
            <a:off x="5486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8" name="Shape 656"/>
          <p:cNvSpPr/>
          <p:nvPr/>
        </p:nvSpPr>
        <p:spPr>
          <a:xfrm>
            <a:off x="6583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9" name="Shape 657"/>
          <p:cNvSpPr/>
          <p:nvPr/>
        </p:nvSpPr>
        <p:spPr>
          <a:xfrm>
            <a:off x="7680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0" name="Shape 658"/>
          <p:cNvSpPr/>
          <p:nvPr/>
        </p:nvSpPr>
        <p:spPr>
          <a:xfrm>
            <a:off x="8778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1" name="Shape 659"/>
          <p:cNvSpPr/>
          <p:nvPr/>
        </p:nvSpPr>
        <p:spPr>
          <a:xfrm>
            <a:off x="9875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2" name="Shape 660"/>
          <p:cNvSpPr/>
          <p:nvPr/>
        </p:nvSpPr>
        <p:spPr>
          <a:xfrm>
            <a:off x="10972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3" name="Shape 661"/>
          <p:cNvSpPr/>
          <p:nvPr/>
        </p:nvSpPr>
        <p:spPr>
          <a:xfrm>
            <a:off x="12070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4" name="Shape 662"/>
          <p:cNvSpPr/>
          <p:nvPr/>
        </p:nvSpPr>
        <p:spPr>
          <a:xfrm>
            <a:off x="13167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5" name="Shape 663"/>
          <p:cNvSpPr/>
          <p:nvPr/>
        </p:nvSpPr>
        <p:spPr>
          <a:xfrm>
            <a:off x="14264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6" name="Shape 664"/>
          <p:cNvSpPr/>
          <p:nvPr/>
        </p:nvSpPr>
        <p:spPr>
          <a:xfrm>
            <a:off x="15361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7" name="Shape 665"/>
          <p:cNvSpPr/>
          <p:nvPr/>
        </p:nvSpPr>
        <p:spPr>
          <a:xfrm>
            <a:off x="16459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8" name="Shape 666"/>
          <p:cNvSpPr/>
          <p:nvPr/>
        </p:nvSpPr>
        <p:spPr>
          <a:xfrm>
            <a:off x="17556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9" name="Shape 667"/>
          <p:cNvSpPr/>
          <p:nvPr/>
        </p:nvSpPr>
        <p:spPr>
          <a:xfrm>
            <a:off x="18653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0" name="Shape 668"/>
          <p:cNvSpPr/>
          <p:nvPr/>
        </p:nvSpPr>
        <p:spPr>
          <a:xfrm>
            <a:off x="19751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1" name="Shape 669"/>
          <p:cNvSpPr/>
          <p:nvPr/>
        </p:nvSpPr>
        <p:spPr>
          <a:xfrm>
            <a:off x="20848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2" name="Shape 670"/>
          <p:cNvSpPr/>
          <p:nvPr/>
        </p:nvSpPr>
        <p:spPr>
          <a:xfrm>
            <a:off x="21945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3" name="Shape 671"/>
          <p:cNvSpPr/>
          <p:nvPr/>
        </p:nvSpPr>
        <p:spPr>
          <a:xfrm>
            <a:off x="23042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4" name="Shape 672"/>
          <p:cNvSpPr/>
          <p:nvPr/>
        </p:nvSpPr>
        <p:spPr>
          <a:xfrm>
            <a:off x="24140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5" name="Shape 673"/>
          <p:cNvSpPr/>
          <p:nvPr/>
        </p:nvSpPr>
        <p:spPr>
          <a:xfrm>
            <a:off x="25237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6" name="Shape 674"/>
          <p:cNvSpPr/>
          <p:nvPr/>
        </p:nvSpPr>
        <p:spPr>
          <a:xfrm>
            <a:off x="26334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7" name="Shape 675"/>
          <p:cNvSpPr/>
          <p:nvPr/>
        </p:nvSpPr>
        <p:spPr>
          <a:xfrm>
            <a:off x="27432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8" name="Shape 676"/>
          <p:cNvSpPr/>
          <p:nvPr/>
        </p:nvSpPr>
        <p:spPr>
          <a:xfrm>
            <a:off x="28529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9" name="Shape 677"/>
          <p:cNvSpPr/>
          <p:nvPr/>
        </p:nvSpPr>
        <p:spPr>
          <a:xfrm>
            <a:off x="29626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0" name="Shape 678"/>
          <p:cNvSpPr/>
          <p:nvPr/>
        </p:nvSpPr>
        <p:spPr>
          <a:xfrm>
            <a:off x="30723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1" name="Shape 679"/>
          <p:cNvSpPr/>
          <p:nvPr/>
        </p:nvSpPr>
        <p:spPr>
          <a:xfrm>
            <a:off x="31821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2" name="Shape 680"/>
          <p:cNvSpPr/>
          <p:nvPr/>
        </p:nvSpPr>
        <p:spPr>
          <a:xfrm>
            <a:off x="32918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3" name="Shape 681"/>
          <p:cNvSpPr/>
          <p:nvPr/>
        </p:nvSpPr>
        <p:spPr>
          <a:xfrm>
            <a:off x="34015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4" name="Shape 682"/>
          <p:cNvSpPr/>
          <p:nvPr/>
        </p:nvSpPr>
        <p:spPr>
          <a:xfrm>
            <a:off x="35112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5" name="Shape 683"/>
          <p:cNvSpPr/>
          <p:nvPr/>
        </p:nvSpPr>
        <p:spPr>
          <a:xfrm>
            <a:off x="36210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6" name="Shape 684"/>
          <p:cNvSpPr/>
          <p:nvPr/>
        </p:nvSpPr>
        <p:spPr>
          <a:xfrm>
            <a:off x="37307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7" name="Shape 685"/>
          <p:cNvSpPr/>
          <p:nvPr/>
        </p:nvSpPr>
        <p:spPr>
          <a:xfrm>
            <a:off x="38404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8" name="Shape 686"/>
          <p:cNvSpPr/>
          <p:nvPr/>
        </p:nvSpPr>
        <p:spPr>
          <a:xfrm>
            <a:off x="39502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9" name="Shape 687"/>
          <p:cNvSpPr/>
          <p:nvPr/>
        </p:nvSpPr>
        <p:spPr>
          <a:xfrm>
            <a:off x="40599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0" name="Shape 688"/>
          <p:cNvSpPr/>
          <p:nvPr/>
        </p:nvSpPr>
        <p:spPr>
          <a:xfrm>
            <a:off x="41696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1" name="Shape 689"/>
          <p:cNvSpPr/>
          <p:nvPr/>
        </p:nvSpPr>
        <p:spPr>
          <a:xfrm>
            <a:off x="42793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2" name="Shape 690"/>
          <p:cNvSpPr/>
          <p:nvPr/>
        </p:nvSpPr>
        <p:spPr>
          <a:xfrm>
            <a:off x="43891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3" name="Shape 691"/>
          <p:cNvSpPr/>
          <p:nvPr/>
        </p:nvSpPr>
        <p:spPr>
          <a:xfrm>
            <a:off x="44988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4" name="Shape 692"/>
          <p:cNvSpPr/>
          <p:nvPr/>
        </p:nvSpPr>
        <p:spPr>
          <a:xfrm>
            <a:off x="46085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5" name="Shape 693"/>
          <p:cNvSpPr/>
          <p:nvPr/>
        </p:nvSpPr>
        <p:spPr>
          <a:xfrm>
            <a:off x="47183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6" name="Shape 694"/>
          <p:cNvSpPr/>
          <p:nvPr/>
        </p:nvSpPr>
        <p:spPr>
          <a:xfrm>
            <a:off x="48280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7" name="Shape 695"/>
          <p:cNvSpPr/>
          <p:nvPr/>
        </p:nvSpPr>
        <p:spPr>
          <a:xfrm>
            <a:off x="49377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8" name="Shape 696"/>
          <p:cNvSpPr/>
          <p:nvPr/>
        </p:nvSpPr>
        <p:spPr>
          <a:xfrm>
            <a:off x="50474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9" name="Shape 697"/>
          <p:cNvSpPr/>
          <p:nvPr/>
        </p:nvSpPr>
        <p:spPr>
          <a:xfrm>
            <a:off x="51572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0" name="Shape 698"/>
          <p:cNvSpPr/>
          <p:nvPr/>
        </p:nvSpPr>
        <p:spPr>
          <a:xfrm>
            <a:off x="52669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1" name="Shape 699"/>
          <p:cNvSpPr/>
          <p:nvPr/>
        </p:nvSpPr>
        <p:spPr>
          <a:xfrm>
            <a:off x="53766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2" name="Shape 700"/>
          <p:cNvSpPr/>
          <p:nvPr/>
        </p:nvSpPr>
        <p:spPr>
          <a:xfrm>
            <a:off x="54864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3" name="Shape 701"/>
          <p:cNvSpPr/>
          <p:nvPr/>
        </p:nvSpPr>
        <p:spPr>
          <a:xfrm>
            <a:off x="55961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4" name="Shape 702"/>
          <p:cNvSpPr/>
          <p:nvPr/>
        </p:nvSpPr>
        <p:spPr>
          <a:xfrm>
            <a:off x="57058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5" name="Shape 703"/>
          <p:cNvSpPr/>
          <p:nvPr/>
        </p:nvSpPr>
        <p:spPr>
          <a:xfrm>
            <a:off x="58155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6" name="Shape 704"/>
          <p:cNvSpPr/>
          <p:nvPr/>
        </p:nvSpPr>
        <p:spPr>
          <a:xfrm>
            <a:off x="59253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7" name="Shape 705"/>
          <p:cNvSpPr/>
          <p:nvPr/>
        </p:nvSpPr>
        <p:spPr>
          <a:xfrm>
            <a:off x="60350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8" name="Shape 706"/>
          <p:cNvSpPr/>
          <p:nvPr/>
        </p:nvSpPr>
        <p:spPr>
          <a:xfrm>
            <a:off x="61447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9" name="Shape 707"/>
          <p:cNvSpPr/>
          <p:nvPr/>
        </p:nvSpPr>
        <p:spPr>
          <a:xfrm>
            <a:off x="62544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0" name="Shape 708"/>
          <p:cNvSpPr/>
          <p:nvPr/>
        </p:nvSpPr>
        <p:spPr>
          <a:xfrm>
            <a:off x="63642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1" name="Shape 709"/>
          <p:cNvSpPr/>
          <p:nvPr/>
        </p:nvSpPr>
        <p:spPr>
          <a:xfrm>
            <a:off x="64739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2" name="Shape 710"/>
          <p:cNvSpPr/>
          <p:nvPr/>
        </p:nvSpPr>
        <p:spPr>
          <a:xfrm>
            <a:off x="65836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3" name="Shape 711"/>
          <p:cNvSpPr/>
          <p:nvPr/>
        </p:nvSpPr>
        <p:spPr>
          <a:xfrm>
            <a:off x="66934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4" name="Shape 712"/>
          <p:cNvSpPr/>
          <p:nvPr/>
        </p:nvSpPr>
        <p:spPr>
          <a:xfrm>
            <a:off x="68031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5" name="Shape 713"/>
          <p:cNvSpPr/>
          <p:nvPr/>
        </p:nvSpPr>
        <p:spPr>
          <a:xfrm>
            <a:off x="69128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6" name="Shape 714"/>
          <p:cNvSpPr/>
          <p:nvPr/>
        </p:nvSpPr>
        <p:spPr>
          <a:xfrm>
            <a:off x="70225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7" name="Shape 715"/>
          <p:cNvSpPr/>
          <p:nvPr/>
        </p:nvSpPr>
        <p:spPr>
          <a:xfrm>
            <a:off x="71323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8" name="Shape 716"/>
          <p:cNvSpPr/>
          <p:nvPr/>
        </p:nvSpPr>
        <p:spPr>
          <a:xfrm>
            <a:off x="72420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9" name="Shape 717"/>
          <p:cNvSpPr/>
          <p:nvPr/>
        </p:nvSpPr>
        <p:spPr>
          <a:xfrm>
            <a:off x="73517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0" name="Shape 718"/>
          <p:cNvSpPr/>
          <p:nvPr/>
        </p:nvSpPr>
        <p:spPr>
          <a:xfrm>
            <a:off x="74615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1" name="Shape 719"/>
          <p:cNvSpPr/>
          <p:nvPr/>
        </p:nvSpPr>
        <p:spPr>
          <a:xfrm>
            <a:off x="75712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2" name="Shape 720"/>
          <p:cNvSpPr/>
          <p:nvPr/>
        </p:nvSpPr>
        <p:spPr>
          <a:xfrm>
            <a:off x="76809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3" name="Shape 721"/>
          <p:cNvSpPr/>
          <p:nvPr/>
        </p:nvSpPr>
        <p:spPr>
          <a:xfrm>
            <a:off x="77906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4" name="Shape 722"/>
          <p:cNvSpPr/>
          <p:nvPr/>
        </p:nvSpPr>
        <p:spPr>
          <a:xfrm>
            <a:off x="79004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5" name="Shape 723"/>
          <p:cNvSpPr/>
          <p:nvPr/>
        </p:nvSpPr>
        <p:spPr>
          <a:xfrm>
            <a:off x="80101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6" name="Shape 724"/>
          <p:cNvSpPr/>
          <p:nvPr/>
        </p:nvSpPr>
        <p:spPr>
          <a:xfrm>
            <a:off x="81198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7" name="Shape 725"/>
          <p:cNvSpPr/>
          <p:nvPr/>
        </p:nvSpPr>
        <p:spPr>
          <a:xfrm>
            <a:off x="82296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8" name="Shape 726"/>
          <p:cNvSpPr/>
          <p:nvPr/>
        </p:nvSpPr>
        <p:spPr>
          <a:xfrm>
            <a:off x="83393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9" name="Shape 727"/>
          <p:cNvSpPr/>
          <p:nvPr/>
        </p:nvSpPr>
        <p:spPr>
          <a:xfrm>
            <a:off x="84490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0" name="Shape 728"/>
          <p:cNvSpPr/>
          <p:nvPr/>
        </p:nvSpPr>
        <p:spPr>
          <a:xfrm>
            <a:off x="85587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1" name="Shape 729"/>
          <p:cNvSpPr/>
          <p:nvPr/>
        </p:nvSpPr>
        <p:spPr>
          <a:xfrm>
            <a:off x="86685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2" name="Shape 730"/>
          <p:cNvSpPr/>
          <p:nvPr/>
        </p:nvSpPr>
        <p:spPr>
          <a:xfrm>
            <a:off x="87782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3" name="Shape 731"/>
          <p:cNvSpPr/>
          <p:nvPr/>
        </p:nvSpPr>
        <p:spPr>
          <a:xfrm>
            <a:off x="88879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4" name="Shape 732"/>
          <p:cNvSpPr/>
          <p:nvPr/>
        </p:nvSpPr>
        <p:spPr>
          <a:xfrm>
            <a:off x="89976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5" name="Shape 733"/>
          <p:cNvSpPr/>
          <p:nvPr/>
        </p:nvSpPr>
        <p:spPr>
          <a:xfrm>
            <a:off x="91074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0" name="Shape 758"/>
          <p:cNvSpPr/>
          <p:nvPr/>
        </p:nvSpPr>
        <p:spPr>
          <a:xfrm>
            <a:off x="548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1" name="Shape 759"/>
          <p:cNvSpPr/>
          <p:nvPr/>
        </p:nvSpPr>
        <p:spPr>
          <a:xfrm>
            <a:off x="1645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2" name="Shape 760"/>
          <p:cNvSpPr/>
          <p:nvPr/>
        </p:nvSpPr>
        <p:spPr>
          <a:xfrm>
            <a:off x="2743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3" name="Shape 761"/>
          <p:cNvSpPr/>
          <p:nvPr/>
        </p:nvSpPr>
        <p:spPr>
          <a:xfrm>
            <a:off x="3840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4" name="Shape 762"/>
          <p:cNvSpPr/>
          <p:nvPr/>
        </p:nvSpPr>
        <p:spPr>
          <a:xfrm>
            <a:off x="4937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5" name="Shape 763"/>
          <p:cNvSpPr/>
          <p:nvPr/>
        </p:nvSpPr>
        <p:spPr>
          <a:xfrm>
            <a:off x="6035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6" name="Shape 764"/>
          <p:cNvSpPr/>
          <p:nvPr/>
        </p:nvSpPr>
        <p:spPr>
          <a:xfrm>
            <a:off x="7132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7" name="Shape 765"/>
          <p:cNvSpPr/>
          <p:nvPr/>
        </p:nvSpPr>
        <p:spPr>
          <a:xfrm>
            <a:off x="8229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8" name="Shape 766"/>
          <p:cNvSpPr/>
          <p:nvPr/>
        </p:nvSpPr>
        <p:spPr>
          <a:xfrm>
            <a:off x="9326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9" name="Shape 767"/>
          <p:cNvSpPr/>
          <p:nvPr/>
        </p:nvSpPr>
        <p:spPr>
          <a:xfrm>
            <a:off x="10424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0" name="Shape 768"/>
          <p:cNvSpPr/>
          <p:nvPr/>
        </p:nvSpPr>
        <p:spPr>
          <a:xfrm>
            <a:off x="11521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1" name="Shape 769"/>
          <p:cNvSpPr/>
          <p:nvPr/>
        </p:nvSpPr>
        <p:spPr>
          <a:xfrm>
            <a:off x="12618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2" name="Shape 770"/>
          <p:cNvSpPr/>
          <p:nvPr/>
        </p:nvSpPr>
        <p:spPr>
          <a:xfrm>
            <a:off x="13716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3" name="Shape 771"/>
          <p:cNvSpPr/>
          <p:nvPr/>
        </p:nvSpPr>
        <p:spPr>
          <a:xfrm>
            <a:off x="14813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4" name="Shape 772"/>
          <p:cNvSpPr/>
          <p:nvPr/>
        </p:nvSpPr>
        <p:spPr>
          <a:xfrm>
            <a:off x="15910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5" name="Shape 773"/>
          <p:cNvSpPr/>
          <p:nvPr/>
        </p:nvSpPr>
        <p:spPr>
          <a:xfrm>
            <a:off x="17007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6" name="Shape 774"/>
          <p:cNvSpPr/>
          <p:nvPr/>
        </p:nvSpPr>
        <p:spPr>
          <a:xfrm>
            <a:off x="18105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7" name="Shape 775"/>
          <p:cNvSpPr/>
          <p:nvPr/>
        </p:nvSpPr>
        <p:spPr>
          <a:xfrm>
            <a:off x="19202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8" name="Shape 776"/>
          <p:cNvSpPr/>
          <p:nvPr/>
        </p:nvSpPr>
        <p:spPr>
          <a:xfrm>
            <a:off x="20299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9" name="Shape 777"/>
          <p:cNvSpPr/>
          <p:nvPr/>
        </p:nvSpPr>
        <p:spPr>
          <a:xfrm>
            <a:off x="21396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0" name="Shape 778"/>
          <p:cNvSpPr/>
          <p:nvPr/>
        </p:nvSpPr>
        <p:spPr>
          <a:xfrm>
            <a:off x="22494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1" name="Shape 779"/>
          <p:cNvSpPr/>
          <p:nvPr/>
        </p:nvSpPr>
        <p:spPr>
          <a:xfrm>
            <a:off x="23591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2" name="Shape 780"/>
          <p:cNvSpPr/>
          <p:nvPr/>
        </p:nvSpPr>
        <p:spPr>
          <a:xfrm>
            <a:off x="24688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3" name="Shape 781"/>
          <p:cNvSpPr/>
          <p:nvPr/>
        </p:nvSpPr>
        <p:spPr>
          <a:xfrm>
            <a:off x="25786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4" name="Shape 782"/>
          <p:cNvSpPr/>
          <p:nvPr/>
        </p:nvSpPr>
        <p:spPr>
          <a:xfrm>
            <a:off x="26883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5" name="Shape 783"/>
          <p:cNvSpPr/>
          <p:nvPr/>
        </p:nvSpPr>
        <p:spPr>
          <a:xfrm>
            <a:off x="27980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6" name="Shape 784"/>
          <p:cNvSpPr/>
          <p:nvPr/>
        </p:nvSpPr>
        <p:spPr>
          <a:xfrm>
            <a:off x="29077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7" name="Shape 785"/>
          <p:cNvSpPr/>
          <p:nvPr/>
        </p:nvSpPr>
        <p:spPr>
          <a:xfrm>
            <a:off x="30175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8" name="Shape 786"/>
          <p:cNvSpPr/>
          <p:nvPr/>
        </p:nvSpPr>
        <p:spPr>
          <a:xfrm>
            <a:off x="31272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9" name="Shape 787"/>
          <p:cNvSpPr/>
          <p:nvPr/>
        </p:nvSpPr>
        <p:spPr>
          <a:xfrm>
            <a:off x="32369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0" name="Shape 788"/>
          <p:cNvSpPr/>
          <p:nvPr/>
        </p:nvSpPr>
        <p:spPr>
          <a:xfrm>
            <a:off x="33467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1" name="Shape 789"/>
          <p:cNvSpPr/>
          <p:nvPr/>
        </p:nvSpPr>
        <p:spPr>
          <a:xfrm>
            <a:off x="34564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2" name="Shape 790"/>
          <p:cNvSpPr/>
          <p:nvPr/>
        </p:nvSpPr>
        <p:spPr>
          <a:xfrm>
            <a:off x="35661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3" name="Shape 791"/>
          <p:cNvSpPr/>
          <p:nvPr/>
        </p:nvSpPr>
        <p:spPr>
          <a:xfrm>
            <a:off x="36758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4" name="Shape 792"/>
          <p:cNvSpPr/>
          <p:nvPr/>
        </p:nvSpPr>
        <p:spPr>
          <a:xfrm>
            <a:off x="37856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5" name="Shape 793"/>
          <p:cNvSpPr/>
          <p:nvPr/>
        </p:nvSpPr>
        <p:spPr>
          <a:xfrm>
            <a:off x="38953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6" name="Shape 794"/>
          <p:cNvSpPr/>
          <p:nvPr/>
        </p:nvSpPr>
        <p:spPr>
          <a:xfrm>
            <a:off x="40050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7" name="Shape 795"/>
          <p:cNvSpPr/>
          <p:nvPr/>
        </p:nvSpPr>
        <p:spPr>
          <a:xfrm>
            <a:off x="41148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8" name="Shape 796"/>
          <p:cNvSpPr/>
          <p:nvPr/>
        </p:nvSpPr>
        <p:spPr>
          <a:xfrm>
            <a:off x="42245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9" name="Shape 797"/>
          <p:cNvSpPr/>
          <p:nvPr/>
        </p:nvSpPr>
        <p:spPr>
          <a:xfrm>
            <a:off x="43342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0" name="Shape 798"/>
          <p:cNvSpPr/>
          <p:nvPr/>
        </p:nvSpPr>
        <p:spPr>
          <a:xfrm>
            <a:off x="44439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1" name="Shape 799"/>
          <p:cNvSpPr/>
          <p:nvPr/>
        </p:nvSpPr>
        <p:spPr>
          <a:xfrm>
            <a:off x="45537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2" name="Shape 800"/>
          <p:cNvSpPr/>
          <p:nvPr/>
        </p:nvSpPr>
        <p:spPr>
          <a:xfrm>
            <a:off x="46634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3" name="Shape 801"/>
          <p:cNvSpPr/>
          <p:nvPr/>
        </p:nvSpPr>
        <p:spPr>
          <a:xfrm>
            <a:off x="47731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4" name="Shape 802"/>
          <p:cNvSpPr/>
          <p:nvPr/>
        </p:nvSpPr>
        <p:spPr>
          <a:xfrm>
            <a:off x="48828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5" name="Shape 803"/>
          <p:cNvSpPr/>
          <p:nvPr/>
        </p:nvSpPr>
        <p:spPr>
          <a:xfrm>
            <a:off x="49926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6" name="Shape 804"/>
          <p:cNvSpPr/>
          <p:nvPr/>
        </p:nvSpPr>
        <p:spPr>
          <a:xfrm>
            <a:off x="51023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7" name="Shape 805"/>
          <p:cNvSpPr/>
          <p:nvPr/>
        </p:nvSpPr>
        <p:spPr>
          <a:xfrm>
            <a:off x="52120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8" name="Shape 806"/>
          <p:cNvSpPr/>
          <p:nvPr/>
        </p:nvSpPr>
        <p:spPr>
          <a:xfrm>
            <a:off x="53218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9" name="Shape 807"/>
          <p:cNvSpPr/>
          <p:nvPr/>
        </p:nvSpPr>
        <p:spPr>
          <a:xfrm>
            <a:off x="54315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0" name="Shape 808"/>
          <p:cNvSpPr/>
          <p:nvPr/>
        </p:nvSpPr>
        <p:spPr>
          <a:xfrm>
            <a:off x="55412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1" name="Shape 809"/>
          <p:cNvSpPr/>
          <p:nvPr/>
        </p:nvSpPr>
        <p:spPr>
          <a:xfrm>
            <a:off x="56509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2" name="Shape 810"/>
          <p:cNvSpPr/>
          <p:nvPr/>
        </p:nvSpPr>
        <p:spPr>
          <a:xfrm>
            <a:off x="57607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3" name="Shape 811"/>
          <p:cNvSpPr/>
          <p:nvPr/>
        </p:nvSpPr>
        <p:spPr>
          <a:xfrm>
            <a:off x="58704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4" name="Shape 812"/>
          <p:cNvSpPr/>
          <p:nvPr/>
        </p:nvSpPr>
        <p:spPr>
          <a:xfrm>
            <a:off x="59801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5" name="Shape 813"/>
          <p:cNvSpPr/>
          <p:nvPr/>
        </p:nvSpPr>
        <p:spPr>
          <a:xfrm>
            <a:off x="60899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6" name="Shape 814"/>
          <p:cNvSpPr/>
          <p:nvPr/>
        </p:nvSpPr>
        <p:spPr>
          <a:xfrm>
            <a:off x="61996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7" name="Shape 815"/>
          <p:cNvSpPr/>
          <p:nvPr/>
        </p:nvSpPr>
        <p:spPr>
          <a:xfrm>
            <a:off x="63093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8" name="Shape 816"/>
          <p:cNvSpPr/>
          <p:nvPr/>
        </p:nvSpPr>
        <p:spPr>
          <a:xfrm>
            <a:off x="64190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9" name="Shape 817"/>
          <p:cNvSpPr/>
          <p:nvPr/>
        </p:nvSpPr>
        <p:spPr>
          <a:xfrm>
            <a:off x="65288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0" name="Shape 818"/>
          <p:cNvSpPr/>
          <p:nvPr/>
        </p:nvSpPr>
        <p:spPr>
          <a:xfrm>
            <a:off x="66385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1" name="Shape 819"/>
          <p:cNvSpPr/>
          <p:nvPr/>
        </p:nvSpPr>
        <p:spPr>
          <a:xfrm>
            <a:off x="67482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2" name="Shape 820"/>
          <p:cNvSpPr/>
          <p:nvPr/>
        </p:nvSpPr>
        <p:spPr>
          <a:xfrm>
            <a:off x="68580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3" name="Shape 821"/>
          <p:cNvSpPr/>
          <p:nvPr/>
        </p:nvSpPr>
        <p:spPr>
          <a:xfrm>
            <a:off x="69677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4" name="Shape 822"/>
          <p:cNvSpPr/>
          <p:nvPr/>
        </p:nvSpPr>
        <p:spPr>
          <a:xfrm>
            <a:off x="70774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5" name="Shape 823"/>
          <p:cNvSpPr/>
          <p:nvPr/>
        </p:nvSpPr>
        <p:spPr>
          <a:xfrm>
            <a:off x="71871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6" name="Shape 824"/>
          <p:cNvSpPr/>
          <p:nvPr/>
        </p:nvSpPr>
        <p:spPr>
          <a:xfrm>
            <a:off x="72969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7" name="Shape 825"/>
          <p:cNvSpPr/>
          <p:nvPr/>
        </p:nvSpPr>
        <p:spPr>
          <a:xfrm>
            <a:off x="74066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8" name="Shape 826"/>
          <p:cNvSpPr/>
          <p:nvPr/>
        </p:nvSpPr>
        <p:spPr>
          <a:xfrm>
            <a:off x="75163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9" name="Shape 827"/>
          <p:cNvSpPr/>
          <p:nvPr/>
        </p:nvSpPr>
        <p:spPr>
          <a:xfrm>
            <a:off x="76260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0" name="Shape 828"/>
          <p:cNvSpPr/>
          <p:nvPr/>
        </p:nvSpPr>
        <p:spPr>
          <a:xfrm>
            <a:off x="77358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1" name="Shape 829"/>
          <p:cNvSpPr/>
          <p:nvPr/>
        </p:nvSpPr>
        <p:spPr>
          <a:xfrm>
            <a:off x="78455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2" name="Shape 830"/>
          <p:cNvSpPr/>
          <p:nvPr/>
        </p:nvSpPr>
        <p:spPr>
          <a:xfrm>
            <a:off x="79552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3" name="Shape 831"/>
          <p:cNvSpPr/>
          <p:nvPr/>
        </p:nvSpPr>
        <p:spPr>
          <a:xfrm>
            <a:off x="80650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4" name="Shape 832"/>
          <p:cNvSpPr/>
          <p:nvPr/>
        </p:nvSpPr>
        <p:spPr>
          <a:xfrm>
            <a:off x="81747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5" name="Shape 833"/>
          <p:cNvSpPr/>
          <p:nvPr/>
        </p:nvSpPr>
        <p:spPr>
          <a:xfrm>
            <a:off x="82844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6" name="Shape 834"/>
          <p:cNvSpPr/>
          <p:nvPr/>
        </p:nvSpPr>
        <p:spPr>
          <a:xfrm>
            <a:off x="83941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7" name="Shape 835"/>
          <p:cNvSpPr/>
          <p:nvPr/>
        </p:nvSpPr>
        <p:spPr>
          <a:xfrm>
            <a:off x="85039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8" name="Shape 836"/>
          <p:cNvSpPr/>
          <p:nvPr/>
        </p:nvSpPr>
        <p:spPr>
          <a:xfrm>
            <a:off x="86136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9" name="Shape 837"/>
          <p:cNvSpPr/>
          <p:nvPr/>
        </p:nvSpPr>
        <p:spPr>
          <a:xfrm>
            <a:off x="87233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0" name="Shape 838"/>
          <p:cNvSpPr/>
          <p:nvPr/>
        </p:nvSpPr>
        <p:spPr>
          <a:xfrm>
            <a:off x="88331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1" name="Shape 839"/>
          <p:cNvSpPr/>
          <p:nvPr/>
        </p:nvSpPr>
        <p:spPr>
          <a:xfrm>
            <a:off x="89428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2" name="Shape 840"/>
          <p:cNvSpPr/>
          <p:nvPr/>
        </p:nvSpPr>
        <p:spPr>
          <a:xfrm>
            <a:off x="90525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3" name="Shape 841"/>
          <p:cNvSpPr/>
          <p:nvPr/>
        </p:nvSpPr>
        <p:spPr>
          <a:xfrm>
            <a:off x="91622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8" name="Shape 866"/>
          <p:cNvSpPr/>
          <p:nvPr/>
        </p:nvSpPr>
        <p:spPr>
          <a:xfrm>
            <a:off x="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9" name="Shape 867"/>
          <p:cNvSpPr/>
          <p:nvPr/>
        </p:nvSpPr>
        <p:spPr>
          <a:xfrm>
            <a:off x="1097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0" name="Shape 868"/>
          <p:cNvSpPr/>
          <p:nvPr/>
        </p:nvSpPr>
        <p:spPr>
          <a:xfrm>
            <a:off x="2194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1" name="Shape 869"/>
          <p:cNvSpPr/>
          <p:nvPr/>
        </p:nvSpPr>
        <p:spPr>
          <a:xfrm>
            <a:off x="3291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2" name="Shape 870"/>
          <p:cNvSpPr/>
          <p:nvPr/>
        </p:nvSpPr>
        <p:spPr>
          <a:xfrm>
            <a:off x="4389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3" name="Shape 871"/>
          <p:cNvSpPr/>
          <p:nvPr/>
        </p:nvSpPr>
        <p:spPr>
          <a:xfrm>
            <a:off x="5486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4" name="Shape 872"/>
          <p:cNvSpPr/>
          <p:nvPr/>
        </p:nvSpPr>
        <p:spPr>
          <a:xfrm>
            <a:off x="6583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5" name="Shape 873"/>
          <p:cNvSpPr/>
          <p:nvPr/>
        </p:nvSpPr>
        <p:spPr>
          <a:xfrm>
            <a:off x="7680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6" name="Shape 874"/>
          <p:cNvSpPr/>
          <p:nvPr/>
        </p:nvSpPr>
        <p:spPr>
          <a:xfrm>
            <a:off x="8778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7" name="Shape 875"/>
          <p:cNvSpPr/>
          <p:nvPr/>
        </p:nvSpPr>
        <p:spPr>
          <a:xfrm>
            <a:off x="9875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8" name="Shape 876"/>
          <p:cNvSpPr/>
          <p:nvPr/>
        </p:nvSpPr>
        <p:spPr>
          <a:xfrm>
            <a:off x="10972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9" name="Shape 877"/>
          <p:cNvSpPr/>
          <p:nvPr/>
        </p:nvSpPr>
        <p:spPr>
          <a:xfrm>
            <a:off x="12070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0" name="Shape 878"/>
          <p:cNvSpPr/>
          <p:nvPr/>
        </p:nvSpPr>
        <p:spPr>
          <a:xfrm>
            <a:off x="13167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1" name="Shape 879"/>
          <p:cNvSpPr/>
          <p:nvPr/>
        </p:nvSpPr>
        <p:spPr>
          <a:xfrm>
            <a:off x="14264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2" name="Shape 880"/>
          <p:cNvSpPr/>
          <p:nvPr/>
        </p:nvSpPr>
        <p:spPr>
          <a:xfrm>
            <a:off x="15361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3" name="Shape 881"/>
          <p:cNvSpPr/>
          <p:nvPr/>
        </p:nvSpPr>
        <p:spPr>
          <a:xfrm>
            <a:off x="16459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4" name="Shape 882"/>
          <p:cNvSpPr/>
          <p:nvPr/>
        </p:nvSpPr>
        <p:spPr>
          <a:xfrm>
            <a:off x="17556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5" name="Shape 883"/>
          <p:cNvSpPr/>
          <p:nvPr/>
        </p:nvSpPr>
        <p:spPr>
          <a:xfrm>
            <a:off x="18653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6" name="Shape 884"/>
          <p:cNvSpPr/>
          <p:nvPr/>
        </p:nvSpPr>
        <p:spPr>
          <a:xfrm>
            <a:off x="19751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7" name="Shape 885"/>
          <p:cNvSpPr/>
          <p:nvPr/>
        </p:nvSpPr>
        <p:spPr>
          <a:xfrm>
            <a:off x="20848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8" name="Shape 886"/>
          <p:cNvSpPr/>
          <p:nvPr/>
        </p:nvSpPr>
        <p:spPr>
          <a:xfrm>
            <a:off x="21945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9" name="Shape 887"/>
          <p:cNvSpPr/>
          <p:nvPr/>
        </p:nvSpPr>
        <p:spPr>
          <a:xfrm>
            <a:off x="23042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0" name="Shape 888"/>
          <p:cNvSpPr/>
          <p:nvPr/>
        </p:nvSpPr>
        <p:spPr>
          <a:xfrm>
            <a:off x="24140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1" name="Shape 889"/>
          <p:cNvSpPr/>
          <p:nvPr/>
        </p:nvSpPr>
        <p:spPr>
          <a:xfrm>
            <a:off x="25237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2" name="Shape 890"/>
          <p:cNvSpPr/>
          <p:nvPr/>
        </p:nvSpPr>
        <p:spPr>
          <a:xfrm>
            <a:off x="26334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3" name="Shape 891"/>
          <p:cNvSpPr/>
          <p:nvPr/>
        </p:nvSpPr>
        <p:spPr>
          <a:xfrm>
            <a:off x="27432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4" name="Shape 892"/>
          <p:cNvSpPr/>
          <p:nvPr/>
        </p:nvSpPr>
        <p:spPr>
          <a:xfrm>
            <a:off x="28529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5" name="Shape 893"/>
          <p:cNvSpPr/>
          <p:nvPr/>
        </p:nvSpPr>
        <p:spPr>
          <a:xfrm>
            <a:off x="29626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6" name="Shape 894"/>
          <p:cNvSpPr/>
          <p:nvPr/>
        </p:nvSpPr>
        <p:spPr>
          <a:xfrm>
            <a:off x="30723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7" name="Shape 895"/>
          <p:cNvSpPr/>
          <p:nvPr/>
        </p:nvSpPr>
        <p:spPr>
          <a:xfrm>
            <a:off x="31821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8" name="Shape 896"/>
          <p:cNvSpPr/>
          <p:nvPr/>
        </p:nvSpPr>
        <p:spPr>
          <a:xfrm>
            <a:off x="32918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9" name="Shape 897"/>
          <p:cNvSpPr/>
          <p:nvPr/>
        </p:nvSpPr>
        <p:spPr>
          <a:xfrm>
            <a:off x="34015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0" name="Shape 898"/>
          <p:cNvSpPr/>
          <p:nvPr/>
        </p:nvSpPr>
        <p:spPr>
          <a:xfrm>
            <a:off x="35112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1" name="Shape 899"/>
          <p:cNvSpPr/>
          <p:nvPr/>
        </p:nvSpPr>
        <p:spPr>
          <a:xfrm>
            <a:off x="36210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2" name="Shape 900"/>
          <p:cNvSpPr/>
          <p:nvPr/>
        </p:nvSpPr>
        <p:spPr>
          <a:xfrm>
            <a:off x="37307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3" name="Shape 901"/>
          <p:cNvSpPr/>
          <p:nvPr/>
        </p:nvSpPr>
        <p:spPr>
          <a:xfrm>
            <a:off x="38404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4" name="Shape 902"/>
          <p:cNvSpPr/>
          <p:nvPr/>
        </p:nvSpPr>
        <p:spPr>
          <a:xfrm>
            <a:off x="39502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5" name="Shape 903"/>
          <p:cNvSpPr/>
          <p:nvPr/>
        </p:nvSpPr>
        <p:spPr>
          <a:xfrm>
            <a:off x="40599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6" name="Shape 904"/>
          <p:cNvSpPr/>
          <p:nvPr/>
        </p:nvSpPr>
        <p:spPr>
          <a:xfrm>
            <a:off x="41696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7" name="Shape 905"/>
          <p:cNvSpPr/>
          <p:nvPr/>
        </p:nvSpPr>
        <p:spPr>
          <a:xfrm>
            <a:off x="42793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8" name="Shape 906"/>
          <p:cNvSpPr/>
          <p:nvPr/>
        </p:nvSpPr>
        <p:spPr>
          <a:xfrm>
            <a:off x="43891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9" name="Shape 907"/>
          <p:cNvSpPr/>
          <p:nvPr/>
        </p:nvSpPr>
        <p:spPr>
          <a:xfrm>
            <a:off x="44988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0" name="Shape 908"/>
          <p:cNvSpPr/>
          <p:nvPr/>
        </p:nvSpPr>
        <p:spPr>
          <a:xfrm>
            <a:off x="46085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1" name="Shape 909"/>
          <p:cNvSpPr/>
          <p:nvPr/>
        </p:nvSpPr>
        <p:spPr>
          <a:xfrm>
            <a:off x="47183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2" name="Shape 910"/>
          <p:cNvSpPr/>
          <p:nvPr/>
        </p:nvSpPr>
        <p:spPr>
          <a:xfrm>
            <a:off x="48280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3" name="Shape 911"/>
          <p:cNvSpPr/>
          <p:nvPr/>
        </p:nvSpPr>
        <p:spPr>
          <a:xfrm>
            <a:off x="49377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4" name="Shape 912"/>
          <p:cNvSpPr/>
          <p:nvPr/>
        </p:nvSpPr>
        <p:spPr>
          <a:xfrm>
            <a:off x="50474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5" name="Shape 913"/>
          <p:cNvSpPr/>
          <p:nvPr/>
        </p:nvSpPr>
        <p:spPr>
          <a:xfrm>
            <a:off x="51572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6" name="Shape 914"/>
          <p:cNvSpPr/>
          <p:nvPr/>
        </p:nvSpPr>
        <p:spPr>
          <a:xfrm>
            <a:off x="52669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7" name="Shape 915"/>
          <p:cNvSpPr/>
          <p:nvPr/>
        </p:nvSpPr>
        <p:spPr>
          <a:xfrm>
            <a:off x="53766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8" name="Shape 916"/>
          <p:cNvSpPr/>
          <p:nvPr/>
        </p:nvSpPr>
        <p:spPr>
          <a:xfrm>
            <a:off x="54864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9" name="Shape 917"/>
          <p:cNvSpPr/>
          <p:nvPr/>
        </p:nvSpPr>
        <p:spPr>
          <a:xfrm>
            <a:off x="55961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0" name="Shape 918"/>
          <p:cNvSpPr/>
          <p:nvPr/>
        </p:nvSpPr>
        <p:spPr>
          <a:xfrm>
            <a:off x="57058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1" name="Shape 919"/>
          <p:cNvSpPr/>
          <p:nvPr/>
        </p:nvSpPr>
        <p:spPr>
          <a:xfrm>
            <a:off x="58155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2" name="Shape 920"/>
          <p:cNvSpPr/>
          <p:nvPr/>
        </p:nvSpPr>
        <p:spPr>
          <a:xfrm>
            <a:off x="59253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3" name="Shape 921"/>
          <p:cNvSpPr/>
          <p:nvPr/>
        </p:nvSpPr>
        <p:spPr>
          <a:xfrm>
            <a:off x="60350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4" name="Shape 922"/>
          <p:cNvSpPr/>
          <p:nvPr/>
        </p:nvSpPr>
        <p:spPr>
          <a:xfrm>
            <a:off x="61447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5" name="Shape 923"/>
          <p:cNvSpPr/>
          <p:nvPr/>
        </p:nvSpPr>
        <p:spPr>
          <a:xfrm>
            <a:off x="62544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6" name="Shape 924"/>
          <p:cNvSpPr/>
          <p:nvPr/>
        </p:nvSpPr>
        <p:spPr>
          <a:xfrm>
            <a:off x="63642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7" name="Shape 925"/>
          <p:cNvSpPr/>
          <p:nvPr/>
        </p:nvSpPr>
        <p:spPr>
          <a:xfrm>
            <a:off x="64739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8" name="Shape 926"/>
          <p:cNvSpPr/>
          <p:nvPr/>
        </p:nvSpPr>
        <p:spPr>
          <a:xfrm>
            <a:off x="65836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9" name="Shape 927"/>
          <p:cNvSpPr/>
          <p:nvPr/>
        </p:nvSpPr>
        <p:spPr>
          <a:xfrm>
            <a:off x="66934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0" name="Shape 928"/>
          <p:cNvSpPr/>
          <p:nvPr/>
        </p:nvSpPr>
        <p:spPr>
          <a:xfrm>
            <a:off x="68031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1" name="Shape 929"/>
          <p:cNvSpPr/>
          <p:nvPr/>
        </p:nvSpPr>
        <p:spPr>
          <a:xfrm>
            <a:off x="69128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2" name="Shape 930"/>
          <p:cNvSpPr/>
          <p:nvPr/>
        </p:nvSpPr>
        <p:spPr>
          <a:xfrm>
            <a:off x="70225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3" name="Shape 931"/>
          <p:cNvSpPr/>
          <p:nvPr/>
        </p:nvSpPr>
        <p:spPr>
          <a:xfrm>
            <a:off x="71323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4" name="Shape 932"/>
          <p:cNvSpPr/>
          <p:nvPr/>
        </p:nvSpPr>
        <p:spPr>
          <a:xfrm>
            <a:off x="72420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5" name="Shape 933"/>
          <p:cNvSpPr/>
          <p:nvPr/>
        </p:nvSpPr>
        <p:spPr>
          <a:xfrm>
            <a:off x="73517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6" name="Shape 934"/>
          <p:cNvSpPr/>
          <p:nvPr/>
        </p:nvSpPr>
        <p:spPr>
          <a:xfrm>
            <a:off x="74615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7" name="Shape 935"/>
          <p:cNvSpPr/>
          <p:nvPr/>
        </p:nvSpPr>
        <p:spPr>
          <a:xfrm>
            <a:off x="75712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8" name="Shape 936"/>
          <p:cNvSpPr/>
          <p:nvPr/>
        </p:nvSpPr>
        <p:spPr>
          <a:xfrm>
            <a:off x="76809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9" name="Shape 937"/>
          <p:cNvSpPr/>
          <p:nvPr/>
        </p:nvSpPr>
        <p:spPr>
          <a:xfrm>
            <a:off x="77906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0" name="Shape 938"/>
          <p:cNvSpPr/>
          <p:nvPr/>
        </p:nvSpPr>
        <p:spPr>
          <a:xfrm>
            <a:off x="79004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1" name="Shape 939"/>
          <p:cNvSpPr/>
          <p:nvPr/>
        </p:nvSpPr>
        <p:spPr>
          <a:xfrm>
            <a:off x="80101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2" name="Shape 940"/>
          <p:cNvSpPr/>
          <p:nvPr/>
        </p:nvSpPr>
        <p:spPr>
          <a:xfrm>
            <a:off x="81198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3" name="Shape 941"/>
          <p:cNvSpPr/>
          <p:nvPr/>
        </p:nvSpPr>
        <p:spPr>
          <a:xfrm>
            <a:off x="82296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4" name="Shape 942"/>
          <p:cNvSpPr/>
          <p:nvPr/>
        </p:nvSpPr>
        <p:spPr>
          <a:xfrm>
            <a:off x="83393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5" name="Shape 943"/>
          <p:cNvSpPr/>
          <p:nvPr/>
        </p:nvSpPr>
        <p:spPr>
          <a:xfrm>
            <a:off x="84490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6" name="Shape 944"/>
          <p:cNvSpPr/>
          <p:nvPr/>
        </p:nvSpPr>
        <p:spPr>
          <a:xfrm>
            <a:off x="85587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7" name="Shape 945"/>
          <p:cNvSpPr/>
          <p:nvPr/>
        </p:nvSpPr>
        <p:spPr>
          <a:xfrm>
            <a:off x="86685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8" name="Shape 946"/>
          <p:cNvSpPr/>
          <p:nvPr/>
        </p:nvSpPr>
        <p:spPr>
          <a:xfrm>
            <a:off x="87782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9" name="Shape 947"/>
          <p:cNvSpPr/>
          <p:nvPr/>
        </p:nvSpPr>
        <p:spPr>
          <a:xfrm>
            <a:off x="88879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0" name="Shape 948"/>
          <p:cNvSpPr/>
          <p:nvPr/>
        </p:nvSpPr>
        <p:spPr>
          <a:xfrm>
            <a:off x="89976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1" name="Shape 949"/>
          <p:cNvSpPr/>
          <p:nvPr/>
        </p:nvSpPr>
        <p:spPr>
          <a:xfrm>
            <a:off x="91074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6" name="Shape 974"/>
          <p:cNvSpPr/>
          <p:nvPr/>
        </p:nvSpPr>
        <p:spPr>
          <a:xfrm>
            <a:off x="548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7" name="Shape 975"/>
          <p:cNvSpPr/>
          <p:nvPr/>
        </p:nvSpPr>
        <p:spPr>
          <a:xfrm>
            <a:off x="1645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8" name="Shape 976"/>
          <p:cNvSpPr/>
          <p:nvPr/>
        </p:nvSpPr>
        <p:spPr>
          <a:xfrm>
            <a:off x="2743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9" name="Shape 977"/>
          <p:cNvSpPr/>
          <p:nvPr/>
        </p:nvSpPr>
        <p:spPr>
          <a:xfrm>
            <a:off x="3840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0" name="Shape 978"/>
          <p:cNvSpPr/>
          <p:nvPr/>
        </p:nvSpPr>
        <p:spPr>
          <a:xfrm>
            <a:off x="4937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1" name="Shape 979"/>
          <p:cNvSpPr/>
          <p:nvPr/>
        </p:nvSpPr>
        <p:spPr>
          <a:xfrm>
            <a:off x="6035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2" name="Shape 980"/>
          <p:cNvSpPr/>
          <p:nvPr/>
        </p:nvSpPr>
        <p:spPr>
          <a:xfrm>
            <a:off x="7132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3" name="Shape 981"/>
          <p:cNvSpPr/>
          <p:nvPr/>
        </p:nvSpPr>
        <p:spPr>
          <a:xfrm>
            <a:off x="8229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4" name="Shape 982"/>
          <p:cNvSpPr/>
          <p:nvPr/>
        </p:nvSpPr>
        <p:spPr>
          <a:xfrm>
            <a:off x="9326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5" name="Shape 983"/>
          <p:cNvSpPr/>
          <p:nvPr/>
        </p:nvSpPr>
        <p:spPr>
          <a:xfrm>
            <a:off x="10424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6" name="Shape 984"/>
          <p:cNvSpPr/>
          <p:nvPr/>
        </p:nvSpPr>
        <p:spPr>
          <a:xfrm>
            <a:off x="11521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7" name="Shape 985"/>
          <p:cNvSpPr/>
          <p:nvPr/>
        </p:nvSpPr>
        <p:spPr>
          <a:xfrm>
            <a:off x="12618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8" name="Shape 986"/>
          <p:cNvSpPr/>
          <p:nvPr/>
        </p:nvSpPr>
        <p:spPr>
          <a:xfrm>
            <a:off x="13716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9" name="Shape 987"/>
          <p:cNvSpPr/>
          <p:nvPr/>
        </p:nvSpPr>
        <p:spPr>
          <a:xfrm>
            <a:off x="14813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0" name="Shape 988"/>
          <p:cNvSpPr/>
          <p:nvPr/>
        </p:nvSpPr>
        <p:spPr>
          <a:xfrm>
            <a:off x="15910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1" name="Shape 989"/>
          <p:cNvSpPr/>
          <p:nvPr/>
        </p:nvSpPr>
        <p:spPr>
          <a:xfrm>
            <a:off x="17007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2" name="Shape 990"/>
          <p:cNvSpPr/>
          <p:nvPr/>
        </p:nvSpPr>
        <p:spPr>
          <a:xfrm>
            <a:off x="18105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3" name="Shape 991"/>
          <p:cNvSpPr/>
          <p:nvPr/>
        </p:nvSpPr>
        <p:spPr>
          <a:xfrm>
            <a:off x="19202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4" name="Shape 992"/>
          <p:cNvSpPr/>
          <p:nvPr/>
        </p:nvSpPr>
        <p:spPr>
          <a:xfrm>
            <a:off x="20299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5" name="Shape 993"/>
          <p:cNvSpPr/>
          <p:nvPr/>
        </p:nvSpPr>
        <p:spPr>
          <a:xfrm>
            <a:off x="21396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6" name="Shape 994"/>
          <p:cNvSpPr/>
          <p:nvPr/>
        </p:nvSpPr>
        <p:spPr>
          <a:xfrm>
            <a:off x="22494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7" name="Shape 995"/>
          <p:cNvSpPr/>
          <p:nvPr/>
        </p:nvSpPr>
        <p:spPr>
          <a:xfrm>
            <a:off x="23591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8" name="Shape 996"/>
          <p:cNvSpPr/>
          <p:nvPr/>
        </p:nvSpPr>
        <p:spPr>
          <a:xfrm>
            <a:off x="24688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9" name="Shape 997"/>
          <p:cNvSpPr/>
          <p:nvPr/>
        </p:nvSpPr>
        <p:spPr>
          <a:xfrm>
            <a:off x="25786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0" name="Shape 998"/>
          <p:cNvSpPr/>
          <p:nvPr/>
        </p:nvSpPr>
        <p:spPr>
          <a:xfrm>
            <a:off x="26883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1" name="Shape 999"/>
          <p:cNvSpPr/>
          <p:nvPr/>
        </p:nvSpPr>
        <p:spPr>
          <a:xfrm>
            <a:off x="27980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2" name="Shape 1000"/>
          <p:cNvSpPr/>
          <p:nvPr/>
        </p:nvSpPr>
        <p:spPr>
          <a:xfrm>
            <a:off x="29077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3" name="Shape 1001"/>
          <p:cNvSpPr/>
          <p:nvPr/>
        </p:nvSpPr>
        <p:spPr>
          <a:xfrm>
            <a:off x="30175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4" name="Shape 1002"/>
          <p:cNvSpPr/>
          <p:nvPr/>
        </p:nvSpPr>
        <p:spPr>
          <a:xfrm>
            <a:off x="31272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5" name="Shape 1003"/>
          <p:cNvSpPr/>
          <p:nvPr/>
        </p:nvSpPr>
        <p:spPr>
          <a:xfrm>
            <a:off x="32369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6" name="Shape 1004"/>
          <p:cNvSpPr/>
          <p:nvPr/>
        </p:nvSpPr>
        <p:spPr>
          <a:xfrm>
            <a:off x="33467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7" name="Shape 1005"/>
          <p:cNvSpPr/>
          <p:nvPr/>
        </p:nvSpPr>
        <p:spPr>
          <a:xfrm>
            <a:off x="34564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8" name="Shape 1006"/>
          <p:cNvSpPr/>
          <p:nvPr/>
        </p:nvSpPr>
        <p:spPr>
          <a:xfrm>
            <a:off x="35661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9" name="Shape 1007"/>
          <p:cNvSpPr/>
          <p:nvPr/>
        </p:nvSpPr>
        <p:spPr>
          <a:xfrm>
            <a:off x="36758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0" name="Shape 1008"/>
          <p:cNvSpPr/>
          <p:nvPr/>
        </p:nvSpPr>
        <p:spPr>
          <a:xfrm>
            <a:off x="37856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1" name="Shape 1009"/>
          <p:cNvSpPr/>
          <p:nvPr/>
        </p:nvSpPr>
        <p:spPr>
          <a:xfrm>
            <a:off x="38953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2" name="Shape 1010"/>
          <p:cNvSpPr/>
          <p:nvPr/>
        </p:nvSpPr>
        <p:spPr>
          <a:xfrm>
            <a:off x="40050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3" name="Shape 1011"/>
          <p:cNvSpPr/>
          <p:nvPr/>
        </p:nvSpPr>
        <p:spPr>
          <a:xfrm>
            <a:off x="41148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4" name="Shape 1012"/>
          <p:cNvSpPr/>
          <p:nvPr/>
        </p:nvSpPr>
        <p:spPr>
          <a:xfrm>
            <a:off x="42245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5" name="Shape 1013"/>
          <p:cNvSpPr/>
          <p:nvPr/>
        </p:nvSpPr>
        <p:spPr>
          <a:xfrm>
            <a:off x="43342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6" name="Shape 1014"/>
          <p:cNvSpPr/>
          <p:nvPr/>
        </p:nvSpPr>
        <p:spPr>
          <a:xfrm>
            <a:off x="44439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7" name="Shape 1015"/>
          <p:cNvSpPr/>
          <p:nvPr/>
        </p:nvSpPr>
        <p:spPr>
          <a:xfrm>
            <a:off x="45537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8" name="Shape 1016"/>
          <p:cNvSpPr/>
          <p:nvPr/>
        </p:nvSpPr>
        <p:spPr>
          <a:xfrm>
            <a:off x="46634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9" name="Shape 1017"/>
          <p:cNvSpPr/>
          <p:nvPr/>
        </p:nvSpPr>
        <p:spPr>
          <a:xfrm>
            <a:off x="47731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0" name="Shape 1018"/>
          <p:cNvSpPr/>
          <p:nvPr/>
        </p:nvSpPr>
        <p:spPr>
          <a:xfrm>
            <a:off x="48828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1" name="Shape 1019"/>
          <p:cNvSpPr/>
          <p:nvPr/>
        </p:nvSpPr>
        <p:spPr>
          <a:xfrm>
            <a:off x="49926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2" name="Shape 1020"/>
          <p:cNvSpPr/>
          <p:nvPr/>
        </p:nvSpPr>
        <p:spPr>
          <a:xfrm>
            <a:off x="51023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3" name="Shape 1021"/>
          <p:cNvSpPr/>
          <p:nvPr/>
        </p:nvSpPr>
        <p:spPr>
          <a:xfrm>
            <a:off x="52120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4" name="Shape 1022"/>
          <p:cNvSpPr/>
          <p:nvPr/>
        </p:nvSpPr>
        <p:spPr>
          <a:xfrm>
            <a:off x="53218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5" name="Shape 1023"/>
          <p:cNvSpPr/>
          <p:nvPr/>
        </p:nvSpPr>
        <p:spPr>
          <a:xfrm>
            <a:off x="54315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6" name="Shape 1024"/>
          <p:cNvSpPr/>
          <p:nvPr/>
        </p:nvSpPr>
        <p:spPr>
          <a:xfrm>
            <a:off x="55412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7" name="Shape 1025"/>
          <p:cNvSpPr/>
          <p:nvPr/>
        </p:nvSpPr>
        <p:spPr>
          <a:xfrm>
            <a:off x="56509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8" name="Shape 1026"/>
          <p:cNvSpPr/>
          <p:nvPr/>
        </p:nvSpPr>
        <p:spPr>
          <a:xfrm>
            <a:off x="57607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9" name="Shape 1027"/>
          <p:cNvSpPr/>
          <p:nvPr/>
        </p:nvSpPr>
        <p:spPr>
          <a:xfrm>
            <a:off x="58704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0" name="Shape 1028"/>
          <p:cNvSpPr/>
          <p:nvPr/>
        </p:nvSpPr>
        <p:spPr>
          <a:xfrm>
            <a:off x="59801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1" name="Shape 1029"/>
          <p:cNvSpPr/>
          <p:nvPr/>
        </p:nvSpPr>
        <p:spPr>
          <a:xfrm>
            <a:off x="60899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2" name="Shape 1030"/>
          <p:cNvSpPr/>
          <p:nvPr/>
        </p:nvSpPr>
        <p:spPr>
          <a:xfrm>
            <a:off x="61996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3" name="Shape 1031"/>
          <p:cNvSpPr/>
          <p:nvPr/>
        </p:nvSpPr>
        <p:spPr>
          <a:xfrm>
            <a:off x="63093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4" name="Shape 1032"/>
          <p:cNvSpPr/>
          <p:nvPr/>
        </p:nvSpPr>
        <p:spPr>
          <a:xfrm>
            <a:off x="64190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5" name="Shape 1033"/>
          <p:cNvSpPr/>
          <p:nvPr/>
        </p:nvSpPr>
        <p:spPr>
          <a:xfrm>
            <a:off x="65288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6" name="Shape 1034"/>
          <p:cNvSpPr/>
          <p:nvPr/>
        </p:nvSpPr>
        <p:spPr>
          <a:xfrm>
            <a:off x="66385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7" name="Shape 1035"/>
          <p:cNvSpPr/>
          <p:nvPr/>
        </p:nvSpPr>
        <p:spPr>
          <a:xfrm>
            <a:off x="67482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8" name="Shape 1036"/>
          <p:cNvSpPr/>
          <p:nvPr/>
        </p:nvSpPr>
        <p:spPr>
          <a:xfrm>
            <a:off x="68580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9" name="Shape 1037"/>
          <p:cNvSpPr/>
          <p:nvPr/>
        </p:nvSpPr>
        <p:spPr>
          <a:xfrm>
            <a:off x="69677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0" name="Shape 1038"/>
          <p:cNvSpPr/>
          <p:nvPr/>
        </p:nvSpPr>
        <p:spPr>
          <a:xfrm>
            <a:off x="70774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1" name="Shape 1039"/>
          <p:cNvSpPr/>
          <p:nvPr/>
        </p:nvSpPr>
        <p:spPr>
          <a:xfrm>
            <a:off x="71871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2" name="Shape 1040"/>
          <p:cNvSpPr/>
          <p:nvPr/>
        </p:nvSpPr>
        <p:spPr>
          <a:xfrm>
            <a:off x="72969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3" name="Shape 1041"/>
          <p:cNvSpPr/>
          <p:nvPr/>
        </p:nvSpPr>
        <p:spPr>
          <a:xfrm>
            <a:off x="74066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4" name="Shape 1042"/>
          <p:cNvSpPr/>
          <p:nvPr/>
        </p:nvSpPr>
        <p:spPr>
          <a:xfrm>
            <a:off x="75163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5" name="Shape 1043"/>
          <p:cNvSpPr/>
          <p:nvPr/>
        </p:nvSpPr>
        <p:spPr>
          <a:xfrm>
            <a:off x="76260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6" name="Shape 1044"/>
          <p:cNvSpPr/>
          <p:nvPr/>
        </p:nvSpPr>
        <p:spPr>
          <a:xfrm>
            <a:off x="77358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7" name="Shape 1045"/>
          <p:cNvSpPr/>
          <p:nvPr/>
        </p:nvSpPr>
        <p:spPr>
          <a:xfrm>
            <a:off x="78455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8" name="Shape 1046"/>
          <p:cNvSpPr/>
          <p:nvPr/>
        </p:nvSpPr>
        <p:spPr>
          <a:xfrm>
            <a:off x="79552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9" name="Shape 1047"/>
          <p:cNvSpPr/>
          <p:nvPr/>
        </p:nvSpPr>
        <p:spPr>
          <a:xfrm>
            <a:off x="80650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0" name="Shape 1048"/>
          <p:cNvSpPr/>
          <p:nvPr/>
        </p:nvSpPr>
        <p:spPr>
          <a:xfrm>
            <a:off x="81747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1" name="Shape 1049"/>
          <p:cNvSpPr/>
          <p:nvPr/>
        </p:nvSpPr>
        <p:spPr>
          <a:xfrm>
            <a:off x="82844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2" name="Shape 1050"/>
          <p:cNvSpPr/>
          <p:nvPr/>
        </p:nvSpPr>
        <p:spPr>
          <a:xfrm>
            <a:off x="83941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3" name="Shape 1051"/>
          <p:cNvSpPr/>
          <p:nvPr/>
        </p:nvSpPr>
        <p:spPr>
          <a:xfrm>
            <a:off x="85039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4" name="Shape 1052"/>
          <p:cNvSpPr/>
          <p:nvPr/>
        </p:nvSpPr>
        <p:spPr>
          <a:xfrm>
            <a:off x="86136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5" name="Shape 1053"/>
          <p:cNvSpPr/>
          <p:nvPr/>
        </p:nvSpPr>
        <p:spPr>
          <a:xfrm>
            <a:off x="87233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6" name="Shape 1054"/>
          <p:cNvSpPr/>
          <p:nvPr/>
        </p:nvSpPr>
        <p:spPr>
          <a:xfrm>
            <a:off x="88331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7" name="Shape 1055"/>
          <p:cNvSpPr/>
          <p:nvPr/>
        </p:nvSpPr>
        <p:spPr>
          <a:xfrm>
            <a:off x="89428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8" name="Shape 1056"/>
          <p:cNvSpPr/>
          <p:nvPr/>
        </p:nvSpPr>
        <p:spPr>
          <a:xfrm>
            <a:off x="90525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9" name="Shape 1057"/>
          <p:cNvSpPr/>
          <p:nvPr/>
        </p:nvSpPr>
        <p:spPr>
          <a:xfrm>
            <a:off x="91622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4" name="Shape 1082"/>
          <p:cNvSpPr/>
          <p:nvPr/>
        </p:nvSpPr>
        <p:spPr>
          <a:xfrm>
            <a:off x="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5" name="Shape 1083"/>
          <p:cNvSpPr/>
          <p:nvPr/>
        </p:nvSpPr>
        <p:spPr>
          <a:xfrm>
            <a:off x="1097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6" name="Shape 1084"/>
          <p:cNvSpPr/>
          <p:nvPr/>
        </p:nvSpPr>
        <p:spPr>
          <a:xfrm>
            <a:off x="2194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7" name="Shape 1085"/>
          <p:cNvSpPr/>
          <p:nvPr/>
        </p:nvSpPr>
        <p:spPr>
          <a:xfrm>
            <a:off x="3291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8" name="Shape 1086"/>
          <p:cNvSpPr/>
          <p:nvPr/>
        </p:nvSpPr>
        <p:spPr>
          <a:xfrm>
            <a:off x="4389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9" name="Shape 1087"/>
          <p:cNvSpPr/>
          <p:nvPr/>
        </p:nvSpPr>
        <p:spPr>
          <a:xfrm>
            <a:off x="5486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0" name="Shape 1088"/>
          <p:cNvSpPr/>
          <p:nvPr/>
        </p:nvSpPr>
        <p:spPr>
          <a:xfrm>
            <a:off x="6583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1" name="Shape 1089"/>
          <p:cNvSpPr/>
          <p:nvPr/>
        </p:nvSpPr>
        <p:spPr>
          <a:xfrm>
            <a:off x="7680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2" name="Shape 1090"/>
          <p:cNvSpPr/>
          <p:nvPr/>
        </p:nvSpPr>
        <p:spPr>
          <a:xfrm>
            <a:off x="8778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3" name="Shape 1091"/>
          <p:cNvSpPr/>
          <p:nvPr/>
        </p:nvSpPr>
        <p:spPr>
          <a:xfrm>
            <a:off x="9875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4" name="Shape 1092"/>
          <p:cNvSpPr/>
          <p:nvPr/>
        </p:nvSpPr>
        <p:spPr>
          <a:xfrm>
            <a:off x="10972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5" name="Shape 1093"/>
          <p:cNvSpPr/>
          <p:nvPr/>
        </p:nvSpPr>
        <p:spPr>
          <a:xfrm>
            <a:off x="12070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6" name="Shape 1094"/>
          <p:cNvSpPr/>
          <p:nvPr/>
        </p:nvSpPr>
        <p:spPr>
          <a:xfrm>
            <a:off x="13167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7" name="Shape 1095"/>
          <p:cNvSpPr/>
          <p:nvPr/>
        </p:nvSpPr>
        <p:spPr>
          <a:xfrm>
            <a:off x="14264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8" name="Shape 1096"/>
          <p:cNvSpPr/>
          <p:nvPr/>
        </p:nvSpPr>
        <p:spPr>
          <a:xfrm>
            <a:off x="15361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9" name="Shape 1097"/>
          <p:cNvSpPr/>
          <p:nvPr/>
        </p:nvSpPr>
        <p:spPr>
          <a:xfrm>
            <a:off x="16459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0" name="Shape 1098"/>
          <p:cNvSpPr/>
          <p:nvPr/>
        </p:nvSpPr>
        <p:spPr>
          <a:xfrm>
            <a:off x="17556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1" name="Shape 1099"/>
          <p:cNvSpPr/>
          <p:nvPr/>
        </p:nvSpPr>
        <p:spPr>
          <a:xfrm>
            <a:off x="18653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2" name="Shape 1100"/>
          <p:cNvSpPr/>
          <p:nvPr/>
        </p:nvSpPr>
        <p:spPr>
          <a:xfrm>
            <a:off x="19751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3" name="Shape 1101"/>
          <p:cNvSpPr/>
          <p:nvPr/>
        </p:nvSpPr>
        <p:spPr>
          <a:xfrm>
            <a:off x="20848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4" name="Shape 1102"/>
          <p:cNvSpPr/>
          <p:nvPr/>
        </p:nvSpPr>
        <p:spPr>
          <a:xfrm>
            <a:off x="21945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5" name="Shape 1103"/>
          <p:cNvSpPr/>
          <p:nvPr/>
        </p:nvSpPr>
        <p:spPr>
          <a:xfrm>
            <a:off x="23042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6" name="Shape 1104"/>
          <p:cNvSpPr/>
          <p:nvPr/>
        </p:nvSpPr>
        <p:spPr>
          <a:xfrm>
            <a:off x="24140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7" name="Shape 1105"/>
          <p:cNvSpPr/>
          <p:nvPr/>
        </p:nvSpPr>
        <p:spPr>
          <a:xfrm>
            <a:off x="25237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8" name="Shape 1106"/>
          <p:cNvSpPr/>
          <p:nvPr/>
        </p:nvSpPr>
        <p:spPr>
          <a:xfrm>
            <a:off x="26334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9" name="Shape 1107"/>
          <p:cNvSpPr/>
          <p:nvPr/>
        </p:nvSpPr>
        <p:spPr>
          <a:xfrm>
            <a:off x="27432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0" name="Shape 1108"/>
          <p:cNvSpPr/>
          <p:nvPr/>
        </p:nvSpPr>
        <p:spPr>
          <a:xfrm>
            <a:off x="28529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1" name="Shape 1109"/>
          <p:cNvSpPr/>
          <p:nvPr/>
        </p:nvSpPr>
        <p:spPr>
          <a:xfrm>
            <a:off x="29626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2" name="Shape 1110"/>
          <p:cNvSpPr/>
          <p:nvPr/>
        </p:nvSpPr>
        <p:spPr>
          <a:xfrm>
            <a:off x="30723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3" name="Shape 1111"/>
          <p:cNvSpPr/>
          <p:nvPr/>
        </p:nvSpPr>
        <p:spPr>
          <a:xfrm>
            <a:off x="31821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4" name="Shape 1112"/>
          <p:cNvSpPr/>
          <p:nvPr/>
        </p:nvSpPr>
        <p:spPr>
          <a:xfrm>
            <a:off x="32918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5" name="Shape 1113"/>
          <p:cNvSpPr/>
          <p:nvPr/>
        </p:nvSpPr>
        <p:spPr>
          <a:xfrm>
            <a:off x="34015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6" name="Shape 1114"/>
          <p:cNvSpPr/>
          <p:nvPr/>
        </p:nvSpPr>
        <p:spPr>
          <a:xfrm>
            <a:off x="35112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7" name="Shape 1115"/>
          <p:cNvSpPr/>
          <p:nvPr/>
        </p:nvSpPr>
        <p:spPr>
          <a:xfrm>
            <a:off x="36210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8" name="Shape 1116"/>
          <p:cNvSpPr/>
          <p:nvPr/>
        </p:nvSpPr>
        <p:spPr>
          <a:xfrm>
            <a:off x="37307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9" name="Shape 1117"/>
          <p:cNvSpPr/>
          <p:nvPr/>
        </p:nvSpPr>
        <p:spPr>
          <a:xfrm>
            <a:off x="38404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0" name="Shape 1118"/>
          <p:cNvSpPr/>
          <p:nvPr/>
        </p:nvSpPr>
        <p:spPr>
          <a:xfrm>
            <a:off x="39502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1" name="Shape 1119"/>
          <p:cNvSpPr/>
          <p:nvPr/>
        </p:nvSpPr>
        <p:spPr>
          <a:xfrm>
            <a:off x="40599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2" name="Shape 1120"/>
          <p:cNvSpPr/>
          <p:nvPr/>
        </p:nvSpPr>
        <p:spPr>
          <a:xfrm>
            <a:off x="41696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3" name="Shape 1121"/>
          <p:cNvSpPr/>
          <p:nvPr/>
        </p:nvSpPr>
        <p:spPr>
          <a:xfrm>
            <a:off x="42793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4" name="Shape 1122"/>
          <p:cNvSpPr/>
          <p:nvPr/>
        </p:nvSpPr>
        <p:spPr>
          <a:xfrm>
            <a:off x="43891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5" name="Shape 1123"/>
          <p:cNvSpPr/>
          <p:nvPr/>
        </p:nvSpPr>
        <p:spPr>
          <a:xfrm>
            <a:off x="44988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6" name="Shape 1124"/>
          <p:cNvSpPr/>
          <p:nvPr/>
        </p:nvSpPr>
        <p:spPr>
          <a:xfrm>
            <a:off x="46085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7" name="Shape 1125"/>
          <p:cNvSpPr/>
          <p:nvPr/>
        </p:nvSpPr>
        <p:spPr>
          <a:xfrm>
            <a:off x="47183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8" name="Shape 1126"/>
          <p:cNvSpPr/>
          <p:nvPr/>
        </p:nvSpPr>
        <p:spPr>
          <a:xfrm>
            <a:off x="48280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9" name="Shape 1127"/>
          <p:cNvSpPr/>
          <p:nvPr/>
        </p:nvSpPr>
        <p:spPr>
          <a:xfrm>
            <a:off x="49377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0" name="Shape 1128"/>
          <p:cNvSpPr/>
          <p:nvPr/>
        </p:nvSpPr>
        <p:spPr>
          <a:xfrm>
            <a:off x="50474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1" name="Shape 1129"/>
          <p:cNvSpPr/>
          <p:nvPr/>
        </p:nvSpPr>
        <p:spPr>
          <a:xfrm>
            <a:off x="51572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2" name="Shape 1130"/>
          <p:cNvSpPr/>
          <p:nvPr/>
        </p:nvSpPr>
        <p:spPr>
          <a:xfrm>
            <a:off x="52669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3" name="Shape 1131"/>
          <p:cNvSpPr/>
          <p:nvPr/>
        </p:nvSpPr>
        <p:spPr>
          <a:xfrm>
            <a:off x="53766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4" name="Shape 1132"/>
          <p:cNvSpPr/>
          <p:nvPr/>
        </p:nvSpPr>
        <p:spPr>
          <a:xfrm>
            <a:off x="54864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5" name="Shape 1133"/>
          <p:cNvSpPr/>
          <p:nvPr/>
        </p:nvSpPr>
        <p:spPr>
          <a:xfrm>
            <a:off x="55961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6" name="Shape 1134"/>
          <p:cNvSpPr/>
          <p:nvPr/>
        </p:nvSpPr>
        <p:spPr>
          <a:xfrm>
            <a:off x="57058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7" name="Shape 1135"/>
          <p:cNvSpPr/>
          <p:nvPr/>
        </p:nvSpPr>
        <p:spPr>
          <a:xfrm>
            <a:off x="58155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8" name="Shape 1136"/>
          <p:cNvSpPr/>
          <p:nvPr/>
        </p:nvSpPr>
        <p:spPr>
          <a:xfrm>
            <a:off x="59253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9" name="Shape 1137"/>
          <p:cNvSpPr/>
          <p:nvPr/>
        </p:nvSpPr>
        <p:spPr>
          <a:xfrm>
            <a:off x="60350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0" name="Shape 1138"/>
          <p:cNvSpPr/>
          <p:nvPr/>
        </p:nvSpPr>
        <p:spPr>
          <a:xfrm>
            <a:off x="61447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1" name="Shape 1139"/>
          <p:cNvSpPr/>
          <p:nvPr/>
        </p:nvSpPr>
        <p:spPr>
          <a:xfrm>
            <a:off x="62544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2" name="Shape 1140"/>
          <p:cNvSpPr/>
          <p:nvPr/>
        </p:nvSpPr>
        <p:spPr>
          <a:xfrm>
            <a:off x="63642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3" name="Shape 1141"/>
          <p:cNvSpPr/>
          <p:nvPr/>
        </p:nvSpPr>
        <p:spPr>
          <a:xfrm>
            <a:off x="64739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4" name="Shape 1142"/>
          <p:cNvSpPr/>
          <p:nvPr/>
        </p:nvSpPr>
        <p:spPr>
          <a:xfrm>
            <a:off x="65836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5" name="Shape 1143"/>
          <p:cNvSpPr/>
          <p:nvPr/>
        </p:nvSpPr>
        <p:spPr>
          <a:xfrm>
            <a:off x="66934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6" name="Shape 1144"/>
          <p:cNvSpPr/>
          <p:nvPr/>
        </p:nvSpPr>
        <p:spPr>
          <a:xfrm>
            <a:off x="68031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7" name="Shape 1145"/>
          <p:cNvSpPr/>
          <p:nvPr/>
        </p:nvSpPr>
        <p:spPr>
          <a:xfrm>
            <a:off x="69128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8" name="Shape 1146"/>
          <p:cNvSpPr/>
          <p:nvPr/>
        </p:nvSpPr>
        <p:spPr>
          <a:xfrm>
            <a:off x="70225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9" name="Shape 1147"/>
          <p:cNvSpPr/>
          <p:nvPr/>
        </p:nvSpPr>
        <p:spPr>
          <a:xfrm>
            <a:off x="71323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0" name="Shape 1148"/>
          <p:cNvSpPr/>
          <p:nvPr/>
        </p:nvSpPr>
        <p:spPr>
          <a:xfrm>
            <a:off x="72420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1" name="Shape 1149"/>
          <p:cNvSpPr/>
          <p:nvPr/>
        </p:nvSpPr>
        <p:spPr>
          <a:xfrm>
            <a:off x="73517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2" name="Shape 1150"/>
          <p:cNvSpPr/>
          <p:nvPr/>
        </p:nvSpPr>
        <p:spPr>
          <a:xfrm>
            <a:off x="74615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3" name="Shape 1151"/>
          <p:cNvSpPr/>
          <p:nvPr/>
        </p:nvSpPr>
        <p:spPr>
          <a:xfrm>
            <a:off x="75712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4" name="Shape 1152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5" name="Shape 1153"/>
          <p:cNvSpPr/>
          <p:nvPr/>
        </p:nvSpPr>
        <p:spPr>
          <a:xfrm>
            <a:off x="77906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6" name="Shape 1154"/>
          <p:cNvSpPr/>
          <p:nvPr/>
        </p:nvSpPr>
        <p:spPr>
          <a:xfrm>
            <a:off x="79004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7" name="Shape 1155"/>
          <p:cNvSpPr/>
          <p:nvPr/>
        </p:nvSpPr>
        <p:spPr>
          <a:xfrm>
            <a:off x="80101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8" name="Shape 1156"/>
          <p:cNvSpPr/>
          <p:nvPr/>
        </p:nvSpPr>
        <p:spPr>
          <a:xfrm>
            <a:off x="81198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9" name="Shape 1157"/>
          <p:cNvSpPr/>
          <p:nvPr/>
        </p:nvSpPr>
        <p:spPr>
          <a:xfrm>
            <a:off x="82296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0" name="Shape 1158"/>
          <p:cNvSpPr/>
          <p:nvPr/>
        </p:nvSpPr>
        <p:spPr>
          <a:xfrm>
            <a:off x="83393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1" name="Shape 1159"/>
          <p:cNvSpPr/>
          <p:nvPr/>
        </p:nvSpPr>
        <p:spPr>
          <a:xfrm>
            <a:off x="84490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2" name="Shape 1160"/>
          <p:cNvSpPr/>
          <p:nvPr/>
        </p:nvSpPr>
        <p:spPr>
          <a:xfrm>
            <a:off x="85587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3" name="Shape 1161"/>
          <p:cNvSpPr/>
          <p:nvPr/>
        </p:nvSpPr>
        <p:spPr>
          <a:xfrm>
            <a:off x="86685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4" name="Shape 1162"/>
          <p:cNvSpPr/>
          <p:nvPr/>
        </p:nvSpPr>
        <p:spPr>
          <a:xfrm>
            <a:off x="87782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5" name="Shape 1163"/>
          <p:cNvSpPr/>
          <p:nvPr/>
        </p:nvSpPr>
        <p:spPr>
          <a:xfrm>
            <a:off x="88879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6" name="Shape 1164"/>
          <p:cNvSpPr/>
          <p:nvPr/>
        </p:nvSpPr>
        <p:spPr>
          <a:xfrm>
            <a:off x="89976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7" name="Shape 1165"/>
          <p:cNvSpPr/>
          <p:nvPr/>
        </p:nvSpPr>
        <p:spPr>
          <a:xfrm>
            <a:off x="91074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2" name="Shape 1190"/>
          <p:cNvSpPr/>
          <p:nvPr/>
        </p:nvSpPr>
        <p:spPr>
          <a:xfrm>
            <a:off x="548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3" name="Shape 1191"/>
          <p:cNvSpPr/>
          <p:nvPr/>
        </p:nvSpPr>
        <p:spPr>
          <a:xfrm>
            <a:off x="1645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4" name="Shape 1192"/>
          <p:cNvSpPr/>
          <p:nvPr/>
        </p:nvSpPr>
        <p:spPr>
          <a:xfrm>
            <a:off x="2743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5" name="Shape 1193"/>
          <p:cNvSpPr/>
          <p:nvPr/>
        </p:nvSpPr>
        <p:spPr>
          <a:xfrm>
            <a:off x="3840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6" name="Shape 1194"/>
          <p:cNvSpPr/>
          <p:nvPr/>
        </p:nvSpPr>
        <p:spPr>
          <a:xfrm>
            <a:off x="4937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7" name="Shape 1195"/>
          <p:cNvSpPr/>
          <p:nvPr/>
        </p:nvSpPr>
        <p:spPr>
          <a:xfrm>
            <a:off x="6035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8" name="Shape 1196"/>
          <p:cNvSpPr/>
          <p:nvPr/>
        </p:nvSpPr>
        <p:spPr>
          <a:xfrm>
            <a:off x="7132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9" name="Shape 1197"/>
          <p:cNvSpPr/>
          <p:nvPr/>
        </p:nvSpPr>
        <p:spPr>
          <a:xfrm>
            <a:off x="8229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0" name="Shape 1198"/>
          <p:cNvSpPr/>
          <p:nvPr/>
        </p:nvSpPr>
        <p:spPr>
          <a:xfrm>
            <a:off x="9326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1" name="Shape 1199"/>
          <p:cNvSpPr/>
          <p:nvPr/>
        </p:nvSpPr>
        <p:spPr>
          <a:xfrm>
            <a:off x="10424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2" name="Shape 1200"/>
          <p:cNvSpPr/>
          <p:nvPr/>
        </p:nvSpPr>
        <p:spPr>
          <a:xfrm>
            <a:off x="11521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3" name="Shape 1201"/>
          <p:cNvSpPr/>
          <p:nvPr/>
        </p:nvSpPr>
        <p:spPr>
          <a:xfrm>
            <a:off x="12618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4" name="Shape 1202"/>
          <p:cNvSpPr/>
          <p:nvPr/>
        </p:nvSpPr>
        <p:spPr>
          <a:xfrm>
            <a:off x="13716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5" name="Shape 1203"/>
          <p:cNvSpPr/>
          <p:nvPr/>
        </p:nvSpPr>
        <p:spPr>
          <a:xfrm>
            <a:off x="14813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6" name="Shape 1204"/>
          <p:cNvSpPr/>
          <p:nvPr/>
        </p:nvSpPr>
        <p:spPr>
          <a:xfrm>
            <a:off x="15910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7" name="Shape 1205"/>
          <p:cNvSpPr/>
          <p:nvPr/>
        </p:nvSpPr>
        <p:spPr>
          <a:xfrm>
            <a:off x="17007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8" name="Shape 1206"/>
          <p:cNvSpPr/>
          <p:nvPr/>
        </p:nvSpPr>
        <p:spPr>
          <a:xfrm>
            <a:off x="18105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9" name="Shape 1207"/>
          <p:cNvSpPr/>
          <p:nvPr/>
        </p:nvSpPr>
        <p:spPr>
          <a:xfrm>
            <a:off x="19202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0" name="Shape 1208"/>
          <p:cNvSpPr/>
          <p:nvPr/>
        </p:nvSpPr>
        <p:spPr>
          <a:xfrm>
            <a:off x="20299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1" name="Shape 1209"/>
          <p:cNvSpPr/>
          <p:nvPr/>
        </p:nvSpPr>
        <p:spPr>
          <a:xfrm>
            <a:off x="21396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2" name="Shape 1210"/>
          <p:cNvSpPr/>
          <p:nvPr/>
        </p:nvSpPr>
        <p:spPr>
          <a:xfrm>
            <a:off x="22494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3" name="Shape 1211"/>
          <p:cNvSpPr/>
          <p:nvPr/>
        </p:nvSpPr>
        <p:spPr>
          <a:xfrm>
            <a:off x="23591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4" name="Shape 1212"/>
          <p:cNvSpPr/>
          <p:nvPr/>
        </p:nvSpPr>
        <p:spPr>
          <a:xfrm>
            <a:off x="24688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5" name="Shape 1213"/>
          <p:cNvSpPr/>
          <p:nvPr/>
        </p:nvSpPr>
        <p:spPr>
          <a:xfrm>
            <a:off x="25786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6" name="Shape 1214"/>
          <p:cNvSpPr/>
          <p:nvPr/>
        </p:nvSpPr>
        <p:spPr>
          <a:xfrm>
            <a:off x="26883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7" name="Shape 1215"/>
          <p:cNvSpPr/>
          <p:nvPr/>
        </p:nvSpPr>
        <p:spPr>
          <a:xfrm>
            <a:off x="27980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8" name="Shape 1216"/>
          <p:cNvSpPr/>
          <p:nvPr/>
        </p:nvSpPr>
        <p:spPr>
          <a:xfrm>
            <a:off x="29077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9" name="Shape 1217"/>
          <p:cNvSpPr/>
          <p:nvPr/>
        </p:nvSpPr>
        <p:spPr>
          <a:xfrm>
            <a:off x="30175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0" name="Shape 1218"/>
          <p:cNvSpPr/>
          <p:nvPr/>
        </p:nvSpPr>
        <p:spPr>
          <a:xfrm>
            <a:off x="31272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1" name="Shape 1219"/>
          <p:cNvSpPr/>
          <p:nvPr/>
        </p:nvSpPr>
        <p:spPr>
          <a:xfrm>
            <a:off x="32369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2" name="Shape 1220"/>
          <p:cNvSpPr/>
          <p:nvPr/>
        </p:nvSpPr>
        <p:spPr>
          <a:xfrm>
            <a:off x="33467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3" name="Shape 1221"/>
          <p:cNvSpPr/>
          <p:nvPr/>
        </p:nvSpPr>
        <p:spPr>
          <a:xfrm>
            <a:off x="34564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4" name="Shape 1222"/>
          <p:cNvSpPr/>
          <p:nvPr/>
        </p:nvSpPr>
        <p:spPr>
          <a:xfrm>
            <a:off x="35661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5" name="Shape 1223"/>
          <p:cNvSpPr/>
          <p:nvPr/>
        </p:nvSpPr>
        <p:spPr>
          <a:xfrm>
            <a:off x="36758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6" name="Shape 1224"/>
          <p:cNvSpPr/>
          <p:nvPr/>
        </p:nvSpPr>
        <p:spPr>
          <a:xfrm>
            <a:off x="37856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7" name="Shape 1225"/>
          <p:cNvSpPr/>
          <p:nvPr/>
        </p:nvSpPr>
        <p:spPr>
          <a:xfrm>
            <a:off x="38953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8" name="Shape 1226"/>
          <p:cNvSpPr/>
          <p:nvPr/>
        </p:nvSpPr>
        <p:spPr>
          <a:xfrm>
            <a:off x="40050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9" name="Shape 1227"/>
          <p:cNvSpPr/>
          <p:nvPr/>
        </p:nvSpPr>
        <p:spPr>
          <a:xfrm>
            <a:off x="41148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0" name="Shape 1228"/>
          <p:cNvSpPr/>
          <p:nvPr/>
        </p:nvSpPr>
        <p:spPr>
          <a:xfrm>
            <a:off x="42245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1" name="Shape 1229"/>
          <p:cNvSpPr/>
          <p:nvPr/>
        </p:nvSpPr>
        <p:spPr>
          <a:xfrm>
            <a:off x="43342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2" name="Shape 1230"/>
          <p:cNvSpPr/>
          <p:nvPr/>
        </p:nvSpPr>
        <p:spPr>
          <a:xfrm>
            <a:off x="44439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3" name="Shape 1231"/>
          <p:cNvSpPr/>
          <p:nvPr/>
        </p:nvSpPr>
        <p:spPr>
          <a:xfrm>
            <a:off x="45537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4" name="Shape 1232"/>
          <p:cNvSpPr/>
          <p:nvPr/>
        </p:nvSpPr>
        <p:spPr>
          <a:xfrm>
            <a:off x="46634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5" name="Shape 1233"/>
          <p:cNvSpPr/>
          <p:nvPr/>
        </p:nvSpPr>
        <p:spPr>
          <a:xfrm>
            <a:off x="47731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6" name="Shape 1234"/>
          <p:cNvSpPr/>
          <p:nvPr/>
        </p:nvSpPr>
        <p:spPr>
          <a:xfrm>
            <a:off x="48828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7" name="Shape 1235"/>
          <p:cNvSpPr/>
          <p:nvPr/>
        </p:nvSpPr>
        <p:spPr>
          <a:xfrm>
            <a:off x="49926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8" name="Shape 1236"/>
          <p:cNvSpPr/>
          <p:nvPr/>
        </p:nvSpPr>
        <p:spPr>
          <a:xfrm>
            <a:off x="51023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9" name="Shape 1237"/>
          <p:cNvSpPr/>
          <p:nvPr/>
        </p:nvSpPr>
        <p:spPr>
          <a:xfrm>
            <a:off x="52120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0" name="Shape 1238"/>
          <p:cNvSpPr/>
          <p:nvPr/>
        </p:nvSpPr>
        <p:spPr>
          <a:xfrm>
            <a:off x="53218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1" name="Shape 1239"/>
          <p:cNvSpPr/>
          <p:nvPr/>
        </p:nvSpPr>
        <p:spPr>
          <a:xfrm>
            <a:off x="54315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2" name="Shape 1240"/>
          <p:cNvSpPr/>
          <p:nvPr/>
        </p:nvSpPr>
        <p:spPr>
          <a:xfrm>
            <a:off x="55412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3" name="Shape 1241"/>
          <p:cNvSpPr/>
          <p:nvPr/>
        </p:nvSpPr>
        <p:spPr>
          <a:xfrm>
            <a:off x="56509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4" name="Shape 1242"/>
          <p:cNvSpPr/>
          <p:nvPr/>
        </p:nvSpPr>
        <p:spPr>
          <a:xfrm>
            <a:off x="57607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5" name="Shape 1243"/>
          <p:cNvSpPr/>
          <p:nvPr/>
        </p:nvSpPr>
        <p:spPr>
          <a:xfrm>
            <a:off x="58704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6" name="Shape 1244"/>
          <p:cNvSpPr/>
          <p:nvPr/>
        </p:nvSpPr>
        <p:spPr>
          <a:xfrm>
            <a:off x="59801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7" name="Shape 1245"/>
          <p:cNvSpPr/>
          <p:nvPr/>
        </p:nvSpPr>
        <p:spPr>
          <a:xfrm>
            <a:off x="60899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8" name="Shape 1246"/>
          <p:cNvSpPr/>
          <p:nvPr/>
        </p:nvSpPr>
        <p:spPr>
          <a:xfrm>
            <a:off x="61996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9" name="Shape 1247"/>
          <p:cNvSpPr/>
          <p:nvPr/>
        </p:nvSpPr>
        <p:spPr>
          <a:xfrm>
            <a:off x="63093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0" name="Shape 1248"/>
          <p:cNvSpPr/>
          <p:nvPr/>
        </p:nvSpPr>
        <p:spPr>
          <a:xfrm>
            <a:off x="64190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1" name="Shape 1249"/>
          <p:cNvSpPr/>
          <p:nvPr/>
        </p:nvSpPr>
        <p:spPr>
          <a:xfrm>
            <a:off x="65288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2" name="Shape 1250"/>
          <p:cNvSpPr/>
          <p:nvPr/>
        </p:nvSpPr>
        <p:spPr>
          <a:xfrm>
            <a:off x="66385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3" name="Shape 1251"/>
          <p:cNvSpPr/>
          <p:nvPr/>
        </p:nvSpPr>
        <p:spPr>
          <a:xfrm>
            <a:off x="67482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4" name="Shape 1252"/>
          <p:cNvSpPr/>
          <p:nvPr/>
        </p:nvSpPr>
        <p:spPr>
          <a:xfrm>
            <a:off x="68580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5" name="Shape 1253"/>
          <p:cNvSpPr/>
          <p:nvPr/>
        </p:nvSpPr>
        <p:spPr>
          <a:xfrm>
            <a:off x="69677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6" name="Shape 1254"/>
          <p:cNvSpPr/>
          <p:nvPr/>
        </p:nvSpPr>
        <p:spPr>
          <a:xfrm>
            <a:off x="70774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7" name="Shape 1255"/>
          <p:cNvSpPr/>
          <p:nvPr/>
        </p:nvSpPr>
        <p:spPr>
          <a:xfrm>
            <a:off x="71871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8" name="Shape 1256"/>
          <p:cNvSpPr/>
          <p:nvPr/>
        </p:nvSpPr>
        <p:spPr>
          <a:xfrm>
            <a:off x="72969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9" name="Shape 1257"/>
          <p:cNvSpPr/>
          <p:nvPr/>
        </p:nvSpPr>
        <p:spPr>
          <a:xfrm>
            <a:off x="74066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0" name="Shape 1258"/>
          <p:cNvSpPr/>
          <p:nvPr/>
        </p:nvSpPr>
        <p:spPr>
          <a:xfrm>
            <a:off x="75163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1" name="Shape 1259"/>
          <p:cNvSpPr/>
          <p:nvPr/>
        </p:nvSpPr>
        <p:spPr>
          <a:xfrm>
            <a:off x="76260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2" name="Shape 1260"/>
          <p:cNvSpPr/>
          <p:nvPr/>
        </p:nvSpPr>
        <p:spPr>
          <a:xfrm>
            <a:off x="77358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3" name="Shape 1261"/>
          <p:cNvSpPr/>
          <p:nvPr/>
        </p:nvSpPr>
        <p:spPr>
          <a:xfrm>
            <a:off x="78455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4" name="Shape 1262"/>
          <p:cNvSpPr/>
          <p:nvPr/>
        </p:nvSpPr>
        <p:spPr>
          <a:xfrm>
            <a:off x="79552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5" name="Shape 1263"/>
          <p:cNvSpPr/>
          <p:nvPr/>
        </p:nvSpPr>
        <p:spPr>
          <a:xfrm>
            <a:off x="80650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6" name="Shape 1264"/>
          <p:cNvSpPr/>
          <p:nvPr/>
        </p:nvSpPr>
        <p:spPr>
          <a:xfrm>
            <a:off x="81747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7" name="Shape 1265"/>
          <p:cNvSpPr/>
          <p:nvPr/>
        </p:nvSpPr>
        <p:spPr>
          <a:xfrm>
            <a:off x="82844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8" name="Shape 1266"/>
          <p:cNvSpPr/>
          <p:nvPr/>
        </p:nvSpPr>
        <p:spPr>
          <a:xfrm>
            <a:off x="83941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9" name="Shape 1267"/>
          <p:cNvSpPr/>
          <p:nvPr/>
        </p:nvSpPr>
        <p:spPr>
          <a:xfrm>
            <a:off x="85039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0" name="Shape 1268"/>
          <p:cNvSpPr/>
          <p:nvPr/>
        </p:nvSpPr>
        <p:spPr>
          <a:xfrm>
            <a:off x="86136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1" name="Shape 1269"/>
          <p:cNvSpPr/>
          <p:nvPr/>
        </p:nvSpPr>
        <p:spPr>
          <a:xfrm>
            <a:off x="87233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2" name="Shape 1270"/>
          <p:cNvSpPr/>
          <p:nvPr/>
        </p:nvSpPr>
        <p:spPr>
          <a:xfrm>
            <a:off x="88331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3" name="Shape 1271"/>
          <p:cNvSpPr/>
          <p:nvPr/>
        </p:nvSpPr>
        <p:spPr>
          <a:xfrm>
            <a:off x="89428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4" name="Shape 1272"/>
          <p:cNvSpPr/>
          <p:nvPr/>
        </p:nvSpPr>
        <p:spPr>
          <a:xfrm>
            <a:off x="90525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5" name="Shape 1273"/>
          <p:cNvSpPr/>
          <p:nvPr/>
        </p:nvSpPr>
        <p:spPr>
          <a:xfrm>
            <a:off x="91622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0" name="Shape 1298"/>
          <p:cNvSpPr/>
          <p:nvPr/>
        </p:nvSpPr>
        <p:spPr>
          <a:xfrm>
            <a:off x="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1" name="Shape 1299"/>
          <p:cNvSpPr/>
          <p:nvPr/>
        </p:nvSpPr>
        <p:spPr>
          <a:xfrm>
            <a:off x="1097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2" name="Shape 1300"/>
          <p:cNvSpPr/>
          <p:nvPr/>
        </p:nvSpPr>
        <p:spPr>
          <a:xfrm>
            <a:off x="2194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3" name="Shape 1301"/>
          <p:cNvSpPr/>
          <p:nvPr/>
        </p:nvSpPr>
        <p:spPr>
          <a:xfrm>
            <a:off x="3291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4" name="Shape 1302"/>
          <p:cNvSpPr/>
          <p:nvPr/>
        </p:nvSpPr>
        <p:spPr>
          <a:xfrm>
            <a:off x="4389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5" name="Shape 1303"/>
          <p:cNvSpPr/>
          <p:nvPr/>
        </p:nvSpPr>
        <p:spPr>
          <a:xfrm>
            <a:off x="5486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6" name="Shape 1304"/>
          <p:cNvSpPr/>
          <p:nvPr/>
        </p:nvSpPr>
        <p:spPr>
          <a:xfrm>
            <a:off x="6583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7" name="Shape 1305"/>
          <p:cNvSpPr/>
          <p:nvPr/>
        </p:nvSpPr>
        <p:spPr>
          <a:xfrm>
            <a:off x="7680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8" name="Shape 1306"/>
          <p:cNvSpPr/>
          <p:nvPr/>
        </p:nvSpPr>
        <p:spPr>
          <a:xfrm>
            <a:off x="8778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9" name="Shape 1307"/>
          <p:cNvSpPr/>
          <p:nvPr/>
        </p:nvSpPr>
        <p:spPr>
          <a:xfrm>
            <a:off x="9875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0" name="Shape 1308"/>
          <p:cNvSpPr/>
          <p:nvPr/>
        </p:nvSpPr>
        <p:spPr>
          <a:xfrm>
            <a:off x="10972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1" name="Shape 1309"/>
          <p:cNvSpPr/>
          <p:nvPr/>
        </p:nvSpPr>
        <p:spPr>
          <a:xfrm>
            <a:off x="12070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2" name="Shape 1310"/>
          <p:cNvSpPr/>
          <p:nvPr/>
        </p:nvSpPr>
        <p:spPr>
          <a:xfrm>
            <a:off x="13167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3" name="Shape 1311"/>
          <p:cNvSpPr/>
          <p:nvPr/>
        </p:nvSpPr>
        <p:spPr>
          <a:xfrm>
            <a:off x="14264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4" name="Shape 1312"/>
          <p:cNvSpPr/>
          <p:nvPr/>
        </p:nvSpPr>
        <p:spPr>
          <a:xfrm>
            <a:off x="15361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5" name="Shape 1313"/>
          <p:cNvSpPr/>
          <p:nvPr/>
        </p:nvSpPr>
        <p:spPr>
          <a:xfrm>
            <a:off x="16459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6" name="Shape 1314"/>
          <p:cNvSpPr/>
          <p:nvPr/>
        </p:nvSpPr>
        <p:spPr>
          <a:xfrm>
            <a:off x="17556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7" name="Shape 1315"/>
          <p:cNvSpPr/>
          <p:nvPr/>
        </p:nvSpPr>
        <p:spPr>
          <a:xfrm>
            <a:off x="18653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8" name="Shape 1316"/>
          <p:cNvSpPr/>
          <p:nvPr/>
        </p:nvSpPr>
        <p:spPr>
          <a:xfrm>
            <a:off x="19751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9" name="Shape 1317"/>
          <p:cNvSpPr/>
          <p:nvPr/>
        </p:nvSpPr>
        <p:spPr>
          <a:xfrm>
            <a:off x="20848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0" name="Shape 1318"/>
          <p:cNvSpPr/>
          <p:nvPr/>
        </p:nvSpPr>
        <p:spPr>
          <a:xfrm>
            <a:off x="21945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1" name="Shape 1319"/>
          <p:cNvSpPr/>
          <p:nvPr/>
        </p:nvSpPr>
        <p:spPr>
          <a:xfrm>
            <a:off x="23042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2" name="Shape 1320"/>
          <p:cNvSpPr/>
          <p:nvPr/>
        </p:nvSpPr>
        <p:spPr>
          <a:xfrm>
            <a:off x="24140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3" name="Shape 1321"/>
          <p:cNvSpPr/>
          <p:nvPr/>
        </p:nvSpPr>
        <p:spPr>
          <a:xfrm>
            <a:off x="25237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4" name="Shape 1322"/>
          <p:cNvSpPr/>
          <p:nvPr/>
        </p:nvSpPr>
        <p:spPr>
          <a:xfrm>
            <a:off x="26334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5" name="Shape 1323"/>
          <p:cNvSpPr/>
          <p:nvPr/>
        </p:nvSpPr>
        <p:spPr>
          <a:xfrm>
            <a:off x="27432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6" name="Shape 1324"/>
          <p:cNvSpPr/>
          <p:nvPr/>
        </p:nvSpPr>
        <p:spPr>
          <a:xfrm>
            <a:off x="28529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7" name="Shape 1325"/>
          <p:cNvSpPr/>
          <p:nvPr/>
        </p:nvSpPr>
        <p:spPr>
          <a:xfrm>
            <a:off x="29626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8" name="Shape 1326"/>
          <p:cNvSpPr/>
          <p:nvPr/>
        </p:nvSpPr>
        <p:spPr>
          <a:xfrm>
            <a:off x="30723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9" name="Shape 1327"/>
          <p:cNvSpPr/>
          <p:nvPr/>
        </p:nvSpPr>
        <p:spPr>
          <a:xfrm>
            <a:off x="31821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0" name="Shape 1328"/>
          <p:cNvSpPr/>
          <p:nvPr/>
        </p:nvSpPr>
        <p:spPr>
          <a:xfrm>
            <a:off x="32918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1" name="Shape 1329"/>
          <p:cNvSpPr/>
          <p:nvPr/>
        </p:nvSpPr>
        <p:spPr>
          <a:xfrm>
            <a:off x="34015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2" name="Shape 1330"/>
          <p:cNvSpPr/>
          <p:nvPr/>
        </p:nvSpPr>
        <p:spPr>
          <a:xfrm>
            <a:off x="35112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3" name="Shape 1331"/>
          <p:cNvSpPr/>
          <p:nvPr/>
        </p:nvSpPr>
        <p:spPr>
          <a:xfrm>
            <a:off x="36210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4" name="Shape 1332"/>
          <p:cNvSpPr/>
          <p:nvPr/>
        </p:nvSpPr>
        <p:spPr>
          <a:xfrm>
            <a:off x="37307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5" name="Shape 1333"/>
          <p:cNvSpPr/>
          <p:nvPr/>
        </p:nvSpPr>
        <p:spPr>
          <a:xfrm>
            <a:off x="38404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6" name="Shape 1334"/>
          <p:cNvSpPr/>
          <p:nvPr/>
        </p:nvSpPr>
        <p:spPr>
          <a:xfrm>
            <a:off x="39502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7" name="Shape 1335"/>
          <p:cNvSpPr/>
          <p:nvPr/>
        </p:nvSpPr>
        <p:spPr>
          <a:xfrm>
            <a:off x="40599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8" name="Shape 1336"/>
          <p:cNvSpPr/>
          <p:nvPr/>
        </p:nvSpPr>
        <p:spPr>
          <a:xfrm>
            <a:off x="41696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9" name="Shape 1337"/>
          <p:cNvSpPr/>
          <p:nvPr/>
        </p:nvSpPr>
        <p:spPr>
          <a:xfrm>
            <a:off x="42793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0" name="Shape 1338"/>
          <p:cNvSpPr/>
          <p:nvPr/>
        </p:nvSpPr>
        <p:spPr>
          <a:xfrm>
            <a:off x="43891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1" name="Shape 1339"/>
          <p:cNvSpPr/>
          <p:nvPr/>
        </p:nvSpPr>
        <p:spPr>
          <a:xfrm>
            <a:off x="44988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2" name="Shape 1340"/>
          <p:cNvSpPr/>
          <p:nvPr/>
        </p:nvSpPr>
        <p:spPr>
          <a:xfrm>
            <a:off x="46085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3" name="Shape 1341"/>
          <p:cNvSpPr/>
          <p:nvPr/>
        </p:nvSpPr>
        <p:spPr>
          <a:xfrm>
            <a:off x="47183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4" name="Shape 1342"/>
          <p:cNvSpPr/>
          <p:nvPr/>
        </p:nvSpPr>
        <p:spPr>
          <a:xfrm>
            <a:off x="48280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5" name="Shape 1343"/>
          <p:cNvSpPr/>
          <p:nvPr/>
        </p:nvSpPr>
        <p:spPr>
          <a:xfrm>
            <a:off x="49377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6" name="Shape 1344"/>
          <p:cNvSpPr/>
          <p:nvPr/>
        </p:nvSpPr>
        <p:spPr>
          <a:xfrm>
            <a:off x="50474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7" name="Shape 1345"/>
          <p:cNvSpPr/>
          <p:nvPr/>
        </p:nvSpPr>
        <p:spPr>
          <a:xfrm>
            <a:off x="51572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8" name="Shape 1346"/>
          <p:cNvSpPr/>
          <p:nvPr/>
        </p:nvSpPr>
        <p:spPr>
          <a:xfrm>
            <a:off x="52669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9" name="Shape 1347"/>
          <p:cNvSpPr/>
          <p:nvPr/>
        </p:nvSpPr>
        <p:spPr>
          <a:xfrm>
            <a:off x="53766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0" name="Shape 1348"/>
          <p:cNvSpPr/>
          <p:nvPr/>
        </p:nvSpPr>
        <p:spPr>
          <a:xfrm>
            <a:off x="54864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1" name="Shape 1349"/>
          <p:cNvSpPr/>
          <p:nvPr/>
        </p:nvSpPr>
        <p:spPr>
          <a:xfrm>
            <a:off x="55961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2" name="Shape 1350"/>
          <p:cNvSpPr/>
          <p:nvPr/>
        </p:nvSpPr>
        <p:spPr>
          <a:xfrm>
            <a:off x="57058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3" name="Shape 1351"/>
          <p:cNvSpPr/>
          <p:nvPr/>
        </p:nvSpPr>
        <p:spPr>
          <a:xfrm>
            <a:off x="58155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4" name="Shape 1352"/>
          <p:cNvSpPr/>
          <p:nvPr/>
        </p:nvSpPr>
        <p:spPr>
          <a:xfrm>
            <a:off x="59253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5" name="Shape 1353"/>
          <p:cNvSpPr/>
          <p:nvPr/>
        </p:nvSpPr>
        <p:spPr>
          <a:xfrm>
            <a:off x="60350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6" name="Shape 1354"/>
          <p:cNvSpPr/>
          <p:nvPr/>
        </p:nvSpPr>
        <p:spPr>
          <a:xfrm>
            <a:off x="61447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7" name="Shape 1355"/>
          <p:cNvSpPr/>
          <p:nvPr/>
        </p:nvSpPr>
        <p:spPr>
          <a:xfrm>
            <a:off x="62544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8" name="Shape 1356"/>
          <p:cNvSpPr/>
          <p:nvPr/>
        </p:nvSpPr>
        <p:spPr>
          <a:xfrm>
            <a:off x="63642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9" name="Shape 1357"/>
          <p:cNvSpPr/>
          <p:nvPr/>
        </p:nvSpPr>
        <p:spPr>
          <a:xfrm>
            <a:off x="64739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0" name="Shape 1358"/>
          <p:cNvSpPr/>
          <p:nvPr/>
        </p:nvSpPr>
        <p:spPr>
          <a:xfrm>
            <a:off x="65836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1" name="Shape 1359"/>
          <p:cNvSpPr/>
          <p:nvPr/>
        </p:nvSpPr>
        <p:spPr>
          <a:xfrm>
            <a:off x="66934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2" name="Shape 1360"/>
          <p:cNvSpPr/>
          <p:nvPr/>
        </p:nvSpPr>
        <p:spPr>
          <a:xfrm>
            <a:off x="68031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3" name="Shape 1361"/>
          <p:cNvSpPr/>
          <p:nvPr/>
        </p:nvSpPr>
        <p:spPr>
          <a:xfrm>
            <a:off x="69128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4" name="Shape 1362"/>
          <p:cNvSpPr/>
          <p:nvPr/>
        </p:nvSpPr>
        <p:spPr>
          <a:xfrm>
            <a:off x="70225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5" name="Shape 1363"/>
          <p:cNvSpPr/>
          <p:nvPr/>
        </p:nvSpPr>
        <p:spPr>
          <a:xfrm>
            <a:off x="71323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6" name="Shape 1364"/>
          <p:cNvSpPr/>
          <p:nvPr/>
        </p:nvSpPr>
        <p:spPr>
          <a:xfrm>
            <a:off x="72420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7" name="Shape 1365"/>
          <p:cNvSpPr/>
          <p:nvPr/>
        </p:nvSpPr>
        <p:spPr>
          <a:xfrm>
            <a:off x="73517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8" name="Shape 1366"/>
          <p:cNvSpPr/>
          <p:nvPr/>
        </p:nvSpPr>
        <p:spPr>
          <a:xfrm>
            <a:off x="74615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9" name="Shape 1367"/>
          <p:cNvSpPr/>
          <p:nvPr/>
        </p:nvSpPr>
        <p:spPr>
          <a:xfrm>
            <a:off x="75712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0" name="Shape 1368"/>
          <p:cNvSpPr/>
          <p:nvPr/>
        </p:nvSpPr>
        <p:spPr>
          <a:xfrm>
            <a:off x="76809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1" name="Shape 1369"/>
          <p:cNvSpPr/>
          <p:nvPr/>
        </p:nvSpPr>
        <p:spPr>
          <a:xfrm>
            <a:off x="77906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2" name="Shape 1370"/>
          <p:cNvSpPr/>
          <p:nvPr/>
        </p:nvSpPr>
        <p:spPr>
          <a:xfrm>
            <a:off x="79004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3" name="Shape 1371"/>
          <p:cNvSpPr/>
          <p:nvPr/>
        </p:nvSpPr>
        <p:spPr>
          <a:xfrm>
            <a:off x="80101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4" name="Shape 1372"/>
          <p:cNvSpPr/>
          <p:nvPr/>
        </p:nvSpPr>
        <p:spPr>
          <a:xfrm>
            <a:off x="81198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5" name="Shape 1373"/>
          <p:cNvSpPr/>
          <p:nvPr/>
        </p:nvSpPr>
        <p:spPr>
          <a:xfrm>
            <a:off x="82296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6" name="Shape 1374"/>
          <p:cNvSpPr/>
          <p:nvPr/>
        </p:nvSpPr>
        <p:spPr>
          <a:xfrm>
            <a:off x="83393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7" name="Shape 1375"/>
          <p:cNvSpPr/>
          <p:nvPr/>
        </p:nvSpPr>
        <p:spPr>
          <a:xfrm>
            <a:off x="84490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8" name="Shape 1376"/>
          <p:cNvSpPr/>
          <p:nvPr/>
        </p:nvSpPr>
        <p:spPr>
          <a:xfrm>
            <a:off x="85587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9" name="Shape 1377"/>
          <p:cNvSpPr/>
          <p:nvPr/>
        </p:nvSpPr>
        <p:spPr>
          <a:xfrm>
            <a:off x="86685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0" name="Shape 1378"/>
          <p:cNvSpPr/>
          <p:nvPr/>
        </p:nvSpPr>
        <p:spPr>
          <a:xfrm>
            <a:off x="87782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1" name="Shape 1379"/>
          <p:cNvSpPr/>
          <p:nvPr/>
        </p:nvSpPr>
        <p:spPr>
          <a:xfrm>
            <a:off x="88879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2" name="Shape 1380"/>
          <p:cNvSpPr/>
          <p:nvPr/>
        </p:nvSpPr>
        <p:spPr>
          <a:xfrm>
            <a:off x="89976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3" name="Shape 1381"/>
          <p:cNvSpPr/>
          <p:nvPr/>
        </p:nvSpPr>
        <p:spPr>
          <a:xfrm>
            <a:off x="91074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8" name="Shape 1406"/>
          <p:cNvSpPr/>
          <p:nvPr/>
        </p:nvSpPr>
        <p:spPr>
          <a:xfrm>
            <a:off x="548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9" name="Shape 1407"/>
          <p:cNvSpPr/>
          <p:nvPr/>
        </p:nvSpPr>
        <p:spPr>
          <a:xfrm>
            <a:off x="1645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0" name="Shape 1408"/>
          <p:cNvSpPr/>
          <p:nvPr/>
        </p:nvSpPr>
        <p:spPr>
          <a:xfrm>
            <a:off x="2743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1" name="Shape 1409"/>
          <p:cNvSpPr/>
          <p:nvPr/>
        </p:nvSpPr>
        <p:spPr>
          <a:xfrm>
            <a:off x="3840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2" name="Shape 1410"/>
          <p:cNvSpPr/>
          <p:nvPr/>
        </p:nvSpPr>
        <p:spPr>
          <a:xfrm>
            <a:off x="4937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3" name="Shape 1411"/>
          <p:cNvSpPr/>
          <p:nvPr/>
        </p:nvSpPr>
        <p:spPr>
          <a:xfrm>
            <a:off x="6035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4" name="Shape 1412"/>
          <p:cNvSpPr/>
          <p:nvPr/>
        </p:nvSpPr>
        <p:spPr>
          <a:xfrm>
            <a:off x="7132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5" name="Shape 1413"/>
          <p:cNvSpPr/>
          <p:nvPr/>
        </p:nvSpPr>
        <p:spPr>
          <a:xfrm>
            <a:off x="8229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6" name="Shape 1414"/>
          <p:cNvSpPr/>
          <p:nvPr/>
        </p:nvSpPr>
        <p:spPr>
          <a:xfrm>
            <a:off x="9326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7" name="Shape 1415"/>
          <p:cNvSpPr/>
          <p:nvPr/>
        </p:nvSpPr>
        <p:spPr>
          <a:xfrm>
            <a:off x="10424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8" name="Shape 1416"/>
          <p:cNvSpPr/>
          <p:nvPr/>
        </p:nvSpPr>
        <p:spPr>
          <a:xfrm>
            <a:off x="11521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9" name="Shape 1417"/>
          <p:cNvSpPr/>
          <p:nvPr/>
        </p:nvSpPr>
        <p:spPr>
          <a:xfrm>
            <a:off x="12618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0" name="Shape 1418"/>
          <p:cNvSpPr/>
          <p:nvPr/>
        </p:nvSpPr>
        <p:spPr>
          <a:xfrm>
            <a:off x="13716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1" name="Shape 1419"/>
          <p:cNvSpPr/>
          <p:nvPr/>
        </p:nvSpPr>
        <p:spPr>
          <a:xfrm>
            <a:off x="14813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2" name="Shape 1420"/>
          <p:cNvSpPr/>
          <p:nvPr/>
        </p:nvSpPr>
        <p:spPr>
          <a:xfrm>
            <a:off x="15910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3" name="Shape 1421"/>
          <p:cNvSpPr/>
          <p:nvPr/>
        </p:nvSpPr>
        <p:spPr>
          <a:xfrm>
            <a:off x="17007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4" name="Shape 1422"/>
          <p:cNvSpPr/>
          <p:nvPr/>
        </p:nvSpPr>
        <p:spPr>
          <a:xfrm>
            <a:off x="18105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5" name="Shape 1423"/>
          <p:cNvSpPr/>
          <p:nvPr/>
        </p:nvSpPr>
        <p:spPr>
          <a:xfrm>
            <a:off x="19202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6" name="Shape 1424"/>
          <p:cNvSpPr/>
          <p:nvPr/>
        </p:nvSpPr>
        <p:spPr>
          <a:xfrm>
            <a:off x="20299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7" name="Shape 1425"/>
          <p:cNvSpPr/>
          <p:nvPr/>
        </p:nvSpPr>
        <p:spPr>
          <a:xfrm>
            <a:off x="21396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8" name="Shape 1426"/>
          <p:cNvSpPr/>
          <p:nvPr/>
        </p:nvSpPr>
        <p:spPr>
          <a:xfrm>
            <a:off x="22494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9" name="Shape 1427"/>
          <p:cNvSpPr/>
          <p:nvPr/>
        </p:nvSpPr>
        <p:spPr>
          <a:xfrm>
            <a:off x="23591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0" name="Shape 1428"/>
          <p:cNvSpPr/>
          <p:nvPr/>
        </p:nvSpPr>
        <p:spPr>
          <a:xfrm>
            <a:off x="24688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1" name="Shape 1429"/>
          <p:cNvSpPr/>
          <p:nvPr/>
        </p:nvSpPr>
        <p:spPr>
          <a:xfrm>
            <a:off x="25786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2" name="Shape 1430"/>
          <p:cNvSpPr/>
          <p:nvPr/>
        </p:nvSpPr>
        <p:spPr>
          <a:xfrm>
            <a:off x="26883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3" name="Shape 1431"/>
          <p:cNvSpPr/>
          <p:nvPr/>
        </p:nvSpPr>
        <p:spPr>
          <a:xfrm>
            <a:off x="27980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4" name="Shape 1432"/>
          <p:cNvSpPr/>
          <p:nvPr/>
        </p:nvSpPr>
        <p:spPr>
          <a:xfrm>
            <a:off x="29077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5" name="Shape 1433"/>
          <p:cNvSpPr/>
          <p:nvPr/>
        </p:nvSpPr>
        <p:spPr>
          <a:xfrm>
            <a:off x="30175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6" name="Shape 1434"/>
          <p:cNvSpPr/>
          <p:nvPr/>
        </p:nvSpPr>
        <p:spPr>
          <a:xfrm>
            <a:off x="31272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7" name="Shape 1435"/>
          <p:cNvSpPr/>
          <p:nvPr/>
        </p:nvSpPr>
        <p:spPr>
          <a:xfrm>
            <a:off x="32369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8" name="Shape 1436"/>
          <p:cNvSpPr/>
          <p:nvPr/>
        </p:nvSpPr>
        <p:spPr>
          <a:xfrm>
            <a:off x="33467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9" name="Shape 1437"/>
          <p:cNvSpPr/>
          <p:nvPr/>
        </p:nvSpPr>
        <p:spPr>
          <a:xfrm>
            <a:off x="34564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0" name="Shape 1438"/>
          <p:cNvSpPr/>
          <p:nvPr/>
        </p:nvSpPr>
        <p:spPr>
          <a:xfrm>
            <a:off x="35661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1" name="Shape 1439"/>
          <p:cNvSpPr/>
          <p:nvPr/>
        </p:nvSpPr>
        <p:spPr>
          <a:xfrm>
            <a:off x="36758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2" name="Shape 1440"/>
          <p:cNvSpPr/>
          <p:nvPr/>
        </p:nvSpPr>
        <p:spPr>
          <a:xfrm>
            <a:off x="37856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3" name="Shape 1441"/>
          <p:cNvSpPr/>
          <p:nvPr/>
        </p:nvSpPr>
        <p:spPr>
          <a:xfrm>
            <a:off x="38953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4" name="Shape 1442"/>
          <p:cNvSpPr/>
          <p:nvPr/>
        </p:nvSpPr>
        <p:spPr>
          <a:xfrm>
            <a:off x="40050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5" name="Shape 1443"/>
          <p:cNvSpPr/>
          <p:nvPr/>
        </p:nvSpPr>
        <p:spPr>
          <a:xfrm>
            <a:off x="41148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6" name="Shape 1444"/>
          <p:cNvSpPr/>
          <p:nvPr/>
        </p:nvSpPr>
        <p:spPr>
          <a:xfrm>
            <a:off x="42245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7" name="Shape 1445"/>
          <p:cNvSpPr/>
          <p:nvPr/>
        </p:nvSpPr>
        <p:spPr>
          <a:xfrm>
            <a:off x="43342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8" name="Shape 1446"/>
          <p:cNvSpPr/>
          <p:nvPr/>
        </p:nvSpPr>
        <p:spPr>
          <a:xfrm>
            <a:off x="44439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9" name="Shape 1447"/>
          <p:cNvSpPr/>
          <p:nvPr/>
        </p:nvSpPr>
        <p:spPr>
          <a:xfrm>
            <a:off x="45537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0" name="Shape 1448"/>
          <p:cNvSpPr/>
          <p:nvPr/>
        </p:nvSpPr>
        <p:spPr>
          <a:xfrm>
            <a:off x="46634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1" name="Shape 1449"/>
          <p:cNvSpPr/>
          <p:nvPr/>
        </p:nvSpPr>
        <p:spPr>
          <a:xfrm>
            <a:off x="47731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2" name="Shape 1450"/>
          <p:cNvSpPr/>
          <p:nvPr/>
        </p:nvSpPr>
        <p:spPr>
          <a:xfrm>
            <a:off x="48828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3" name="Shape 1451"/>
          <p:cNvSpPr/>
          <p:nvPr/>
        </p:nvSpPr>
        <p:spPr>
          <a:xfrm>
            <a:off x="49926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4" name="Shape 1452"/>
          <p:cNvSpPr/>
          <p:nvPr/>
        </p:nvSpPr>
        <p:spPr>
          <a:xfrm>
            <a:off x="51023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5" name="Shape 1453"/>
          <p:cNvSpPr/>
          <p:nvPr/>
        </p:nvSpPr>
        <p:spPr>
          <a:xfrm>
            <a:off x="52120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6" name="Shape 1454"/>
          <p:cNvSpPr/>
          <p:nvPr/>
        </p:nvSpPr>
        <p:spPr>
          <a:xfrm>
            <a:off x="53218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7" name="Shape 1455"/>
          <p:cNvSpPr/>
          <p:nvPr/>
        </p:nvSpPr>
        <p:spPr>
          <a:xfrm>
            <a:off x="54315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8" name="Shape 1456"/>
          <p:cNvSpPr/>
          <p:nvPr/>
        </p:nvSpPr>
        <p:spPr>
          <a:xfrm>
            <a:off x="55412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9" name="Shape 1457"/>
          <p:cNvSpPr/>
          <p:nvPr/>
        </p:nvSpPr>
        <p:spPr>
          <a:xfrm>
            <a:off x="56509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0" name="Shape 1458"/>
          <p:cNvSpPr/>
          <p:nvPr/>
        </p:nvSpPr>
        <p:spPr>
          <a:xfrm>
            <a:off x="57607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1" name="Shape 1459"/>
          <p:cNvSpPr/>
          <p:nvPr/>
        </p:nvSpPr>
        <p:spPr>
          <a:xfrm>
            <a:off x="58704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2" name="Shape 1460"/>
          <p:cNvSpPr/>
          <p:nvPr/>
        </p:nvSpPr>
        <p:spPr>
          <a:xfrm>
            <a:off x="59801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3" name="Shape 1461"/>
          <p:cNvSpPr/>
          <p:nvPr/>
        </p:nvSpPr>
        <p:spPr>
          <a:xfrm>
            <a:off x="60899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4" name="Shape 1462"/>
          <p:cNvSpPr/>
          <p:nvPr/>
        </p:nvSpPr>
        <p:spPr>
          <a:xfrm>
            <a:off x="61996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5" name="Shape 1463"/>
          <p:cNvSpPr/>
          <p:nvPr/>
        </p:nvSpPr>
        <p:spPr>
          <a:xfrm>
            <a:off x="63093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6" name="Shape 1464"/>
          <p:cNvSpPr/>
          <p:nvPr/>
        </p:nvSpPr>
        <p:spPr>
          <a:xfrm>
            <a:off x="64190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7" name="Shape 1465"/>
          <p:cNvSpPr/>
          <p:nvPr/>
        </p:nvSpPr>
        <p:spPr>
          <a:xfrm>
            <a:off x="65288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8" name="Shape 1466"/>
          <p:cNvSpPr/>
          <p:nvPr/>
        </p:nvSpPr>
        <p:spPr>
          <a:xfrm>
            <a:off x="66385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9" name="Shape 1467"/>
          <p:cNvSpPr/>
          <p:nvPr/>
        </p:nvSpPr>
        <p:spPr>
          <a:xfrm>
            <a:off x="67482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0" name="Shape 1468"/>
          <p:cNvSpPr/>
          <p:nvPr/>
        </p:nvSpPr>
        <p:spPr>
          <a:xfrm>
            <a:off x="68580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1" name="Shape 1469"/>
          <p:cNvSpPr/>
          <p:nvPr/>
        </p:nvSpPr>
        <p:spPr>
          <a:xfrm>
            <a:off x="69677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2" name="Shape 1470"/>
          <p:cNvSpPr/>
          <p:nvPr/>
        </p:nvSpPr>
        <p:spPr>
          <a:xfrm>
            <a:off x="70774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3" name="Shape 1471"/>
          <p:cNvSpPr/>
          <p:nvPr/>
        </p:nvSpPr>
        <p:spPr>
          <a:xfrm>
            <a:off x="71871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4" name="Shape 1472"/>
          <p:cNvSpPr/>
          <p:nvPr/>
        </p:nvSpPr>
        <p:spPr>
          <a:xfrm>
            <a:off x="72969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5" name="Shape 1473"/>
          <p:cNvSpPr/>
          <p:nvPr/>
        </p:nvSpPr>
        <p:spPr>
          <a:xfrm>
            <a:off x="74066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6" name="Shape 1474"/>
          <p:cNvSpPr/>
          <p:nvPr/>
        </p:nvSpPr>
        <p:spPr>
          <a:xfrm>
            <a:off x="75163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7" name="Shape 1475"/>
          <p:cNvSpPr/>
          <p:nvPr/>
        </p:nvSpPr>
        <p:spPr>
          <a:xfrm>
            <a:off x="76260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8" name="Shape 1476"/>
          <p:cNvSpPr/>
          <p:nvPr/>
        </p:nvSpPr>
        <p:spPr>
          <a:xfrm>
            <a:off x="77358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9" name="Shape 1477"/>
          <p:cNvSpPr/>
          <p:nvPr/>
        </p:nvSpPr>
        <p:spPr>
          <a:xfrm>
            <a:off x="78455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0" name="Shape 1478"/>
          <p:cNvSpPr/>
          <p:nvPr/>
        </p:nvSpPr>
        <p:spPr>
          <a:xfrm>
            <a:off x="79552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1" name="Shape 1479"/>
          <p:cNvSpPr/>
          <p:nvPr/>
        </p:nvSpPr>
        <p:spPr>
          <a:xfrm>
            <a:off x="80650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2" name="Shape 1480"/>
          <p:cNvSpPr/>
          <p:nvPr/>
        </p:nvSpPr>
        <p:spPr>
          <a:xfrm>
            <a:off x="81747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3" name="Shape 1481"/>
          <p:cNvSpPr/>
          <p:nvPr/>
        </p:nvSpPr>
        <p:spPr>
          <a:xfrm>
            <a:off x="82844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4" name="Shape 1482"/>
          <p:cNvSpPr/>
          <p:nvPr/>
        </p:nvSpPr>
        <p:spPr>
          <a:xfrm>
            <a:off x="83941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5" name="Shape 1483"/>
          <p:cNvSpPr/>
          <p:nvPr/>
        </p:nvSpPr>
        <p:spPr>
          <a:xfrm>
            <a:off x="85039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6" name="Shape 1484"/>
          <p:cNvSpPr/>
          <p:nvPr/>
        </p:nvSpPr>
        <p:spPr>
          <a:xfrm>
            <a:off x="86136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7" name="Shape 1485"/>
          <p:cNvSpPr/>
          <p:nvPr/>
        </p:nvSpPr>
        <p:spPr>
          <a:xfrm>
            <a:off x="87233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8" name="Shape 1486"/>
          <p:cNvSpPr/>
          <p:nvPr/>
        </p:nvSpPr>
        <p:spPr>
          <a:xfrm>
            <a:off x="88331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9" name="Shape 1487"/>
          <p:cNvSpPr/>
          <p:nvPr/>
        </p:nvSpPr>
        <p:spPr>
          <a:xfrm>
            <a:off x="89428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0" name="Shape 1488"/>
          <p:cNvSpPr/>
          <p:nvPr/>
        </p:nvSpPr>
        <p:spPr>
          <a:xfrm>
            <a:off x="90525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1" name="Shape 1489"/>
          <p:cNvSpPr/>
          <p:nvPr/>
        </p:nvSpPr>
        <p:spPr>
          <a:xfrm>
            <a:off x="91622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6" name="Shape 1514"/>
          <p:cNvSpPr/>
          <p:nvPr/>
        </p:nvSpPr>
        <p:spPr>
          <a:xfrm>
            <a:off x="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7" name="Shape 1515"/>
          <p:cNvSpPr/>
          <p:nvPr/>
        </p:nvSpPr>
        <p:spPr>
          <a:xfrm>
            <a:off x="1097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8" name="Shape 1516"/>
          <p:cNvSpPr/>
          <p:nvPr/>
        </p:nvSpPr>
        <p:spPr>
          <a:xfrm>
            <a:off x="2194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9" name="Shape 1517"/>
          <p:cNvSpPr/>
          <p:nvPr/>
        </p:nvSpPr>
        <p:spPr>
          <a:xfrm>
            <a:off x="3291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0" name="Shape 1518"/>
          <p:cNvSpPr/>
          <p:nvPr/>
        </p:nvSpPr>
        <p:spPr>
          <a:xfrm>
            <a:off x="4389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1" name="Shape 1519"/>
          <p:cNvSpPr/>
          <p:nvPr/>
        </p:nvSpPr>
        <p:spPr>
          <a:xfrm>
            <a:off x="5486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2" name="Shape 1520"/>
          <p:cNvSpPr/>
          <p:nvPr/>
        </p:nvSpPr>
        <p:spPr>
          <a:xfrm>
            <a:off x="6583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3" name="Shape 1521"/>
          <p:cNvSpPr/>
          <p:nvPr/>
        </p:nvSpPr>
        <p:spPr>
          <a:xfrm>
            <a:off x="7680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4" name="Shape 1522"/>
          <p:cNvSpPr/>
          <p:nvPr/>
        </p:nvSpPr>
        <p:spPr>
          <a:xfrm>
            <a:off x="8778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5" name="Shape 1523"/>
          <p:cNvSpPr/>
          <p:nvPr/>
        </p:nvSpPr>
        <p:spPr>
          <a:xfrm>
            <a:off x="9875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6" name="Shape 1524"/>
          <p:cNvSpPr/>
          <p:nvPr/>
        </p:nvSpPr>
        <p:spPr>
          <a:xfrm>
            <a:off x="10972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7" name="Shape 1525"/>
          <p:cNvSpPr/>
          <p:nvPr/>
        </p:nvSpPr>
        <p:spPr>
          <a:xfrm>
            <a:off x="12070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8" name="Shape 1526"/>
          <p:cNvSpPr/>
          <p:nvPr/>
        </p:nvSpPr>
        <p:spPr>
          <a:xfrm>
            <a:off x="13167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9" name="Shape 1527"/>
          <p:cNvSpPr/>
          <p:nvPr/>
        </p:nvSpPr>
        <p:spPr>
          <a:xfrm>
            <a:off x="14264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0" name="Shape 1528"/>
          <p:cNvSpPr/>
          <p:nvPr/>
        </p:nvSpPr>
        <p:spPr>
          <a:xfrm>
            <a:off x="15361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1" name="Shape 1529"/>
          <p:cNvSpPr/>
          <p:nvPr/>
        </p:nvSpPr>
        <p:spPr>
          <a:xfrm>
            <a:off x="16459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2" name="Shape 1530"/>
          <p:cNvSpPr/>
          <p:nvPr/>
        </p:nvSpPr>
        <p:spPr>
          <a:xfrm>
            <a:off x="17556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3" name="Shape 1531"/>
          <p:cNvSpPr/>
          <p:nvPr/>
        </p:nvSpPr>
        <p:spPr>
          <a:xfrm>
            <a:off x="18653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4" name="Shape 1532"/>
          <p:cNvSpPr/>
          <p:nvPr/>
        </p:nvSpPr>
        <p:spPr>
          <a:xfrm>
            <a:off x="19751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5" name="Shape 1533"/>
          <p:cNvSpPr/>
          <p:nvPr/>
        </p:nvSpPr>
        <p:spPr>
          <a:xfrm>
            <a:off x="20848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" name="Shape 1534"/>
          <p:cNvSpPr/>
          <p:nvPr/>
        </p:nvSpPr>
        <p:spPr>
          <a:xfrm>
            <a:off x="21945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7" name="Shape 1535"/>
          <p:cNvSpPr/>
          <p:nvPr/>
        </p:nvSpPr>
        <p:spPr>
          <a:xfrm>
            <a:off x="23042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8" name="Shape 1536"/>
          <p:cNvSpPr/>
          <p:nvPr/>
        </p:nvSpPr>
        <p:spPr>
          <a:xfrm>
            <a:off x="24140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9" name="Shape 1537"/>
          <p:cNvSpPr/>
          <p:nvPr/>
        </p:nvSpPr>
        <p:spPr>
          <a:xfrm>
            <a:off x="25237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0" name="Shape 1538"/>
          <p:cNvSpPr/>
          <p:nvPr/>
        </p:nvSpPr>
        <p:spPr>
          <a:xfrm>
            <a:off x="26334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1" name="Shape 1539"/>
          <p:cNvSpPr/>
          <p:nvPr/>
        </p:nvSpPr>
        <p:spPr>
          <a:xfrm>
            <a:off x="27432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2" name="Shape 1540"/>
          <p:cNvSpPr/>
          <p:nvPr/>
        </p:nvSpPr>
        <p:spPr>
          <a:xfrm>
            <a:off x="28529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3" name="Shape 1541"/>
          <p:cNvSpPr/>
          <p:nvPr/>
        </p:nvSpPr>
        <p:spPr>
          <a:xfrm>
            <a:off x="29626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4" name="Shape 1542"/>
          <p:cNvSpPr/>
          <p:nvPr/>
        </p:nvSpPr>
        <p:spPr>
          <a:xfrm>
            <a:off x="30723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5" name="Shape 1543"/>
          <p:cNvSpPr/>
          <p:nvPr/>
        </p:nvSpPr>
        <p:spPr>
          <a:xfrm>
            <a:off x="31821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6" name="Shape 1544"/>
          <p:cNvSpPr/>
          <p:nvPr/>
        </p:nvSpPr>
        <p:spPr>
          <a:xfrm>
            <a:off x="32918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7" name="Shape 1545"/>
          <p:cNvSpPr/>
          <p:nvPr/>
        </p:nvSpPr>
        <p:spPr>
          <a:xfrm>
            <a:off x="34015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8" name="Shape 1546"/>
          <p:cNvSpPr/>
          <p:nvPr/>
        </p:nvSpPr>
        <p:spPr>
          <a:xfrm>
            <a:off x="35112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9" name="Shape 1547"/>
          <p:cNvSpPr/>
          <p:nvPr/>
        </p:nvSpPr>
        <p:spPr>
          <a:xfrm>
            <a:off x="36210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0" name="Shape 1548"/>
          <p:cNvSpPr/>
          <p:nvPr/>
        </p:nvSpPr>
        <p:spPr>
          <a:xfrm>
            <a:off x="37307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1" name="Shape 1549"/>
          <p:cNvSpPr/>
          <p:nvPr/>
        </p:nvSpPr>
        <p:spPr>
          <a:xfrm>
            <a:off x="38404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2" name="Shape 1550"/>
          <p:cNvSpPr/>
          <p:nvPr/>
        </p:nvSpPr>
        <p:spPr>
          <a:xfrm>
            <a:off x="39502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3" name="Shape 1551"/>
          <p:cNvSpPr/>
          <p:nvPr/>
        </p:nvSpPr>
        <p:spPr>
          <a:xfrm>
            <a:off x="40599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4" name="Shape 1552"/>
          <p:cNvSpPr/>
          <p:nvPr/>
        </p:nvSpPr>
        <p:spPr>
          <a:xfrm>
            <a:off x="41696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5" name="Shape 1553"/>
          <p:cNvSpPr/>
          <p:nvPr/>
        </p:nvSpPr>
        <p:spPr>
          <a:xfrm>
            <a:off x="42793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6" name="Shape 1554"/>
          <p:cNvSpPr/>
          <p:nvPr/>
        </p:nvSpPr>
        <p:spPr>
          <a:xfrm>
            <a:off x="43891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7" name="Shape 1555"/>
          <p:cNvSpPr/>
          <p:nvPr/>
        </p:nvSpPr>
        <p:spPr>
          <a:xfrm>
            <a:off x="44988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8" name="Shape 1556"/>
          <p:cNvSpPr/>
          <p:nvPr/>
        </p:nvSpPr>
        <p:spPr>
          <a:xfrm>
            <a:off x="46085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9" name="Shape 1557"/>
          <p:cNvSpPr/>
          <p:nvPr/>
        </p:nvSpPr>
        <p:spPr>
          <a:xfrm>
            <a:off x="47183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0" name="Shape 1558"/>
          <p:cNvSpPr/>
          <p:nvPr/>
        </p:nvSpPr>
        <p:spPr>
          <a:xfrm>
            <a:off x="48280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1" name="Shape 1559"/>
          <p:cNvSpPr/>
          <p:nvPr/>
        </p:nvSpPr>
        <p:spPr>
          <a:xfrm>
            <a:off x="49377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2" name="Shape 1560"/>
          <p:cNvSpPr/>
          <p:nvPr/>
        </p:nvSpPr>
        <p:spPr>
          <a:xfrm>
            <a:off x="50474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3" name="Shape 1561"/>
          <p:cNvSpPr/>
          <p:nvPr/>
        </p:nvSpPr>
        <p:spPr>
          <a:xfrm>
            <a:off x="51572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4" name="Shape 1562"/>
          <p:cNvSpPr/>
          <p:nvPr/>
        </p:nvSpPr>
        <p:spPr>
          <a:xfrm>
            <a:off x="52669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5" name="Shape 1563"/>
          <p:cNvSpPr/>
          <p:nvPr/>
        </p:nvSpPr>
        <p:spPr>
          <a:xfrm>
            <a:off x="53766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6" name="Shape 1564"/>
          <p:cNvSpPr/>
          <p:nvPr/>
        </p:nvSpPr>
        <p:spPr>
          <a:xfrm>
            <a:off x="54864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7" name="Shape 1565"/>
          <p:cNvSpPr/>
          <p:nvPr/>
        </p:nvSpPr>
        <p:spPr>
          <a:xfrm>
            <a:off x="55961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8" name="Shape 1566"/>
          <p:cNvSpPr/>
          <p:nvPr/>
        </p:nvSpPr>
        <p:spPr>
          <a:xfrm>
            <a:off x="57058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9" name="Shape 1567"/>
          <p:cNvSpPr/>
          <p:nvPr/>
        </p:nvSpPr>
        <p:spPr>
          <a:xfrm>
            <a:off x="58155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0" name="Shape 1568"/>
          <p:cNvSpPr/>
          <p:nvPr/>
        </p:nvSpPr>
        <p:spPr>
          <a:xfrm>
            <a:off x="59253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1" name="Shape 1569"/>
          <p:cNvSpPr/>
          <p:nvPr/>
        </p:nvSpPr>
        <p:spPr>
          <a:xfrm>
            <a:off x="60350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2" name="Shape 1570"/>
          <p:cNvSpPr/>
          <p:nvPr/>
        </p:nvSpPr>
        <p:spPr>
          <a:xfrm>
            <a:off x="61447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3" name="Shape 1571"/>
          <p:cNvSpPr/>
          <p:nvPr/>
        </p:nvSpPr>
        <p:spPr>
          <a:xfrm>
            <a:off x="62544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4" name="Shape 1572"/>
          <p:cNvSpPr/>
          <p:nvPr/>
        </p:nvSpPr>
        <p:spPr>
          <a:xfrm>
            <a:off x="63642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5" name="Shape 1573"/>
          <p:cNvSpPr/>
          <p:nvPr/>
        </p:nvSpPr>
        <p:spPr>
          <a:xfrm>
            <a:off x="64739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6" name="Shape 1574"/>
          <p:cNvSpPr/>
          <p:nvPr/>
        </p:nvSpPr>
        <p:spPr>
          <a:xfrm>
            <a:off x="65836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7" name="Shape 1575"/>
          <p:cNvSpPr/>
          <p:nvPr/>
        </p:nvSpPr>
        <p:spPr>
          <a:xfrm>
            <a:off x="66934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8" name="Shape 1576"/>
          <p:cNvSpPr/>
          <p:nvPr/>
        </p:nvSpPr>
        <p:spPr>
          <a:xfrm>
            <a:off x="68031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9" name="Shape 1577"/>
          <p:cNvSpPr/>
          <p:nvPr/>
        </p:nvSpPr>
        <p:spPr>
          <a:xfrm>
            <a:off x="69128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0" name="Shape 1578"/>
          <p:cNvSpPr/>
          <p:nvPr/>
        </p:nvSpPr>
        <p:spPr>
          <a:xfrm>
            <a:off x="70225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1" name="Shape 1579"/>
          <p:cNvSpPr/>
          <p:nvPr/>
        </p:nvSpPr>
        <p:spPr>
          <a:xfrm>
            <a:off x="71323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2" name="Shape 1580"/>
          <p:cNvSpPr/>
          <p:nvPr/>
        </p:nvSpPr>
        <p:spPr>
          <a:xfrm>
            <a:off x="72420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3" name="Shape 1581"/>
          <p:cNvSpPr/>
          <p:nvPr/>
        </p:nvSpPr>
        <p:spPr>
          <a:xfrm>
            <a:off x="73517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4" name="Shape 1582"/>
          <p:cNvSpPr/>
          <p:nvPr/>
        </p:nvSpPr>
        <p:spPr>
          <a:xfrm>
            <a:off x="74615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5" name="Shape 1583"/>
          <p:cNvSpPr/>
          <p:nvPr/>
        </p:nvSpPr>
        <p:spPr>
          <a:xfrm>
            <a:off x="75712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6" name="Shape 1584"/>
          <p:cNvSpPr/>
          <p:nvPr/>
        </p:nvSpPr>
        <p:spPr>
          <a:xfrm>
            <a:off x="76809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7" name="Shape 1585"/>
          <p:cNvSpPr/>
          <p:nvPr/>
        </p:nvSpPr>
        <p:spPr>
          <a:xfrm>
            <a:off x="77906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8" name="Shape 1586"/>
          <p:cNvSpPr/>
          <p:nvPr/>
        </p:nvSpPr>
        <p:spPr>
          <a:xfrm>
            <a:off x="79004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9" name="Shape 1587"/>
          <p:cNvSpPr/>
          <p:nvPr/>
        </p:nvSpPr>
        <p:spPr>
          <a:xfrm>
            <a:off x="80101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0" name="Shape 1588"/>
          <p:cNvSpPr/>
          <p:nvPr/>
        </p:nvSpPr>
        <p:spPr>
          <a:xfrm>
            <a:off x="81198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1" name="Shape 1589"/>
          <p:cNvSpPr/>
          <p:nvPr/>
        </p:nvSpPr>
        <p:spPr>
          <a:xfrm>
            <a:off x="82296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2" name="Shape 1590"/>
          <p:cNvSpPr/>
          <p:nvPr/>
        </p:nvSpPr>
        <p:spPr>
          <a:xfrm>
            <a:off x="83393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3" name="Shape 1591"/>
          <p:cNvSpPr/>
          <p:nvPr/>
        </p:nvSpPr>
        <p:spPr>
          <a:xfrm>
            <a:off x="84490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4" name="Shape 1592"/>
          <p:cNvSpPr/>
          <p:nvPr/>
        </p:nvSpPr>
        <p:spPr>
          <a:xfrm>
            <a:off x="85587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5" name="Shape 1593"/>
          <p:cNvSpPr/>
          <p:nvPr/>
        </p:nvSpPr>
        <p:spPr>
          <a:xfrm>
            <a:off x="86685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6" name="Shape 1594"/>
          <p:cNvSpPr/>
          <p:nvPr/>
        </p:nvSpPr>
        <p:spPr>
          <a:xfrm>
            <a:off x="87782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7" name="Shape 1595"/>
          <p:cNvSpPr/>
          <p:nvPr/>
        </p:nvSpPr>
        <p:spPr>
          <a:xfrm>
            <a:off x="88879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8" name="Shape 1596"/>
          <p:cNvSpPr/>
          <p:nvPr/>
        </p:nvSpPr>
        <p:spPr>
          <a:xfrm>
            <a:off x="89976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9" name="Shape 1597"/>
          <p:cNvSpPr/>
          <p:nvPr/>
        </p:nvSpPr>
        <p:spPr>
          <a:xfrm>
            <a:off x="91074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4" name="Shape 1622"/>
          <p:cNvSpPr/>
          <p:nvPr/>
        </p:nvSpPr>
        <p:spPr>
          <a:xfrm>
            <a:off x="548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5" name="Shape 1623"/>
          <p:cNvSpPr/>
          <p:nvPr/>
        </p:nvSpPr>
        <p:spPr>
          <a:xfrm>
            <a:off x="1645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6" name="Shape 1624"/>
          <p:cNvSpPr/>
          <p:nvPr/>
        </p:nvSpPr>
        <p:spPr>
          <a:xfrm>
            <a:off x="2743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7" name="Shape 1625"/>
          <p:cNvSpPr/>
          <p:nvPr/>
        </p:nvSpPr>
        <p:spPr>
          <a:xfrm>
            <a:off x="3840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8" name="Shape 1626"/>
          <p:cNvSpPr/>
          <p:nvPr/>
        </p:nvSpPr>
        <p:spPr>
          <a:xfrm>
            <a:off x="4937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9" name="Shape 1627"/>
          <p:cNvSpPr/>
          <p:nvPr/>
        </p:nvSpPr>
        <p:spPr>
          <a:xfrm>
            <a:off x="6035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0" name="Shape 1628"/>
          <p:cNvSpPr/>
          <p:nvPr/>
        </p:nvSpPr>
        <p:spPr>
          <a:xfrm>
            <a:off x="7132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1" name="Shape 1629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2" name="Shape 1630"/>
          <p:cNvSpPr/>
          <p:nvPr/>
        </p:nvSpPr>
        <p:spPr>
          <a:xfrm>
            <a:off x="9326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3" name="Shape 1631"/>
          <p:cNvSpPr/>
          <p:nvPr/>
        </p:nvSpPr>
        <p:spPr>
          <a:xfrm>
            <a:off x="10424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4" name="Shape 1632"/>
          <p:cNvSpPr/>
          <p:nvPr/>
        </p:nvSpPr>
        <p:spPr>
          <a:xfrm>
            <a:off x="11521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5" name="Shape 1633"/>
          <p:cNvSpPr/>
          <p:nvPr/>
        </p:nvSpPr>
        <p:spPr>
          <a:xfrm>
            <a:off x="12618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6" name="Shape 1634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7" name="Shape 1635"/>
          <p:cNvSpPr/>
          <p:nvPr/>
        </p:nvSpPr>
        <p:spPr>
          <a:xfrm>
            <a:off x="14813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8" name="Shape 1636"/>
          <p:cNvSpPr/>
          <p:nvPr/>
        </p:nvSpPr>
        <p:spPr>
          <a:xfrm>
            <a:off x="15910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9" name="Shape 1637"/>
          <p:cNvSpPr/>
          <p:nvPr/>
        </p:nvSpPr>
        <p:spPr>
          <a:xfrm>
            <a:off x="17007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0" name="Shape 1638"/>
          <p:cNvSpPr/>
          <p:nvPr/>
        </p:nvSpPr>
        <p:spPr>
          <a:xfrm>
            <a:off x="18105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1" name="Shape 1639"/>
          <p:cNvSpPr/>
          <p:nvPr/>
        </p:nvSpPr>
        <p:spPr>
          <a:xfrm>
            <a:off x="19202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2" name="Shape 1640"/>
          <p:cNvSpPr/>
          <p:nvPr/>
        </p:nvSpPr>
        <p:spPr>
          <a:xfrm>
            <a:off x="20299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3" name="Shape 1641"/>
          <p:cNvSpPr/>
          <p:nvPr/>
        </p:nvSpPr>
        <p:spPr>
          <a:xfrm>
            <a:off x="21396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4" name="Shape 1642"/>
          <p:cNvSpPr/>
          <p:nvPr/>
        </p:nvSpPr>
        <p:spPr>
          <a:xfrm>
            <a:off x="22494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5" name="Shape 1643"/>
          <p:cNvSpPr/>
          <p:nvPr/>
        </p:nvSpPr>
        <p:spPr>
          <a:xfrm>
            <a:off x="23591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6" name="Shape 1644"/>
          <p:cNvSpPr/>
          <p:nvPr/>
        </p:nvSpPr>
        <p:spPr>
          <a:xfrm>
            <a:off x="24688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7" name="Shape 1645"/>
          <p:cNvSpPr/>
          <p:nvPr/>
        </p:nvSpPr>
        <p:spPr>
          <a:xfrm>
            <a:off x="25786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8" name="Shape 1646"/>
          <p:cNvSpPr/>
          <p:nvPr/>
        </p:nvSpPr>
        <p:spPr>
          <a:xfrm>
            <a:off x="26883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9" name="Shape 1647"/>
          <p:cNvSpPr/>
          <p:nvPr/>
        </p:nvSpPr>
        <p:spPr>
          <a:xfrm>
            <a:off x="27980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0" name="Shape 1648"/>
          <p:cNvSpPr/>
          <p:nvPr/>
        </p:nvSpPr>
        <p:spPr>
          <a:xfrm>
            <a:off x="29077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1" name="Shape 1649"/>
          <p:cNvSpPr/>
          <p:nvPr/>
        </p:nvSpPr>
        <p:spPr>
          <a:xfrm>
            <a:off x="30175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2" name="Shape 1650"/>
          <p:cNvSpPr/>
          <p:nvPr/>
        </p:nvSpPr>
        <p:spPr>
          <a:xfrm>
            <a:off x="31272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3" name="Shape 1651"/>
          <p:cNvSpPr/>
          <p:nvPr/>
        </p:nvSpPr>
        <p:spPr>
          <a:xfrm>
            <a:off x="32369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4" name="Shape 1652"/>
          <p:cNvSpPr/>
          <p:nvPr/>
        </p:nvSpPr>
        <p:spPr>
          <a:xfrm>
            <a:off x="33467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5" name="Shape 1653"/>
          <p:cNvSpPr/>
          <p:nvPr/>
        </p:nvSpPr>
        <p:spPr>
          <a:xfrm>
            <a:off x="34564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6" name="Shape 1654"/>
          <p:cNvSpPr/>
          <p:nvPr/>
        </p:nvSpPr>
        <p:spPr>
          <a:xfrm>
            <a:off x="35661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7" name="Shape 1655"/>
          <p:cNvSpPr/>
          <p:nvPr/>
        </p:nvSpPr>
        <p:spPr>
          <a:xfrm>
            <a:off x="36758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8" name="Shape 1656"/>
          <p:cNvSpPr/>
          <p:nvPr/>
        </p:nvSpPr>
        <p:spPr>
          <a:xfrm>
            <a:off x="37856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9" name="Shape 1657"/>
          <p:cNvSpPr/>
          <p:nvPr/>
        </p:nvSpPr>
        <p:spPr>
          <a:xfrm>
            <a:off x="38953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0" name="Shape 1658"/>
          <p:cNvSpPr/>
          <p:nvPr/>
        </p:nvSpPr>
        <p:spPr>
          <a:xfrm>
            <a:off x="40050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1" name="Shape 1659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2" name="Shape 1660"/>
          <p:cNvSpPr/>
          <p:nvPr/>
        </p:nvSpPr>
        <p:spPr>
          <a:xfrm>
            <a:off x="42245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3" name="Shape 1661"/>
          <p:cNvSpPr/>
          <p:nvPr/>
        </p:nvSpPr>
        <p:spPr>
          <a:xfrm>
            <a:off x="43342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4" name="Shape 1662"/>
          <p:cNvSpPr/>
          <p:nvPr/>
        </p:nvSpPr>
        <p:spPr>
          <a:xfrm>
            <a:off x="44439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5" name="Shape 1663"/>
          <p:cNvSpPr/>
          <p:nvPr/>
        </p:nvSpPr>
        <p:spPr>
          <a:xfrm>
            <a:off x="45537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6" name="Shape 1664"/>
          <p:cNvSpPr/>
          <p:nvPr/>
        </p:nvSpPr>
        <p:spPr>
          <a:xfrm>
            <a:off x="46634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7" name="Shape 1665"/>
          <p:cNvSpPr/>
          <p:nvPr/>
        </p:nvSpPr>
        <p:spPr>
          <a:xfrm>
            <a:off x="47731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8" name="Shape 1666"/>
          <p:cNvSpPr/>
          <p:nvPr/>
        </p:nvSpPr>
        <p:spPr>
          <a:xfrm>
            <a:off x="48828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9" name="Shape 1667"/>
          <p:cNvSpPr/>
          <p:nvPr/>
        </p:nvSpPr>
        <p:spPr>
          <a:xfrm>
            <a:off x="49926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0" name="Shape 1668"/>
          <p:cNvSpPr/>
          <p:nvPr/>
        </p:nvSpPr>
        <p:spPr>
          <a:xfrm>
            <a:off x="51023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1" name="Shape 1669"/>
          <p:cNvSpPr/>
          <p:nvPr/>
        </p:nvSpPr>
        <p:spPr>
          <a:xfrm>
            <a:off x="52120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2" name="Shape 1670"/>
          <p:cNvSpPr/>
          <p:nvPr/>
        </p:nvSpPr>
        <p:spPr>
          <a:xfrm>
            <a:off x="53218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3" name="Shape 1671"/>
          <p:cNvSpPr/>
          <p:nvPr/>
        </p:nvSpPr>
        <p:spPr>
          <a:xfrm>
            <a:off x="54315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4" name="Shape 1672"/>
          <p:cNvSpPr/>
          <p:nvPr/>
        </p:nvSpPr>
        <p:spPr>
          <a:xfrm>
            <a:off x="55412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5" name="Shape 1673"/>
          <p:cNvSpPr/>
          <p:nvPr/>
        </p:nvSpPr>
        <p:spPr>
          <a:xfrm>
            <a:off x="56509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6" name="Shape 1674"/>
          <p:cNvSpPr/>
          <p:nvPr/>
        </p:nvSpPr>
        <p:spPr>
          <a:xfrm>
            <a:off x="57607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7" name="Shape 1675"/>
          <p:cNvSpPr/>
          <p:nvPr/>
        </p:nvSpPr>
        <p:spPr>
          <a:xfrm>
            <a:off x="58704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8" name="Shape 1676"/>
          <p:cNvSpPr/>
          <p:nvPr/>
        </p:nvSpPr>
        <p:spPr>
          <a:xfrm>
            <a:off x="59801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9" name="Shape 1677"/>
          <p:cNvSpPr/>
          <p:nvPr/>
        </p:nvSpPr>
        <p:spPr>
          <a:xfrm>
            <a:off x="60899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0" name="Shape 1678"/>
          <p:cNvSpPr/>
          <p:nvPr/>
        </p:nvSpPr>
        <p:spPr>
          <a:xfrm>
            <a:off x="61996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1" name="Shape 1679"/>
          <p:cNvSpPr/>
          <p:nvPr/>
        </p:nvSpPr>
        <p:spPr>
          <a:xfrm>
            <a:off x="63093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2" name="Shape 1680"/>
          <p:cNvSpPr/>
          <p:nvPr/>
        </p:nvSpPr>
        <p:spPr>
          <a:xfrm>
            <a:off x="64190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3" name="Shape 1681"/>
          <p:cNvSpPr/>
          <p:nvPr/>
        </p:nvSpPr>
        <p:spPr>
          <a:xfrm>
            <a:off x="65288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4" name="Shape 1682"/>
          <p:cNvSpPr/>
          <p:nvPr/>
        </p:nvSpPr>
        <p:spPr>
          <a:xfrm>
            <a:off x="66385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5" name="Shape 1683"/>
          <p:cNvSpPr/>
          <p:nvPr/>
        </p:nvSpPr>
        <p:spPr>
          <a:xfrm>
            <a:off x="67482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6" name="Shape 1684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7" name="Shape 1685"/>
          <p:cNvSpPr/>
          <p:nvPr/>
        </p:nvSpPr>
        <p:spPr>
          <a:xfrm>
            <a:off x="69677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8" name="Shape 1686"/>
          <p:cNvSpPr/>
          <p:nvPr/>
        </p:nvSpPr>
        <p:spPr>
          <a:xfrm>
            <a:off x="70774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9" name="Shape 1687"/>
          <p:cNvSpPr/>
          <p:nvPr/>
        </p:nvSpPr>
        <p:spPr>
          <a:xfrm>
            <a:off x="71871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0" name="Shape 1688"/>
          <p:cNvSpPr/>
          <p:nvPr/>
        </p:nvSpPr>
        <p:spPr>
          <a:xfrm>
            <a:off x="72969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1" name="Shape 1689"/>
          <p:cNvSpPr/>
          <p:nvPr/>
        </p:nvSpPr>
        <p:spPr>
          <a:xfrm>
            <a:off x="74066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2" name="Shape 1690"/>
          <p:cNvSpPr/>
          <p:nvPr/>
        </p:nvSpPr>
        <p:spPr>
          <a:xfrm>
            <a:off x="75163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3" name="Shape 1691"/>
          <p:cNvSpPr/>
          <p:nvPr/>
        </p:nvSpPr>
        <p:spPr>
          <a:xfrm>
            <a:off x="76260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4" name="Shape 1692"/>
          <p:cNvSpPr/>
          <p:nvPr/>
        </p:nvSpPr>
        <p:spPr>
          <a:xfrm>
            <a:off x="77358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5" name="Shape 1693"/>
          <p:cNvSpPr/>
          <p:nvPr/>
        </p:nvSpPr>
        <p:spPr>
          <a:xfrm>
            <a:off x="78455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6" name="Shape 1694"/>
          <p:cNvSpPr/>
          <p:nvPr/>
        </p:nvSpPr>
        <p:spPr>
          <a:xfrm>
            <a:off x="79552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7" name="Shape 1695"/>
          <p:cNvSpPr/>
          <p:nvPr/>
        </p:nvSpPr>
        <p:spPr>
          <a:xfrm>
            <a:off x="80650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8" name="Shape 1696"/>
          <p:cNvSpPr/>
          <p:nvPr/>
        </p:nvSpPr>
        <p:spPr>
          <a:xfrm>
            <a:off x="81747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9" name="Shape 1697"/>
          <p:cNvSpPr/>
          <p:nvPr/>
        </p:nvSpPr>
        <p:spPr>
          <a:xfrm>
            <a:off x="82844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0" name="Shape 1698"/>
          <p:cNvSpPr/>
          <p:nvPr/>
        </p:nvSpPr>
        <p:spPr>
          <a:xfrm>
            <a:off x="83941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1" name="Shape 1699"/>
          <p:cNvSpPr/>
          <p:nvPr/>
        </p:nvSpPr>
        <p:spPr>
          <a:xfrm>
            <a:off x="85039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2" name="Shape 1700"/>
          <p:cNvSpPr/>
          <p:nvPr/>
        </p:nvSpPr>
        <p:spPr>
          <a:xfrm>
            <a:off x="86136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3" name="Shape 1701"/>
          <p:cNvSpPr/>
          <p:nvPr/>
        </p:nvSpPr>
        <p:spPr>
          <a:xfrm>
            <a:off x="87233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4" name="Shape 1702"/>
          <p:cNvSpPr/>
          <p:nvPr/>
        </p:nvSpPr>
        <p:spPr>
          <a:xfrm>
            <a:off x="88331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5" name="Shape 1703"/>
          <p:cNvSpPr/>
          <p:nvPr/>
        </p:nvSpPr>
        <p:spPr>
          <a:xfrm>
            <a:off x="89428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6" name="Shape 1704"/>
          <p:cNvSpPr/>
          <p:nvPr/>
        </p:nvSpPr>
        <p:spPr>
          <a:xfrm>
            <a:off x="90525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7" name="Shape 1705"/>
          <p:cNvSpPr/>
          <p:nvPr/>
        </p:nvSpPr>
        <p:spPr>
          <a:xfrm>
            <a:off x="91622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2" name="Shape 1730"/>
          <p:cNvSpPr/>
          <p:nvPr/>
        </p:nvSpPr>
        <p:spPr>
          <a:xfrm>
            <a:off x="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3" name="Shape 1731"/>
          <p:cNvSpPr/>
          <p:nvPr/>
        </p:nvSpPr>
        <p:spPr>
          <a:xfrm>
            <a:off x="1097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4" name="Shape 1732"/>
          <p:cNvSpPr/>
          <p:nvPr/>
        </p:nvSpPr>
        <p:spPr>
          <a:xfrm>
            <a:off x="2194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5" name="Shape 1733"/>
          <p:cNvSpPr/>
          <p:nvPr/>
        </p:nvSpPr>
        <p:spPr>
          <a:xfrm>
            <a:off x="3291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6" name="Shape 1734"/>
          <p:cNvSpPr/>
          <p:nvPr/>
        </p:nvSpPr>
        <p:spPr>
          <a:xfrm>
            <a:off x="4389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7" name="Shape 1735"/>
          <p:cNvSpPr/>
          <p:nvPr/>
        </p:nvSpPr>
        <p:spPr>
          <a:xfrm>
            <a:off x="5486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8" name="Shape 1736"/>
          <p:cNvSpPr/>
          <p:nvPr/>
        </p:nvSpPr>
        <p:spPr>
          <a:xfrm>
            <a:off x="6583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9" name="Shape 1737"/>
          <p:cNvSpPr/>
          <p:nvPr/>
        </p:nvSpPr>
        <p:spPr>
          <a:xfrm>
            <a:off x="7680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0" name="Shape 1738"/>
          <p:cNvSpPr/>
          <p:nvPr/>
        </p:nvSpPr>
        <p:spPr>
          <a:xfrm>
            <a:off x="8778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1" name="Shape 1739"/>
          <p:cNvSpPr/>
          <p:nvPr/>
        </p:nvSpPr>
        <p:spPr>
          <a:xfrm>
            <a:off x="9875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2" name="Shape 1740"/>
          <p:cNvSpPr/>
          <p:nvPr/>
        </p:nvSpPr>
        <p:spPr>
          <a:xfrm>
            <a:off x="10972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3" name="Shape 1741"/>
          <p:cNvSpPr/>
          <p:nvPr/>
        </p:nvSpPr>
        <p:spPr>
          <a:xfrm>
            <a:off x="12070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4" name="Shape 1742"/>
          <p:cNvSpPr/>
          <p:nvPr/>
        </p:nvSpPr>
        <p:spPr>
          <a:xfrm>
            <a:off x="13167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5" name="Shape 1743"/>
          <p:cNvSpPr/>
          <p:nvPr/>
        </p:nvSpPr>
        <p:spPr>
          <a:xfrm>
            <a:off x="14264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6" name="Shape 1744"/>
          <p:cNvSpPr/>
          <p:nvPr/>
        </p:nvSpPr>
        <p:spPr>
          <a:xfrm>
            <a:off x="15361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7" name="Shape 1745"/>
          <p:cNvSpPr/>
          <p:nvPr/>
        </p:nvSpPr>
        <p:spPr>
          <a:xfrm>
            <a:off x="16459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8" name="Shape 1746"/>
          <p:cNvSpPr/>
          <p:nvPr/>
        </p:nvSpPr>
        <p:spPr>
          <a:xfrm>
            <a:off x="17556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9" name="Shape 1747"/>
          <p:cNvSpPr/>
          <p:nvPr/>
        </p:nvSpPr>
        <p:spPr>
          <a:xfrm>
            <a:off x="18653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0" name="Shape 1748"/>
          <p:cNvSpPr/>
          <p:nvPr/>
        </p:nvSpPr>
        <p:spPr>
          <a:xfrm>
            <a:off x="19751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1" name="Shape 1749"/>
          <p:cNvSpPr/>
          <p:nvPr/>
        </p:nvSpPr>
        <p:spPr>
          <a:xfrm>
            <a:off x="20848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2" name="Shape 1750"/>
          <p:cNvSpPr/>
          <p:nvPr/>
        </p:nvSpPr>
        <p:spPr>
          <a:xfrm>
            <a:off x="21945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3" name="Shape 1751"/>
          <p:cNvSpPr/>
          <p:nvPr/>
        </p:nvSpPr>
        <p:spPr>
          <a:xfrm>
            <a:off x="23042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4" name="Shape 1752"/>
          <p:cNvSpPr/>
          <p:nvPr/>
        </p:nvSpPr>
        <p:spPr>
          <a:xfrm>
            <a:off x="24140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5" name="Shape 1753"/>
          <p:cNvSpPr/>
          <p:nvPr/>
        </p:nvSpPr>
        <p:spPr>
          <a:xfrm>
            <a:off x="25237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6" name="Shape 1754"/>
          <p:cNvSpPr/>
          <p:nvPr/>
        </p:nvSpPr>
        <p:spPr>
          <a:xfrm>
            <a:off x="26334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7" name="Shape 1755"/>
          <p:cNvSpPr/>
          <p:nvPr/>
        </p:nvSpPr>
        <p:spPr>
          <a:xfrm>
            <a:off x="27432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8" name="Shape 1756"/>
          <p:cNvSpPr/>
          <p:nvPr/>
        </p:nvSpPr>
        <p:spPr>
          <a:xfrm>
            <a:off x="28529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9" name="Shape 1757"/>
          <p:cNvSpPr/>
          <p:nvPr/>
        </p:nvSpPr>
        <p:spPr>
          <a:xfrm>
            <a:off x="29626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0" name="Shape 1758"/>
          <p:cNvSpPr/>
          <p:nvPr/>
        </p:nvSpPr>
        <p:spPr>
          <a:xfrm>
            <a:off x="30723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1" name="Shape 1759"/>
          <p:cNvSpPr/>
          <p:nvPr/>
        </p:nvSpPr>
        <p:spPr>
          <a:xfrm>
            <a:off x="31821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2" name="Shape 1760"/>
          <p:cNvSpPr/>
          <p:nvPr/>
        </p:nvSpPr>
        <p:spPr>
          <a:xfrm>
            <a:off x="32918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3" name="Shape 1761"/>
          <p:cNvSpPr/>
          <p:nvPr/>
        </p:nvSpPr>
        <p:spPr>
          <a:xfrm>
            <a:off x="34015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4" name="Shape 1762"/>
          <p:cNvSpPr/>
          <p:nvPr/>
        </p:nvSpPr>
        <p:spPr>
          <a:xfrm>
            <a:off x="35112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5" name="Shape 1763"/>
          <p:cNvSpPr/>
          <p:nvPr/>
        </p:nvSpPr>
        <p:spPr>
          <a:xfrm>
            <a:off x="36210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6" name="Shape 1764"/>
          <p:cNvSpPr/>
          <p:nvPr/>
        </p:nvSpPr>
        <p:spPr>
          <a:xfrm>
            <a:off x="37307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7" name="Shape 1765"/>
          <p:cNvSpPr/>
          <p:nvPr/>
        </p:nvSpPr>
        <p:spPr>
          <a:xfrm>
            <a:off x="38404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8" name="Shape 1766"/>
          <p:cNvSpPr/>
          <p:nvPr/>
        </p:nvSpPr>
        <p:spPr>
          <a:xfrm>
            <a:off x="39502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9" name="Shape 1767"/>
          <p:cNvSpPr/>
          <p:nvPr/>
        </p:nvSpPr>
        <p:spPr>
          <a:xfrm>
            <a:off x="40599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0" name="Shape 1768"/>
          <p:cNvSpPr/>
          <p:nvPr/>
        </p:nvSpPr>
        <p:spPr>
          <a:xfrm>
            <a:off x="41696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1" name="Shape 1769"/>
          <p:cNvSpPr/>
          <p:nvPr/>
        </p:nvSpPr>
        <p:spPr>
          <a:xfrm>
            <a:off x="42793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2" name="Shape 1770"/>
          <p:cNvSpPr/>
          <p:nvPr/>
        </p:nvSpPr>
        <p:spPr>
          <a:xfrm>
            <a:off x="43891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3" name="Shape 1771"/>
          <p:cNvSpPr/>
          <p:nvPr/>
        </p:nvSpPr>
        <p:spPr>
          <a:xfrm>
            <a:off x="44988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4" name="Shape 1772"/>
          <p:cNvSpPr/>
          <p:nvPr/>
        </p:nvSpPr>
        <p:spPr>
          <a:xfrm>
            <a:off x="46085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5" name="Shape 1773"/>
          <p:cNvSpPr/>
          <p:nvPr/>
        </p:nvSpPr>
        <p:spPr>
          <a:xfrm>
            <a:off x="47183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6" name="Shape 1774"/>
          <p:cNvSpPr/>
          <p:nvPr/>
        </p:nvSpPr>
        <p:spPr>
          <a:xfrm>
            <a:off x="48280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7" name="Shape 1775"/>
          <p:cNvSpPr/>
          <p:nvPr/>
        </p:nvSpPr>
        <p:spPr>
          <a:xfrm>
            <a:off x="49377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8" name="Shape 1776"/>
          <p:cNvSpPr/>
          <p:nvPr/>
        </p:nvSpPr>
        <p:spPr>
          <a:xfrm>
            <a:off x="50474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9" name="Shape 1777"/>
          <p:cNvSpPr/>
          <p:nvPr/>
        </p:nvSpPr>
        <p:spPr>
          <a:xfrm>
            <a:off x="51572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0" name="Shape 1778"/>
          <p:cNvSpPr/>
          <p:nvPr/>
        </p:nvSpPr>
        <p:spPr>
          <a:xfrm>
            <a:off x="52669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1" name="Shape 1779"/>
          <p:cNvSpPr/>
          <p:nvPr/>
        </p:nvSpPr>
        <p:spPr>
          <a:xfrm>
            <a:off x="53766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2" name="Shape 1780"/>
          <p:cNvSpPr/>
          <p:nvPr/>
        </p:nvSpPr>
        <p:spPr>
          <a:xfrm>
            <a:off x="54864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3" name="Shape 1781"/>
          <p:cNvSpPr/>
          <p:nvPr/>
        </p:nvSpPr>
        <p:spPr>
          <a:xfrm>
            <a:off x="55961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4" name="Shape 1782"/>
          <p:cNvSpPr/>
          <p:nvPr/>
        </p:nvSpPr>
        <p:spPr>
          <a:xfrm>
            <a:off x="57058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5" name="Shape 1783"/>
          <p:cNvSpPr/>
          <p:nvPr/>
        </p:nvSpPr>
        <p:spPr>
          <a:xfrm>
            <a:off x="58155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6" name="Shape 1784"/>
          <p:cNvSpPr/>
          <p:nvPr/>
        </p:nvSpPr>
        <p:spPr>
          <a:xfrm>
            <a:off x="59253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7" name="Shape 1785"/>
          <p:cNvSpPr/>
          <p:nvPr/>
        </p:nvSpPr>
        <p:spPr>
          <a:xfrm>
            <a:off x="60350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8" name="Shape 1786"/>
          <p:cNvSpPr/>
          <p:nvPr/>
        </p:nvSpPr>
        <p:spPr>
          <a:xfrm>
            <a:off x="61447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9" name="Shape 1787"/>
          <p:cNvSpPr/>
          <p:nvPr/>
        </p:nvSpPr>
        <p:spPr>
          <a:xfrm>
            <a:off x="62544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0" name="Shape 1788"/>
          <p:cNvSpPr/>
          <p:nvPr/>
        </p:nvSpPr>
        <p:spPr>
          <a:xfrm>
            <a:off x="63642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1" name="Shape 1789"/>
          <p:cNvSpPr/>
          <p:nvPr/>
        </p:nvSpPr>
        <p:spPr>
          <a:xfrm>
            <a:off x="64739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2" name="Shape 1790"/>
          <p:cNvSpPr/>
          <p:nvPr/>
        </p:nvSpPr>
        <p:spPr>
          <a:xfrm>
            <a:off x="65836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3" name="Shape 1791"/>
          <p:cNvSpPr/>
          <p:nvPr/>
        </p:nvSpPr>
        <p:spPr>
          <a:xfrm>
            <a:off x="66934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4" name="Shape 1792"/>
          <p:cNvSpPr/>
          <p:nvPr/>
        </p:nvSpPr>
        <p:spPr>
          <a:xfrm>
            <a:off x="68031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5" name="Shape 1793"/>
          <p:cNvSpPr/>
          <p:nvPr/>
        </p:nvSpPr>
        <p:spPr>
          <a:xfrm>
            <a:off x="69128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6" name="Shape 1794"/>
          <p:cNvSpPr/>
          <p:nvPr/>
        </p:nvSpPr>
        <p:spPr>
          <a:xfrm>
            <a:off x="70225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7" name="Shape 1795"/>
          <p:cNvSpPr/>
          <p:nvPr/>
        </p:nvSpPr>
        <p:spPr>
          <a:xfrm>
            <a:off x="71323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8" name="Shape 1796"/>
          <p:cNvSpPr/>
          <p:nvPr/>
        </p:nvSpPr>
        <p:spPr>
          <a:xfrm>
            <a:off x="72420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9" name="Shape 1797"/>
          <p:cNvSpPr/>
          <p:nvPr/>
        </p:nvSpPr>
        <p:spPr>
          <a:xfrm>
            <a:off x="73517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0" name="Shape 1798"/>
          <p:cNvSpPr/>
          <p:nvPr/>
        </p:nvSpPr>
        <p:spPr>
          <a:xfrm>
            <a:off x="74615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1" name="Shape 1799"/>
          <p:cNvSpPr/>
          <p:nvPr/>
        </p:nvSpPr>
        <p:spPr>
          <a:xfrm>
            <a:off x="75712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2" name="Shape 1800"/>
          <p:cNvSpPr/>
          <p:nvPr/>
        </p:nvSpPr>
        <p:spPr>
          <a:xfrm>
            <a:off x="76809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3" name="Shape 1801"/>
          <p:cNvSpPr/>
          <p:nvPr/>
        </p:nvSpPr>
        <p:spPr>
          <a:xfrm>
            <a:off x="77906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4" name="Shape 1802"/>
          <p:cNvSpPr/>
          <p:nvPr/>
        </p:nvSpPr>
        <p:spPr>
          <a:xfrm>
            <a:off x="79004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5" name="Shape 1803"/>
          <p:cNvSpPr/>
          <p:nvPr/>
        </p:nvSpPr>
        <p:spPr>
          <a:xfrm>
            <a:off x="80101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6" name="Shape 1804"/>
          <p:cNvSpPr/>
          <p:nvPr/>
        </p:nvSpPr>
        <p:spPr>
          <a:xfrm>
            <a:off x="81198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7" name="Shape 1805"/>
          <p:cNvSpPr/>
          <p:nvPr/>
        </p:nvSpPr>
        <p:spPr>
          <a:xfrm>
            <a:off x="82296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8" name="Shape 1806"/>
          <p:cNvSpPr/>
          <p:nvPr/>
        </p:nvSpPr>
        <p:spPr>
          <a:xfrm>
            <a:off x="83393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9" name="Shape 1807"/>
          <p:cNvSpPr/>
          <p:nvPr/>
        </p:nvSpPr>
        <p:spPr>
          <a:xfrm>
            <a:off x="84490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0" name="Shape 1808"/>
          <p:cNvSpPr/>
          <p:nvPr/>
        </p:nvSpPr>
        <p:spPr>
          <a:xfrm>
            <a:off x="85587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1" name="Shape 1809"/>
          <p:cNvSpPr/>
          <p:nvPr/>
        </p:nvSpPr>
        <p:spPr>
          <a:xfrm>
            <a:off x="86685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2" name="Shape 1810"/>
          <p:cNvSpPr/>
          <p:nvPr/>
        </p:nvSpPr>
        <p:spPr>
          <a:xfrm>
            <a:off x="87782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3" name="Shape 1811"/>
          <p:cNvSpPr/>
          <p:nvPr/>
        </p:nvSpPr>
        <p:spPr>
          <a:xfrm>
            <a:off x="88879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4" name="Shape 1812"/>
          <p:cNvSpPr/>
          <p:nvPr/>
        </p:nvSpPr>
        <p:spPr>
          <a:xfrm>
            <a:off x="89976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5" name="Shape 1813"/>
          <p:cNvSpPr/>
          <p:nvPr/>
        </p:nvSpPr>
        <p:spPr>
          <a:xfrm>
            <a:off x="91074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0" name="Shape 1838"/>
          <p:cNvSpPr/>
          <p:nvPr/>
        </p:nvSpPr>
        <p:spPr>
          <a:xfrm>
            <a:off x="548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1" name="Shape 1839"/>
          <p:cNvSpPr/>
          <p:nvPr/>
        </p:nvSpPr>
        <p:spPr>
          <a:xfrm>
            <a:off x="1645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2" name="Shape 1840"/>
          <p:cNvSpPr/>
          <p:nvPr/>
        </p:nvSpPr>
        <p:spPr>
          <a:xfrm>
            <a:off x="2743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3" name="Shape 1841"/>
          <p:cNvSpPr/>
          <p:nvPr/>
        </p:nvSpPr>
        <p:spPr>
          <a:xfrm>
            <a:off x="3840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4" name="Shape 1842"/>
          <p:cNvSpPr/>
          <p:nvPr/>
        </p:nvSpPr>
        <p:spPr>
          <a:xfrm>
            <a:off x="4937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5" name="Shape 1843"/>
          <p:cNvSpPr/>
          <p:nvPr/>
        </p:nvSpPr>
        <p:spPr>
          <a:xfrm>
            <a:off x="6035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6" name="Shape 1844"/>
          <p:cNvSpPr/>
          <p:nvPr/>
        </p:nvSpPr>
        <p:spPr>
          <a:xfrm>
            <a:off x="7132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7" name="Shape 1845"/>
          <p:cNvSpPr/>
          <p:nvPr/>
        </p:nvSpPr>
        <p:spPr>
          <a:xfrm>
            <a:off x="8229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8" name="Shape 1846"/>
          <p:cNvSpPr/>
          <p:nvPr/>
        </p:nvSpPr>
        <p:spPr>
          <a:xfrm>
            <a:off x="9326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9" name="Shape 1847"/>
          <p:cNvSpPr/>
          <p:nvPr/>
        </p:nvSpPr>
        <p:spPr>
          <a:xfrm>
            <a:off x="10424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0" name="Shape 1848"/>
          <p:cNvSpPr/>
          <p:nvPr/>
        </p:nvSpPr>
        <p:spPr>
          <a:xfrm>
            <a:off x="11521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1" name="Shape 1849"/>
          <p:cNvSpPr/>
          <p:nvPr/>
        </p:nvSpPr>
        <p:spPr>
          <a:xfrm>
            <a:off x="12618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2" name="Shape 1850"/>
          <p:cNvSpPr/>
          <p:nvPr/>
        </p:nvSpPr>
        <p:spPr>
          <a:xfrm>
            <a:off x="13716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3" name="Shape 1851"/>
          <p:cNvSpPr/>
          <p:nvPr/>
        </p:nvSpPr>
        <p:spPr>
          <a:xfrm>
            <a:off x="14813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4" name="Shape 1852"/>
          <p:cNvSpPr/>
          <p:nvPr/>
        </p:nvSpPr>
        <p:spPr>
          <a:xfrm>
            <a:off x="15910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5" name="Shape 1853"/>
          <p:cNvSpPr/>
          <p:nvPr/>
        </p:nvSpPr>
        <p:spPr>
          <a:xfrm>
            <a:off x="17007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6" name="Shape 1854"/>
          <p:cNvSpPr/>
          <p:nvPr/>
        </p:nvSpPr>
        <p:spPr>
          <a:xfrm>
            <a:off x="18105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7" name="Shape 1855"/>
          <p:cNvSpPr/>
          <p:nvPr/>
        </p:nvSpPr>
        <p:spPr>
          <a:xfrm>
            <a:off x="19202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8" name="Shape 1856"/>
          <p:cNvSpPr/>
          <p:nvPr/>
        </p:nvSpPr>
        <p:spPr>
          <a:xfrm>
            <a:off x="20299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9" name="Shape 1857"/>
          <p:cNvSpPr/>
          <p:nvPr/>
        </p:nvSpPr>
        <p:spPr>
          <a:xfrm>
            <a:off x="21396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0" name="Shape 1858"/>
          <p:cNvSpPr/>
          <p:nvPr/>
        </p:nvSpPr>
        <p:spPr>
          <a:xfrm>
            <a:off x="22494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1" name="Shape 1859"/>
          <p:cNvSpPr/>
          <p:nvPr/>
        </p:nvSpPr>
        <p:spPr>
          <a:xfrm>
            <a:off x="23591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2" name="Shape 1860"/>
          <p:cNvSpPr/>
          <p:nvPr/>
        </p:nvSpPr>
        <p:spPr>
          <a:xfrm>
            <a:off x="24688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3" name="Shape 1861"/>
          <p:cNvSpPr/>
          <p:nvPr/>
        </p:nvSpPr>
        <p:spPr>
          <a:xfrm>
            <a:off x="25786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4" name="Shape 1862"/>
          <p:cNvSpPr/>
          <p:nvPr/>
        </p:nvSpPr>
        <p:spPr>
          <a:xfrm>
            <a:off x="26883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5" name="Shape 1863"/>
          <p:cNvSpPr/>
          <p:nvPr/>
        </p:nvSpPr>
        <p:spPr>
          <a:xfrm>
            <a:off x="27980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6" name="Shape 1864"/>
          <p:cNvSpPr/>
          <p:nvPr/>
        </p:nvSpPr>
        <p:spPr>
          <a:xfrm>
            <a:off x="29077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7" name="Shape 1865"/>
          <p:cNvSpPr/>
          <p:nvPr/>
        </p:nvSpPr>
        <p:spPr>
          <a:xfrm>
            <a:off x="30175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8" name="Shape 1866"/>
          <p:cNvSpPr/>
          <p:nvPr/>
        </p:nvSpPr>
        <p:spPr>
          <a:xfrm>
            <a:off x="31272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9" name="Shape 1867"/>
          <p:cNvSpPr/>
          <p:nvPr/>
        </p:nvSpPr>
        <p:spPr>
          <a:xfrm>
            <a:off x="32369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0" name="Shape 1868"/>
          <p:cNvSpPr/>
          <p:nvPr/>
        </p:nvSpPr>
        <p:spPr>
          <a:xfrm>
            <a:off x="33467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1" name="Shape 1869"/>
          <p:cNvSpPr/>
          <p:nvPr/>
        </p:nvSpPr>
        <p:spPr>
          <a:xfrm>
            <a:off x="34564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2" name="Shape 1870"/>
          <p:cNvSpPr/>
          <p:nvPr/>
        </p:nvSpPr>
        <p:spPr>
          <a:xfrm>
            <a:off x="35661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3" name="Shape 1871"/>
          <p:cNvSpPr/>
          <p:nvPr/>
        </p:nvSpPr>
        <p:spPr>
          <a:xfrm>
            <a:off x="36758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4" name="Shape 1872"/>
          <p:cNvSpPr/>
          <p:nvPr/>
        </p:nvSpPr>
        <p:spPr>
          <a:xfrm>
            <a:off x="37856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5" name="Shape 1873"/>
          <p:cNvSpPr/>
          <p:nvPr/>
        </p:nvSpPr>
        <p:spPr>
          <a:xfrm>
            <a:off x="38953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6" name="Shape 1874"/>
          <p:cNvSpPr/>
          <p:nvPr/>
        </p:nvSpPr>
        <p:spPr>
          <a:xfrm>
            <a:off x="40050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7" name="Shape 1875"/>
          <p:cNvSpPr/>
          <p:nvPr/>
        </p:nvSpPr>
        <p:spPr>
          <a:xfrm>
            <a:off x="41148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8" name="Shape 1876"/>
          <p:cNvSpPr/>
          <p:nvPr/>
        </p:nvSpPr>
        <p:spPr>
          <a:xfrm>
            <a:off x="42245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9" name="Shape 1877"/>
          <p:cNvSpPr/>
          <p:nvPr/>
        </p:nvSpPr>
        <p:spPr>
          <a:xfrm>
            <a:off x="43342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0" name="Shape 1878"/>
          <p:cNvSpPr/>
          <p:nvPr/>
        </p:nvSpPr>
        <p:spPr>
          <a:xfrm>
            <a:off x="44439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1" name="Shape 1879"/>
          <p:cNvSpPr/>
          <p:nvPr/>
        </p:nvSpPr>
        <p:spPr>
          <a:xfrm>
            <a:off x="45537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2" name="Shape 1880"/>
          <p:cNvSpPr/>
          <p:nvPr/>
        </p:nvSpPr>
        <p:spPr>
          <a:xfrm>
            <a:off x="46634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3" name="Shape 1881"/>
          <p:cNvSpPr/>
          <p:nvPr/>
        </p:nvSpPr>
        <p:spPr>
          <a:xfrm>
            <a:off x="47731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4" name="Shape 1882"/>
          <p:cNvSpPr/>
          <p:nvPr/>
        </p:nvSpPr>
        <p:spPr>
          <a:xfrm>
            <a:off x="48828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5" name="Shape 1883"/>
          <p:cNvSpPr/>
          <p:nvPr/>
        </p:nvSpPr>
        <p:spPr>
          <a:xfrm>
            <a:off x="49926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6" name="Shape 1884"/>
          <p:cNvSpPr/>
          <p:nvPr/>
        </p:nvSpPr>
        <p:spPr>
          <a:xfrm>
            <a:off x="51023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7" name="Shape 1885"/>
          <p:cNvSpPr/>
          <p:nvPr/>
        </p:nvSpPr>
        <p:spPr>
          <a:xfrm>
            <a:off x="52120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8" name="Shape 1886"/>
          <p:cNvSpPr/>
          <p:nvPr/>
        </p:nvSpPr>
        <p:spPr>
          <a:xfrm>
            <a:off x="53218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9" name="Shape 1887"/>
          <p:cNvSpPr/>
          <p:nvPr/>
        </p:nvSpPr>
        <p:spPr>
          <a:xfrm>
            <a:off x="54315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0" name="Shape 1888"/>
          <p:cNvSpPr/>
          <p:nvPr/>
        </p:nvSpPr>
        <p:spPr>
          <a:xfrm>
            <a:off x="55412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1" name="Shape 1889"/>
          <p:cNvSpPr/>
          <p:nvPr/>
        </p:nvSpPr>
        <p:spPr>
          <a:xfrm>
            <a:off x="56509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2" name="Shape 1890"/>
          <p:cNvSpPr/>
          <p:nvPr/>
        </p:nvSpPr>
        <p:spPr>
          <a:xfrm>
            <a:off x="57607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3" name="Shape 1891"/>
          <p:cNvSpPr/>
          <p:nvPr/>
        </p:nvSpPr>
        <p:spPr>
          <a:xfrm>
            <a:off x="58704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4" name="Shape 1892"/>
          <p:cNvSpPr/>
          <p:nvPr/>
        </p:nvSpPr>
        <p:spPr>
          <a:xfrm>
            <a:off x="59801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5" name="Shape 1893"/>
          <p:cNvSpPr/>
          <p:nvPr/>
        </p:nvSpPr>
        <p:spPr>
          <a:xfrm>
            <a:off x="60899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6" name="Shape 1894"/>
          <p:cNvSpPr/>
          <p:nvPr/>
        </p:nvSpPr>
        <p:spPr>
          <a:xfrm>
            <a:off x="61996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7" name="Shape 1895"/>
          <p:cNvSpPr/>
          <p:nvPr/>
        </p:nvSpPr>
        <p:spPr>
          <a:xfrm>
            <a:off x="63093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8" name="Shape 1896"/>
          <p:cNvSpPr/>
          <p:nvPr/>
        </p:nvSpPr>
        <p:spPr>
          <a:xfrm>
            <a:off x="64190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9" name="Shape 1897"/>
          <p:cNvSpPr/>
          <p:nvPr/>
        </p:nvSpPr>
        <p:spPr>
          <a:xfrm>
            <a:off x="65288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0" name="Shape 1898"/>
          <p:cNvSpPr/>
          <p:nvPr/>
        </p:nvSpPr>
        <p:spPr>
          <a:xfrm>
            <a:off x="66385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1" name="Shape 1899"/>
          <p:cNvSpPr/>
          <p:nvPr/>
        </p:nvSpPr>
        <p:spPr>
          <a:xfrm>
            <a:off x="67482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2" name="Shape 1900"/>
          <p:cNvSpPr/>
          <p:nvPr/>
        </p:nvSpPr>
        <p:spPr>
          <a:xfrm>
            <a:off x="68580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3" name="Shape 1901"/>
          <p:cNvSpPr/>
          <p:nvPr/>
        </p:nvSpPr>
        <p:spPr>
          <a:xfrm>
            <a:off x="69677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4" name="Shape 1902"/>
          <p:cNvSpPr/>
          <p:nvPr/>
        </p:nvSpPr>
        <p:spPr>
          <a:xfrm>
            <a:off x="70774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5" name="Shape 1903"/>
          <p:cNvSpPr/>
          <p:nvPr/>
        </p:nvSpPr>
        <p:spPr>
          <a:xfrm>
            <a:off x="71871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6" name="Shape 1904"/>
          <p:cNvSpPr/>
          <p:nvPr/>
        </p:nvSpPr>
        <p:spPr>
          <a:xfrm>
            <a:off x="72969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7" name="Shape 1905"/>
          <p:cNvSpPr/>
          <p:nvPr/>
        </p:nvSpPr>
        <p:spPr>
          <a:xfrm>
            <a:off x="74066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8" name="Shape 1906"/>
          <p:cNvSpPr/>
          <p:nvPr/>
        </p:nvSpPr>
        <p:spPr>
          <a:xfrm>
            <a:off x="75163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9" name="Shape 1907"/>
          <p:cNvSpPr/>
          <p:nvPr/>
        </p:nvSpPr>
        <p:spPr>
          <a:xfrm>
            <a:off x="76260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0" name="Shape 1908"/>
          <p:cNvSpPr/>
          <p:nvPr/>
        </p:nvSpPr>
        <p:spPr>
          <a:xfrm>
            <a:off x="77358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1" name="Shape 1909"/>
          <p:cNvSpPr/>
          <p:nvPr/>
        </p:nvSpPr>
        <p:spPr>
          <a:xfrm>
            <a:off x="78455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2" name="Shape 1910"/>
          <p:cNvSpPr/>
          <p:nvPr/>
        </p:nvSpPr>
        <p:spPr>
          <a:xfrm>
            <a:off x="79552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3" name="Shape 1911"/>
          <p:cNvSpPr/>
          <p:nvPr/>
        </p:nvSpPr>
        <p:spPr>
          <a:xfrm>
            <a:off x="80650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4" name="Shape 1912"/>
          <p:cNvSpPr/>
          <p:nvPr/>
        </p:nvSpPr>
        <p:spPr>
          <a:xfrm>
            <a:off x="81747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5" name="Shape 1913"/>
          <p:cNvSpPr/>
          <p:nvPr/>
        </p:nvSpPr>
        <p:spPr>
          <a:xfrm>
            <a:off x="82844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6" name="Shape 1914"/>
          <p:cNvSpPr/>
          <p:nvPr/>
        </p:nvSpPr>
        <p:spPr>
          <a:xfrm>
            <a:off x="83941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7" name="Shape 1915"/>
          <p:cNvSpPr/>
          <p:nvPr/>
        </p:nvSpPr>
        <p:spPr>
          <a:xfrm>
            <a:off x="85039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8" name="Shape 1916"/>
          <p:cNvSpPr/>
          <p:nvPr/>
        </p:nvSpPr>
        <p:spPr>
          <a:xfrm>
            <a:off x="86136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9" name="Shape 1917"/>
          <p:cNvSpPr/>
          <p:nvPr/>
        </p:nvSpPr>
        <p:spPr>
          <a:xfrm>
            <a:off x="87233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0" name="Shape 1918"/>
          <p:cNvSpPr/>
          <p:nvPr/>
        </p:nvSpPr>
        <p:spPr>
          <a:xfrm>
            <a:off x="88331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1" name="Shape 1919"/>
          <p:cNvSpPr/>
          <p:nvPr/>
        </p:nvSpPr>
        <p:spPr>
          <a:xfrm>
            <a:off x="89428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2" name="Shape 1920"/>
          <p:cNvSpPr/>
          <p:nvPr/>
        </p:nvSpPr>
        <p:spPr>
          <a:xfrm>
            <a:off x="90525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3" name="Shape 1921"/>
          <p:cNvSpPr/>
          <p:nvPr/>
        </p:nvSpPr>
        <p:spPr>
          <a:xfrm>
            <a:off x="91622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8" name="Shape 1946"/>
          <p:cNvSpPr/>
          <p:nvPr/>
        </p:nvSpPr>
        <p:spPr>
          <a:xfrm>
            <a:off x="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9" name="Shape 1947"/>
          <p:cNvSpPr/>
          <p:nvPr/>
        </p:nvSpPr>
        <p:spPr>
          <a:xfrm>
            <a:off x="1097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0" name="Shape 1948"/>
          <p:cNvSpPr/>
          <p:nvPr/>
        </p:nvSpPr>
        <p:spPr>
          <a:xfrm>
            <a:off x="2194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1" name="Shape 1949"/>
          <p:cNvSpPr/>
          <p:nvPr/>
        </p:nvSpPr>
        <p:spPr>
          <a:xfrm>
            <a:off x="3291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2" name="Shape 1950"/>
          <p:cNvSpPr/>
          <p:nvPr/>
        </p:nvSpPr>
        <p:spPr>
          <a:xfrm>
            <a:off x="4389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3" name="Shape 1951"/>
          <p:cNvSpPr/>
          <p:nvPr/>
        </p:nvSpPr>
        <p:spPr>
          <a:xfrm>
            <a:off x="5486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4" name="Shape 1952"/>
          <p:cNvSpPr/>
          <p:nvPr/>
        </p:nvSpPr>
        <p:spPr>
          <a:xfrm>
            <a:off x="6583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5" name="Shape 1953"/>
          <p:cNvSpPr/>
          <p:nvPr/>
        </p:nvSpPr>
        <p:spPr>
          <a:xfrm>
            <a:off x="7680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6" name="Shape 1954"/>
          <p:cNvSpPr/>
          <p:nvPr/>
        </p:nvSpPr>
        <p:spPr>
          <a:xfrm>
            <a:off x="8778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7" name="Shape 1955"/>
          <p:cNvSpPr/>
          <p:nvPr/>
        </p:nvSpPr>
        <p:spPr>
          <a:xfrm>
            <a:off x="9875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8" name="Shape 1956"/>
          <p:cNvSpPr/>
          <p:nvPr/>
        </p:nvSpPr>
        <p:spPr>
          <a:xfrm>
            <a:off x="10972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9" name="Shape 1957"/>
          <p:cNvSpPr/>
          <p:nvPr/>
        </p:nvSpPr>
        <p:spPr>
          <a:xfrm>
            <a:off x="12070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0" name="Shape 1958"/>
          <p:cNvSpPr/>
          <p:nvPr/>
        </p:nvSpPr>
        <p:spPr>
          <a:xfrm>
            <a:off x="13167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1" name="Shape 1959"/>
          <p:cNvSpPr/>
          <p:nvPr/>
        </p:nvSpPr>
        <p:spPr>
          <a:xfrm>
            <a:off x="14264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2" name="Shape 1960"/>
          <p:cNvSpPr/>
          <p:nvPr/>
        </p:nvSpPr>
        <p:spPr>
          <a:xfrm>
            <a:off x="15361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3" name="Shape 1961"/>
          <p:cNvSpPr/>
          <p:nvPr/>
        </p:nvSpPr>
        <p:spPr>
          <a:xfrm>
            <a:off x="16459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4" name="Shape 1962"/>
          <p:cNvSpPr/>
          <p:nvPr/>
        </p:nvSpPr>
        <p:spPr>
          <a:xfrm>
            <a:off x="17556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5" name="Shape 1963"/>
          <p:cNvSpPr/>
          <p:nvPr/>
        </p:nvSpPr>
        <p:spPr>
          <a:xfrm>
            <a:off x="18653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6" name="Shape 1964"/>
          <p:cNvSpPr/>
          <p:nvPr/>
        </p:nvSpPr>
        <p:spPr>
          <a:xfrm>
            <a:off x="19751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7" name="Shape 1965"/>
          <p:cNvSpPr/>
          <p:nvPr/>
        </p:nvSpPr>
        <p:spPr>
          <a:xfrm>
            <a:off x="20848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8" name="Shape 1966"/>
          <p:cNvSpPr/>
          <p:nvPr/>
        </p:nvSpPr>
        <p:spPr>
          <a:xfrm>
            <a:off x="21945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9" name="Shape 1967"/>
          <p:cNvSpPr/>
          <p:nvPr/>
        </p:nvSpPr>
        <p:spPr>
          <a:xfrm>
            <a:off x="23042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0" name="Shape 1968"/>
          <p:cNvSpPr/>
          <p:nvPr/>
        </p:nvSpPr>
        <p:spPr>
          <a:xfrm>
            <a:off x="24140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1" name="Shape 1969"/>
          <p:cNvSpPr/>
          <p:nvPr/>
        </p:nvSpPr>
        <p:spPr>
          <a:xfrm>
            <a:off x="25237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2" name="Shape 1970"/>
          <p:cNvSpPr/>
          <p:nvPr/>
        </p:nvSpPr>
        <p:spPr>
          <a:xfrm>
            <a:off x="26334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3" name="Shape 1971"/>
          <p:cNvSpPr/>
          <p:nvPr/>
        </p:nvSpPr>
        <p:spPr>
          <a:xfrm>
            <a:off x="27432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4" name="Shape 1972"/>
          <p:cNvSpPr/>
          <p:nvPr/>
        </p:nvSpPr>
        <p:spPr>
          <a:xfrm>
            <a:off x="28529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5" name="Shape 1973"/>
          <p:cNvSpPr/>
          <p:nvPr/>
        </p:nvSpPr>
        <p:spPr>
          <a:xfrm>
            <a:off x="29626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6" name="Shape 1974"/>
          <p:cNvSpPr/>
          <p:nvPr/>
        </p:nvSpPr>
        <p:spPr>
          <a:xfrm>
            <a:off x="30723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7" name="Shape 1975"/>
          <p:cNvSpPr/>
          <p:nvPr/>
        </p:nvSpPr>
        <p:spPr>
          <a:xfrm>
            <a:off x="31821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8" name="Shape 1976"/>
          <p:cNvSpPr/>
          <p:nvPr/>
        </p:nvSpPr>
        <p:spPr>
          <a:xfrm>
            <a:off x="32918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9" name="Shape 1977"/>
          <p:cNvSpPr/>
          <p:nvPr/>
        </p:nvSpPr>
        <p:spPr>
          <a:xfrm>
            <a:off x="34015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0" name="Shape 1978"/>
          <p:cNvSpPr/>
          <p:nvPr/>
        </p:nvSpPr>
        <p:spPr>
          <a:xfrm>
            <a:off x="35112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1" name="Shape 1979"/>
          <p:cNvSpPr/>
          <p:nvPr/>
        </p:nvSpPr>
        <p:spPr>
          <a:xfrm>
            <a:off x="36210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2" name="Shape 1980"/>
          <p:cNvSpPr/>
          <p:nvPr/>
        </p:nvSpPr>
        <p:spPr>
          <a:xfrm>
            <a:off x="37307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3" name="Shape 1981"/>
          <p:cNvSpPr/>
          <p:nvPr/>
        </p:nvSpPr>
        <p:spPr>
          <a:xfrm>
            <a:off x="38404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4" name="Shape 1982"/>
          <p:cNvSpPr/>
          <p:nvPr/>
        </p:nvSpPr>
        <p:spPr>
          <a:xfrm>
            <a:off x="39502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5" name="Shape 1983"/>
          <p:cNvSpPr/>
          <p:nvPr/>
        </p:nvSpPr>
        <p:spPr>
          <a:xfrm>
            <a:off x="40599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6" name="Shape 1984"/>
          <p:cNvSpPr/>
          <p:nvPr/>
        </p:nvSpPr>
        <p:spPr>
          <a:xfrm>
            <a:off x="41696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7" name="Shape 1985"/>
          <p:cNvSpPr/>
          <p:nvPr/>
        </p:nvSpPr>
        <p:spPr>
          <a:xfrm>
            <a:off x="42793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8" name="Shape 1986"/>
          <p:cNvSpPr/>
          <p:nvPr/>
        </p:nvSpPr>
        <p:spPr>
          <a:xfrm>
            <a:off x="43891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9" name="Shape 1987"/>
          <p:cNvSpPr/>
          <p:nvPr/>
        </p:nvSpPr>
        <p:spPr>
          <a:xfrm>
            <a:off x="44988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0" name="Shape 1988"/>
          <p:cNvSpPr/>
          <p:nvPr/>
        </p:nvSpPr>
        <p:spPr>
          <a:xfrm>
            <a:off x="46085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1" name="Shape 1989"/>
          <p:cNvSpPr/>
          <p:nvPr/>
        </p:nvSpPr>
        <p:spPr>
          <a:xfrm>
            <a:off x="47183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2" name="Shape 1990"/>
          <p:cNvSpPr/>
          <p:nvPr/>
        </p:nvSpPr>
        <p:spPr>
          <a:xfrm>
            <a:off x="48280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3" name="Shape 1991"/>
          <p:cNvSpPr/>
          <p:nvPr/>
        </p:nvSpPr>
        <p:spPr>
          <a:xfrm>
            <a:off x="49377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4" name="Shape 1992"/>
          <p:cNvSpPr/>
          <p:nvPr/>
        </p:nvSpPr>
        <p:spPr>
          <a:xfrm>
            <a:off x="50474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5" name="Shape 1993"/>
          <p:cNvSpPr/>
          <p:nvPr/>
        </p:nvSpPr>
        <p:spPr>
          <a:xfrm>
            <a:off x="51572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6" name="Shape 1994"/>
          <p:cNvSpPr/>
          <p:nvPr/>
        </p:nvSpPr>
        <p:spPr>
          <a:xfrm>
            <a:off x="52669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7" name="Shape 1995"/>
          <p:cNvSpPr/>
          <p:nvPr/>
        </p:nvSpPr>
        <p:spPr>
          <a:xfrm>
            <a:off x="53766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8" name="Shape 1996"/>
          <p:cNvSpPr/>
          <p:nvPr/>
        </p:nvSpPr>
        <p:spPr>
          <a:xfrm>
            <a:off x="54864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9" name="Shape 1997"/>
          <p:cNvSpPr/>
          <p:nvPr/>
        </p:nvSpPr>
        <p:spPr>
          <a:xfrm>
            <a:off x="55961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0" name="Shape 1998"/>
          <p:cNvSpPr/>
          <p:nvPr/>
        </p:nvSpPr>
        <p:spPr>
          <a:xfrm>
            <a:off x="57058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1" name="Shape 1999"/>
          <p:cNvSpPr/>
          <p:nvPr/>
        </p:nvSpPr>
        <p:spPr>
          <a:xfrm>
            <a:off x="58155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2" name="Shape 2000"/>
          <p:cNvSpPr/>
          <p:nvPr/>
        </p:nvSpPr>
        <p:spPr>
          <a:xfrm>
            <a:off x="59253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3" name="Shape 2001"/>
          <p:cNvSpPr/>
          <p:nvPr/>
        </p:nvSpPr>
        <p:spPr>
          <a:xfrm>
            <a:off x="60350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4" name="Shape 2002"/>
          <p:cNvSpPr/>
          <p:nvPr/>
        </p:nvSpPr>
        <p:spPr>
          <a:xfrm>
            <a:off x="61447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5" name="Shape 2003"/>
          <p:cNvSpPr/>
          <p:nvPr/>
        </p:nvSpPr>
        <p:spPr>
          <a:xfrm>
            <a:off x="62544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6" name="Shape 2004"/>
          <p:cNvSpPr/>
          <p:nvPr/>
        </p:nvSpPr>
        <p:spPr>
          <a:xfrm>
            <a:off x="63642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7" name="Shape 2005"/>
          <p:cNvSpPr/>
          <p:nvPr/>
        </p:nvSpPr>
        <p:spPr>
          <a:xfrm>
            <a:off x="64739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8" name="Shape 2006"/>
          <p:cNvSpPr/>
          <p:nvPr/>
        </p:nvSpPr>
        <p:spPr>
          <a:xfrm>
            <a:off x="65836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9" name="Shape 2007"/>
          <p:cNvSpPr/>
          <p:nvPr/>
        </p:nvSpPr>
        <p:spPr>
          <a:xfrm>
            <a:off x="66934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0" name="Shape 2008"/>
          <p:cNvSpPr/>
          <p:nvPr/>
        </p:nvSpPr>
        <p:spPr>
          <a:xfrm>
            <a:off x="68031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1" name="Shape 2009"/>
          <p:cNvSpPr/>
          <p:nvPr/>
        </p:nvSpPr>
        <p:spPr>
          <a:xfrm>
            <a:off x="69128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2" name="Shape 2010"/>
          <p:cNvSpPr/>
          <p:nvPr/>
        </p:nvSpPr>
        <p:spPr>
          <a:xfrm>
            <a:off x="70225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3" name="Shape 2011"/>
          <p:cNvSpPr/>
          <p:nvPr/>
        </p:nvSpPr>
        <p:spPr>
          <a:xfrm>
            <a:off x="71323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4" name="Shape 2012"/>
          <p:cNvSpPr/>
          <p:nvPr/>
        </p:nvSpPr>
        <p:spPr>
          <a:xfrm>
            <a:off x="72420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5" name="Shape 2013"/>
          <p:cNvSpPr/>
          <p:nvPr/>
        </p:nvSpPr>
        <p:spPr>
          <a:xfrm>
            <a:off x="73517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6" name="Shape 2014"/>
          <p:cNvSpPr/>
          <p:nvPr/>
        </p:nvSpPr>
        <p:spPr>
          <a:xfrm>
            <a:off x="74615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7" name="Shape 2015"/>
          <p:cNvSpPr/>
          <p:nvPr/>
        </p:nvSpPr>
        <p:spPr>
          <a:xfrm>
            <a:off x="75712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8" name="Shape 2016"/>
          <p:cNvSpPr/>
          <p:nvPr/>
        </p:nvSpPr>
        <p:spPr>
          <a:xfrm>
            <a:off x="76809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9" name="Shape 2017"/>
          <p:cNvSpPr/>
          <p:nvPr/>
        </p:nvSpPr>
        <p:spPr>
          <a:xfrm>
            <a:off x="77906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0" name="Shape 2018"/>
          <p:cNvSpPr/>
          <p:nvPr/>
        </p:nvSpPr>
        <p:spPr>
          <a:xfrm>
            <a:off x="79004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1" name="Shape 2019"/>
          <p:cNvSpPr/>
          <p:nvPr/>
        </p:nvSpPr>
        <p:spPr>
          <a:xfrm>
            <a:off x="80101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2" name="Shape 2020"/>
          <p:cNvSpPr/>
          <p:nvPr/>
        </p:nvSpPr>
        <p:spPr>
          <a:xfrm>
            <a:off x="81198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3" name="Shape 2021"/>
          <p:cNvSpPr/>
          <p:nvPr/>
        </p:nvSpPr>
        <p:spPr>
          <a:xfrm>
            <a:off x="82296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4" name="Shape 2022"/>
          <p:cNvSpPr/>
          <p:nvPr/>
        </p:nvSpPr>
        <p:spPr>
          <a:xfrm>
            <a:off x="83393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5" name="Shape 2023"/>
          <p:cNvSpPr/>
          <p:nvPr/>
        </p:nvSpPr>
        <p:spPr>
          <a:xfrm>
            <a:off x="84490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6" name="Shape 2024"/>
          <p:cNvSpPr/>
          <p:nvPr/>
        </p:nvSpPr>
        <p:spPr>
          <a:xfrm>
            <a:off x="85587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7" name="Shape 2025"/>
          <p:cNvSpPr/>
          <p:nvPr/>
        </p:nvSpPr>
        <p:spPr>
          <a:xfrm>
            <a:off x="86685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8" name="Shape 2026"/>
          <p:cNvSpPr/>
          <p:nvPr/>
        </p:nvSpPr>
        <p:spPr>
          <a:xfrm>
            <a:off x="87782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9" name="Shape 2027"/>
          <p:cNvSpPr/>
          <p:nvPr/>
        </p:nvSpPr>
        <p:spPr>
          <a:xfrm>
            <a:off x="88879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0" name="Shape 2028"/>
          <p:cNvSpPr/>
          <p:nvPr/>
        </p:nvSpPr>
        <p:spPr>
          <a:xfrm>
            <a:off x="89976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1" name="Shape 2029"/>
          <p:cNvSpPr/>
          <p:nvPr/>
        </p:nvSpPr>
        <p:spPr>
          <a:xfrm>
            <a:off x="91074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6" name="Shape 2054"/>
          <p:cNvSpPr/>
          <p:nvPr/>
        </p:nvSpPr>
        <p:spPr>
          <a:xfrm>
            <a:off x="548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7" name="Shape 2055"/>
          <p:cNvSpPr/>
          <p:nvPr/>
        </p:nvSpPr>
        <p:spPr>
          <a:xfrm>
            <a:off x="1645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8" name="Shape 2056"/>
          <p:cNvSpPr/>
          <p:nvPr/>
        </p:nvSpPr>
        <p:spPr>
          <a:xfrm>
            <a:off x="2743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9" name="Shape 2057"/>
          <p:cNvSpPr/>
          <p:nvPr/>
        </p:nvSpPr>
        <p:spPr>
          <a:xfrm>
            <a:off x="3840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0" name="Shape 2058"/>
          <p:cNvSpPr/>
          <p:nvPr/>
        </p:nvSpPr>
        <p:spPr>
          <a:xfrm>
            <a:off x="4937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1" name="Shape 2059"/>
          <p:cNvSpPr/>
          <p:nvPr/>
        </p:nvSpPr>
        <p:spPr>
          <a:xfrm>
            <a:off x="6035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2" name="Shape 2060"/>
          <p:cNvSpPr/>
          <p:nvPr/>
        </p:nvSpPr>
        <p:spPr>
          <a:xfrm>
            <a:off x="7132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3" name="Shape 2061"/>
          <p:cNvSpPr/>
          <p:nvPr/>
        </p:nvSpPr>
        <p:spPr>
          <a:xfrm>
            <a:off x="8229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4" name="Shape 2062"/>
          <p:cNvSpPr/>
          <p:nvPr/>
        </p:nvSpPr>
        <p:spPr>
          <a:xfrm>
            <a:off x="9326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5" name="Shape 2063"/>
          <p:cNvSpPr/>
          <p:nvPr/>
        </p:nvSpPr>
        <p:spPr>
          <a:xfrm>
            <a:off x="10424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6" name="Shape 2064"/>
          <p:cNvSpPr/>
          <p:nvPr/>
        </p:nvSpPr>
        <p:spPr>
          <a:xfrm>
            <a:off x="11521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7" name="Shape 2065"/>
          <p:cNvSpPr/>
          <p:nvPr/>
        </p:nvSpPr>
        <p:spPr>
          <a:xfrm>
            <a:off x="12618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8" name="Shape 2066"/>
          <p:cNvSpPr/>
          <p:nvPr/>
        </p:nvSpPr>
        <p:spPr>
          <a:xfrm>
            <a:off x="13716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9" name="Shape 2067"/>
          <p:cNvSpPr/>
          <p:nvPr/>
        </p:nvSpPr>
        <p:spPr>
          <a:xfrm>
            <a:off x="14813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0" name="Shape 2068"/>
          <p:cNvSpPr/>
          <p:nvPr/>
        </p:nvSpPr>
        <p:spPr>
          <a:xfrm>
            <a:off x="15910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1" name="Shape 2069"/>
          <p:cNvSpPr/>
          <p:nvPr/>
        </p:nvSpPr>
        <p:spPr>
          <a:xfrm>
            <a:off x="17007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2" name="Shape 2070"/>
          <p:cNvSpPr/>
          <p:nvPr/>
        </p:nvSpPr>
        <p:spPr>
          <a:xfrm>
            <a:off x="18105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3" name="Shape 2071"/>
          <p:cNvSpPr/>
          <p:nvPr/>
        </p:nvSpPr>
        <p:spPr>
          <a:xfrm>
            <a:off x="19202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4" name="Shape 2072"/>
          <p:cNvSpPr/>
          <p:nvPr/>
        </p:nvSpPr>
        <p:spPr>
          <a:xfrm>
            <a:off x="20299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5" name="Shape 2073"/>
          <p:cNvSpPr/>
          <p:nvPr/>
        </p:nvSpPr>
        <p:spPr>
          <a:xfrm>
            <a:off x="21396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6" name="Shape 2074"/>
          <p:cNvSpPr/>
          <p:nvPr/>
        </p:nvSpPr>
        <p:spPr>
          <a:xfrm>
            <a:off x="22494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7" name="Shape 2075"/>
          <p:cNvSpPr/>
          <p:nvPr/>
        </p:nvSpPr>
        <p:spPr>
          <a:xfrm>
            <a:off x="23591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8" name="Shape 2076"/>
          <p:cNvSpPr/>
          <p:nvPr/>
        </p:nvSpPr>
        <p:spPr>
          <a:xfrm>
            <a:off x="24688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9" name="Shape 2077"/>
          <p:cNvSpPr/>
          <p:nvPr/>
        </p:nvSpPr>
        <p:spPr>
          <a:xfrm>
            <a:off x="25786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0" name="Shape 2078"/>
          <p:cNvSpPr/>
          <p:nvPr/>
        </p:nvSpPr>
        <p:spPr>
          <a:xfrm>
            <a:off x="26883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1" name="Shape 2079"/>
          <p:cNvSpPr/>
          <p:nvPr/>
        </p:nvSpPr>
        <p:spPr>
          <a:xfrm>
            <a:off x="27980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2" name="Shape 2080"/>
          <p:cNvSpPr/>
          <p:nvPr/>
        </p:nvSpPr>
        <p:spPr>
          <a:xfrm>
            <a:off x="29077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3" name="Shape 2081"/>
          <p:cNvSpPr/>
          <p:nvPr/>
        </p:nvSpPr>
        <p:spPr>
          <a:xfrm>
            <a:off x="30175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4" name="Shape 2082"/>
          <p:cNvSpPr/>
          <p:nvPr/>
        </p:nvSpPr>
        <p:spPr>
          <a:xfrm>
            <a:off x="31272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5" name="Shape 2083"/>
          <p:cNvSpPr/>
          <p:nvPr/>
        </p:nvSpPr>
        <p:spPr>
          <a:xfrm>
            <a:off x="32369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6" name="Shape 2084"/>
          <p:cNvSpPr/>
          <p:nvPr/>
        </p:nvSpPr>
        <p:spPr>
          <a:xfrm>
            <a:off x="33467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7" name="Shape 2085"/>
          <p:cNvSpPr/>
          <p:nvPr/>
        </p:nvSpPr>
        <p:spPr>
          <a:xfrm>
            <a:off x="34564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8" name="Shape 2086"/>
          <p:cNvSpPr/>
          <p:nvPr/>
        </p:nvSpPr>
        <p:spPr>
          <a:xfrm>
            <a:off x="35661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9" name="Shape 2087"/>
          <p:cNvSpPr/>
          <p:nvPr/>
        </p:nvSpPr>
        <p:spPr>
          <a:xfrm>
            <a:off x="36758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0" name="Shape 2088"/>
          <p:cNvSpPr/>
          <p:nvPr/>
        </p:nvSpPr>
        <p:spPr>
          <a:xfrm>
            <a:off x="37856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1" name="Shape 2089"/>
          <p:cNvSpPr/>
          <p:nvPr/>
        </p:nvSpPr>
        <p:spPr>
          <a:xfrm>
            <a:off x="38953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2" name="Shape 2090"/>
          <p:cNvSpPr/>
          <p:nvPr/>
        </p:nvSpPr>
        <p:spPr>
          <a:xfrm>
            <a:off x="40050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3" name="Shape 2091"/>
          <p:cNvSpPr/>
          <p:nvPr/>
        </p:nvSpPr>
        <p:spPr>
          <a:xfrm>
            <a:off x="41148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4" name="Shape 2092"/>
          <p:cNvSpPr/>
          <p:nvPr/>
        </p:nvSpPr>
        <p:spPr>
          <a:xfrm>
            <a:off x="42245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5" name="Shape 2093"/>
          <p:cNvSpPr/>
          <p:nvPr/>
        </p:nvSpPr>
        <p:spPr>
          <a:xfrm>
            <a:off x="43342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6" name="Shape 2094"/>
          <p:cNvSpPr/>
          <p:nvPr/>
        </p:nvSpPr>
        <p:spPr>
          <a:xfrm>
            <a:off x="44439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7" name="Shape 2095"/>
          <p:cNvSpPr/>
          <p:nvPr/>
        </p:nvSpPr>
        <p:spPr>
          <a:xfrm>
            <a:off x="45537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8" name="Shape 2096"/>
          <p:cNvSpPr/>
          <p:nvPr/>
        </p:nvSpPr>
        <p:spPr>
          <a:xfrm>
            <a:off x="46634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9" name="Shape 2097"/>
          <p:cNvSpPr/>
          <p:nvPr/>
        </p:nvSpPr>
        <p:spPr>
          <a:xfrm>
            <a:off x="47731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0" name="Shape 2098"/>
          <p:cNvSpPr/>
          <p:nvPr/>
        </p:nvSpPr>
        <p:spPr>
          <a:xfrm>
            <a:off x="48828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1" name="Shape 2099"/>
          <p:cNvSpPr/>
          <p:nvPr/>
        </p:nvSpPr>
        <p:spPr>
          <a:xfrm>
            <a:off x="49926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2" name="Shape 2100"/>
          <p:cNvSpPr/>
          <p:nvPr/>
        </p:nvSpPr>
        <p:spPr>
          <a:xfrm>
            <a:off x="51023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3" name="Shape 2101"/>
          <p:cNvSpPr/>
          <p:nvPr/>
        </p:nvSpPr>
        <p:spPr>
          <a:xfrm>
            <a:off x="52120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4" name="Shape 2102"/>
          <p:cNvSpPr/>
          <p:nvPr/>
        </p:nvSpPr>
        <p:spPr>
          <a:xfrm>
            <a:off x="53218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5" name="Shape 2103"/>
          <p:cNvSpPr/>
          <p:nvPr/>
        </p:nvSpPr>
        <p:spPr>
          <a:xfrm>
            <a:off x="54315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6" name="Shape 2104"/>
          <p:cNvSpPr/>
          <p:nvPr/>
        </p:nvSpPr>
        <p:spPr>
          <a:xfrm>
            <a:off x="55412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7" name="Shape 2105"/>
          <p:cNvSpPr/>
          <p:nvPr/>
        </p:nvSpPr>
        <p:spPr>
          <a:xfrm>
            <a:off x="56509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8" name="Shape 2106"/>
          <p:cNvSpPr/>
          <p:nvPr/>
        </p:nvSpPr>
        <p:spPr>
          <a:xfrm>
            <a:off x="57607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9" name="Shape 2107"/>
          <p:cNvSpPr/>
          <p:nvPr/>
        </p:nvSpPr>
        <p:spPr>
          <a:xfrm>
            <a:off x="58704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0" name="Shape 2108"/>
          <p:cNvSpPr/>
          <p:nvPr/>
        </p:nvSpPr>
        <p:spPr>
          <a:xfrm>
            <a:off x="59801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1" name="Shape 2109"/>
          <p:cNvSpPr/>
          <p:nvPr/>
        </p:nvSpPr>
        <p:spPr>
          <a:xfrm>
            <a:off x="60899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2" name="Shape 2110"/>
          <p:cNvSpPr/>
          <p:nvPr/>
        </p:nvSpPr>
        <p:spPr>
          <a:xfrm>
            <a:off x="61996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3" name="Shape 2111"/>
          <p:cNvSpPr/>
          <p:nvPr/>
        </p:nvSpPr>
        <p:spPr>
          <a:xfrm>
            <a:off x="63093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4" name="Shape 2112"/>
          <p:cNvSpPr/>
          <p:nvPr/>
        </p:nvSpPr>
        <p:spPr>
          <a:xfrm>
            <a:off x="64190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5" name="Shape 2113"/>
          <p:cNvSpPr/>
          <p:nvPr/>
        </p:nvSpPr>
        <p:spPr>
          <a:xfrm>
            <a:off x="65288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6" name="Shape 2114"/>
          <p:cNvSpPr/>
          <p:nvPr/>
        </p:nvSpPr>
        <p:spPr>
          <a:xfrm>
            <a:off x="66385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7" name="Shape 2115"/>
          <p:cNvSpPr/>
          <p:nvPr/>
        </p:nvSpPr>
        <p:spPr>
          <a:xfrm>
            <a:off x="67482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8" name="Shape 2116"/>
          <p:cNvSpPr/>
          <p:nvPr/>
        </p:nvSpPr>
        <p:spPr>
          <a:xfrm>
            <a:off x="68580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9" name="Shape 2117"/>
          <p:cNvSpPr/>
          <p:nvPr/>
        </p:nvSpPr>
        <p:spPr>
          <a:xfrm>
            <a:off x="69677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0" name="Shape 2118"/>
          <p:cNvSpPr/>
          <p:nvPr/>
        </p:nvSpPr>
        <p:spPr>
          <a:xfrm>
            <a:off x="70774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1" name="Shape 2119"/>
          <p:cNvSpPr/>
          <p:nvPr/>
        </p:nvSpPr>
        <p:spPr>
          <a:xfrm>
            <a:off x="71871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2" name="Shape 2120"/>
          <p:cNvSpPr/>
          <p:nvPr/>
        </p:nvSpPr>
        <p:spPr>
          <a:xfrm>
            <a:off x="72969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3" name="Shape 2121"/>
          <p:cNvSpPr/>
          <p:nvPr/>
        </p:nvSpPr>
        <p:spPr>
          <a:xfrm>
            <a:off x="74066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4" name="Shape 2122"/>
          <p:cNvSpPr/>
          <p:nvPr/>
        </p:nvSpPr>
        <p:spPr>
          <a:xfrm>
            <a:off x="75163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5" name="Shape 2123"/>
          <p:cNvSpPr/>
          <p:nvPr/>
        </p:nvSpPr>
        <p:spPr>
          <a:xfrm>
            <a:off x="76260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6" name="Shape 2124"/>
          <p:cNvSpPr/>
          <p:nvPr/>
        </p:nvSpPr>
        <p:spPr>
          <a:xfrm>
            <a:off x="77358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7" name="Shape 2125"/>
          <p:cNvSpPr/>
          <p:nvPr/>
        </p:nvSpPr>
        <p:spPr>
          <a:xfrm>
            <a:off x="78455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8" name="Shape 2126"/>
          <p:cNvSpPr/>
          <p:nvPr/>
        </p:nvSpPr>
        <p:spPr>
          <a:xfrm>
            <a:off x="79552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9" name="Shape 2127"/>
          <p:cNvSpPr/>
          <p:nvPr/>
        </p:nvSpPr>
        <p:spPr>
          <a:xfrm>
            <a:off x="80650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0" name="Shape 2128"/>
          <p:cNvSpPr/>
          <p:nvPr/>
        </p:nvSpPr>
        <p:spPr>
          <a:xfrm>
            <a:off x="81747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1" name="Shape 2129"/>
          <p:cNvSpPr/>
          <p:nvPr/>
        </p:nvSpPr>
        <p:spPr>
          <a:xfrm>
            <a:off x="82844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2" name="Shape 2130"/>
          <p:cNvSpPr/>
          <p:nvPr/>
        </p:nvSpPr>
        <p:spPr>
          <a:xfrm>
            <a:off x="83941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3" name="Shape 2131"/>
          <p:cNvSpPr/>
          <p:nvPr/>
        </p:nvSpPr>
        <p:spPr>
          <a:xfrm>
            <a:off x="85039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4" name="Shape 2132"/>
          <p:cNvSpPr/>
          <p:nvPr/>
        </p:nvSpPr>
        <p:spPr>
          <a:xfrm>
            <a:off x="86136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5" name="Shape 2133"/>
          <p:cNvSpPr/>
          <p:nvPr/>
        </p:nvSpPr>
        <p:spPr>
          <a:xfrm>
            <a:off x="87233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6" name="Shape 2134"/>
          <p:cNvSpPr/>
          <p:nvPr/>
        </p:nvSpPr>
        <p:spPr>
          <a:xfrm>
            <a:off x="88331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7" name="Shape 2135"/>
          <p:cNvSpPr/>
          <p:nvPr/>
        </p:nvSpPr>
        <p:spPr>
          <a:xfrm>
            <a:off x="89428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8" name="Shape 2136"/>
          <p:cNvSpPr/>
          <p:nvPr/>
        </p:nvSpPr>
        <p:spPr>
          <a:xfrm>
            <a:off x="90525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9" name="Shape 2137"/>
          <p:cNvSpPr/>
          <p:nvPr/>
        </p:nvSpPr>
        <p:spPr>
          <a:xfrm>
            <a:off x="91622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4" name="Shape 2162"/>
          <p:cNvSpPr/>
          <p:nvPr/>
        </p:nvSpPr>
        <p:spPr>
          <a:xfrm>
            <a:off x="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5" name="Shape 2163"/>
          <p:cNvSpPr/>
          <p:nvPr/>
        </p:nvSpPr>
        <p:spPr>
          <a:xfrm>
            <a:off x="1097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6" name="Shape 2164"/>
          <p:cNvSpPr/>
          <p:nvPr/>
        </p:nvSpPr>
        <p:spPr>
          <a:xfrm>
            <a:off x="2194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7" name="Shape 2165"/>
          <p:cNvSpPr/>
          <p:nvPr/>
        </p:nvSpPr>
        <p:spPr>
          <a:xfrm>
            <a:off x="3291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8" name="Shape 2166"/>
          <p:cNvSpPr/>
          <p:nvPr/>
        </p:nvSpPr>
        <p:spPr>
          <a:xfrm>
            <a:off x="4389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9" name="Shape 2167"/>
          <p:cNvSpPr/>
          <p:nvPr/>
        </p:nvSpPr>
        <p:spPr>
          <a:xfrm>
            <a:off x="5486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0" name="Shape 2168"/>
          <p:cNvSpPr/>
          <p:nvPr/>
        </p:nvSpPr>
        <p:spPr>
          <a:xfrm>
            <a:off x="6583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1" name="Shape 2169"/>
          <p:cNvSpPr/>
          <p:nvPr/>
        </p:nvSpPr>
        <p:spPr>
          <a:xfrm>
            <a:off x="7680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2" name="Shape 2170"/>
          <p:cNvSpPr/>
          <p:nvPr/>
        </p:nvSpPr>
        <p:spPr>
          <a:xfrm>
            <a:off x="8778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3" name="Shape 2171"/>
          <p:cNvSpPr/>
          <p:nvPr/>
        </p:nvSpPr>
        <p:spPr>
          <a:xfrm>
            <a:off x="9875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4" name="Shape 2172"/>
          <p:cNvSpPr/>
          <p:nvPr/>
        </p:nvSpPr>
        <p:spPr>
          <a:xfrm>
            <a:off x="10972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5" name="Shape 2173"/>
          <p:cNvSpPr/>
          <p:nvPr/>
        </p:nvSpPr>
        <p:spPr>
          <a:xfrm>
            <a:off x="12070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6" name="Shape 2174"/>
          <p:cNvSpPr/>
          <p:nvPr/>
        </p:nvSpPr>
        <p:spPr>
          <a:xfrm>
            <a:off x="13167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7" name="Shape 2175"/>
          <p:cNvSpPr/>
          <p:nvPr/>
        </p:nvSpPr>
        <p:spPr>
          <a:xfrm>
            <a:off x="14264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8" name="Shape 2176"/>
          <p:cNvSpPr/>
          <p:nvPr/>
        </p:nvSpPr>
        <p:spPr>
          <a:xfrm>
            <a:off x="15361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9" name="Shape 2177"/>
          <p:cNvSpPr/>
          <p:nvPr/>
        </p:nvSpPr>
        <p:spPr>
          <a:xfrm>
            <a:off x="16459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0" name="Shape 2178"/>
          <p:cNvSpPr/>
          <p:nvPr/>
        </p:nvSpPr>
        <p:spPr>
          <a:xfrm>
            <a:off x="17556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1" name="Shape 2179"/>
          <p:cNvSpPr/>
          <p:nvPr/>
        </p:nvSpPr>
        <p:spPr>
          <a:xfrm>
            <a:off x="18653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2" name="Shape 2180"/>
          <p:cNvSpPr/>
          <p:nvPr/>
        </p:nvSpPr>
        <p:spPr>
          <a:xfrm>
            <a:off x="19751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3" name="Shape 2181"/>
          <p:cNvSpPr/>
          <p:nvPr/>
        </p:nvSpPr>
        <p:spPr>
          <a:xfrm>
            <a:off x="20848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4" name="Shape 2182"/>
          <p:cNvSpPr/>
          <p:nvPr/>
        </p:nvSpPr>
        <p:spPr>
          <a:xfrm>
            <a:off x="21945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5" name="Shape 2183"/>
          <p:cNvSpPr/>
          <p:nvPr/>
        </p:nvSpPr>
        <p:spPr>
          <a:xfrm>
            <a:off x="23042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6" name="Shape 2184"/>
          <p:cNvSpPr/>
          <p:nvPr/>
        </p:nvSpPr>
        <p:spPr>
          <a:xfrm>
            <a:off x="24140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7" name="Shape 2185"/>
          <p:cNvSpPr/>
          <p:nvPr/>
        </p:nvSpPr>
        <p:spPr>
          <a:xfrm>
            <a:off x="25237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8" name="Shape 2186"/>
          <p:cNvSpPr/>
          <p:nvPr/>
        </p:nvSpPr>
        <p:spPr>
          <a:xfrm>
            <a:off x="26334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9" name="Shape 2187"/>
          <p:cNvSpPr/>
          <p:nvPr/>
        </p:nvSpPr>
        <p:spPr>
          <a:xfrm>
            <a:off x="27432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0" name="Shape 2188"/>
          <p:cNvSpPr/>
          <p:nvPr/>
        </p:nvSpPr>
        <p:spPr>
          <a:xfrm>
            <a:off x="28529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1" name="Shape 2189"/>
          <p:cNvSpPr/>
          <p:nvPr/>
        </p:nvSpPr>
        <p:spPr>
          <a:xfrm>
            <a:off x="29626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2" name="Shape 2190"/>
          <p:cNvSpPr/>
          <p:nvPr/>
        </p:nvSpPr>
        <p:spPr>
          <a:xfrm>
            <a:off x="30723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3" name="Shape 2191"/>
          <p:cNvSpPr/>
          <p:nvPr/>
        </p:nvSpPr>
        <p:spPr>
          <a:xfrm>
            <a:off x="31821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4" name="Shape 2192"/>
          <p:cNvSpPr/>
          <p:nvPr/>
        </p:nvSpPr>
        <p:spPr>
          <a:xfrm>
            <a:off x="32918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5" name="Shape 2193"/>
          <p:cNvSpPr/>
          <p:nvPr/>
        </p:nvSpPr>
        <p:spPr>
          <a:xfrm>
            <a:off x="34015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6" name="Shape 2194"/>
          <p:cNvSpPr/>
          <p:nvPr/>
        </p:nvSpPr>
        <p:spPr>
          <a:xfrm>
            <a:off x="35112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7" name="Shape 2195"/>
          <p:cNvSpPr/>
          <p:nvPr/>
        </p:nvSpPr>
        <p:spPr>
          <a:xfrm>
            <a:off x="36210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8" name="Shape 2196"/>
          <p:cNvSpPr/>
          <p:nvPr/>
        </p:nvSpPr>
        <p:spPr>
          <a:xfrm>
            <a:off x="37307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9" name="Shape 2197"/>
          <p:cNvSpPr/>
          <p:nvPr/>
        </p:nvSpPr>
        <p:spPr>
          <a:xfrm>
            <a:off x="38404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0" name="Shape 2198"/>
          <p:cNvSpPr/>
          <p:nvPr/>
        </p:nvSpPr>
        <p:spPr>
          <a:xfrm>
            <a:off x="39502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1" name="Shape 2199"/>
          <p:cNvSpPr/>
          <p:nvPr/>
        </p:nvSpPr>
        <p:spPr>
          <a:xfrm>
            <a:off x="40599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2" name="Shape 2200"/>
          <p:cNvSpPr/>
          <p:nvPr/>
        </p:nvSpPr>
        <p:spPr>
          <a:xfrm>
            <a:off x="41696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3" name="Shape 2201"/>
          <p:cNvSpPr/>
          <p:nvPr/>
        </p:nvSpPr>
        <p:spPr>
          <a:xfrm>
            <a:off x="42793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4" name="Shape 2202"/>
          <p:cNvSpPr/>
          <p:nvPr/>
        </p:nvSpPr>
        <p:spPr>
          <a:xfrm>
            <a:off x="43891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5" name="Shape 2203"/>
          <p:cNvSpPr/>
          <p:nvPr/>
        </p:nvSpPr>
        <p:spPr>
          <a:xfrm>
            <a:off x="44988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6" name="Shape 2204"/>
          <p:cNvSpPr/>
          <p:nvPr/>
        </p:nvSpPr>
        <p:spPr>
          <a:xfrm>
            <a:off x="46085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7" name="Shape 2205"/>
          <p:cNvSpPr/>
          <p:nvPr/>
        </p:nvSpPr>
        <p:spPr>
          <a:xfrm>
            <a:off x="47183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8" name="Shape 2206"/>
          <p:cNvSpPr/>
          <p:nvPr/>
        </p:nvSpPr>
        <p:spPr>
          <a:xfrm>
            <a:off x="48280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9" name="Shape 2207"/>
          <p:cNvSpPr/>
          <p:nvPr/>
        </p:nvSpPr>
        <p:spPr>
          <a:xfrm>
            <a:off x="49377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0" name="Shape 2208"/>
          <p:cNvSpPr/>
          <p:nvPr/>
        </p:nvSpPr>
        <p:spPr>
          <a:xfrm>
            <a:off x="50474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1" name="Shape 2209"/>
          <p:cNvSpPr/>
          <p:nvPr/>
        </p:nvSpPr>
        <p:spPr>
          <a:xfrm>
            <a:off x="51572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2" name="Shape 2210"/>
          <p:cNvSpPr/>
          <p:nvPr/>
        </p:nvSpPr>
        <p:spPr>
          <a:xfrm>
            <a:off x="52669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3" name="Shape 2211"/>
          <p:cNvSpPr/>
          <p:nvPr/>
        </p:nvSpPr>
        <p:spPr>
          <a:xfrm>
            <a:off x="53766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4" name="Shape 2212"/>
          <p:cNvSpPr/>
          <p:nvPr/>
        </p:nvSpPr>
        <p:spPr>
          <a:xfrm>
            <a:off x="54864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5" name="Shape 2213"/>
          <p:cNvSpPr/>
          <p:nvPr/>
        </p:nvSpPr>
        <p:spPr>
          <a:xfrm>
            <a:off x="55961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6" name="Shape 2214"/>
          <p:cNvSpPr/>
          <p:nvPr/>
        </p:nvSpPr>
        <p:spPr>
          <a:xfrm>
            <a:off x="57058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7" name="Shape 2215"/>
          <p:cNvSpPr/>
          <p:nvPr/>
        </p:nvSpPr>
        <p:spPr>
          <a:xfrm>
            <a:off x="58155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8" name="Shape 2216"/>
          <p:cNvSpPr/>
          <p:nvPr/>
        </p:nvSpPr>
        <p:spPr>
          <a:xfrm>
            <a:off x="59253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9" name="Shape 2217"/>
          <p:cNvSpPr/>
          <p:nvPr/>
        </p:nvSpPr>
        <p:spPr>
          <a:xfrm>
            <a:off x="60350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0" name="Shape 2218"/>
          <p:cNvSpPr/>
          <p:nvPr/>
        </p:nvSpPr>
        <p:spPr>
          <a:xfrm>
            <a:off x="61447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1" name="Shape 2219"/>
          <p:cNvSpPr/>
          <p:nvPr/>
        </p:nvSpPr>
        <p:spPr>
          <a:xfrm>
            <a:off x="62544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2" name="Shape 2220"/>
          <p:cNvSpPr/>
          <p:nvPr/>
        </p:nvSpPr>
        <p:spPr>
          <a:xfrm>
            <a:off x="63642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3" name="Shape 2221"/>
          <p:cNvSpPr/>
          <p:nvPr/>
        </p:nvSpPr>
        <p:spPr>
          <a:xfrm>
            <a:off x="64739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4" name="Shape 2222"/>
          <p:cNvSpPr/>
          <p:nvPr/>
        </p:nvSpPr>
        <p:spPr>
          <a:xfrm>
            <a:off x="65836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5" name="Shape 2223"/>
          <p:cNvSpPr/>
          <p:nvPr/>
        </p:nvSpPr>
        <p:spPr>
          <a:xfrm>
            <a:off x="66934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6" name="Shape 2224"/>
          <p:cNvSpPr/>
          <p:nvPr/>
        </p:nvSpPr>
        <p:spPr>
          <a:xfrm>
            <a:off x="68031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7" name="Shape 2225"/>
          <p:cNvSpPr/>
          <p:nvPr/>
        </p:nvSpPr>
        <p:spPr>
          <a:xfrm>
            <a:off x="69128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8" name="Shape 2226"/>
          <p:cNvSpPr/>
          <p:nvPr/>
        </p:nvSpPr>
        <p:spPr>
          <a:xfrm>
            <a:off x="70225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9" name="Shape 2227"/>
          <p:cNvSpPr/>
          <p:nvPr/>
        </p:nvSpPr>
        <p:spPr>
          <a:xfrm>
            <a:off x="71323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0" name="Shape 2228"/>
          <p:cNvSpPr/>
          <p:nvPr/>
        </p:nvSpPr>
        <p:spPr>
          <a:xfrm>
            <a:off x="72420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1" name="Shape 2229"/>
          <p:cNvSpPr/>
          <p:nvPr/>
        </p:nvSpPr>
        <p:spPr>
          <a:xfrm>
            <a:off x="73517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2" name="Shape 2230"/>
          <p:cNvSpPr/>
          <p:nvPr/>
        </p:nvSpPr>
        <p:spPr>
          <a:xfrm>
            <a:off x="74615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3" name="Shape 2231"/>
          <p:cNvSpPr/>
          <p:nvPr/>
        </p:nvSpPr>
        <p:spPr>
          <a:xfrm>
            <a:off x="75712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4" name="Shape 2232"/>
          <p:cNvSpPr/>
          <p:nvPr/>
        </p:nvSpPr>
        <p:spPr>
          <a:xfrm>
            <a:off x="76809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5" name="Shape 2233"/>
          <p:cNvSpPr/>
          <p:nvPr/>
        </p:nvSpPr>
        <p:spPr>
          <a:xfrm>
            <a:off x="77906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6" name="Shape 2234"/>
          <p:cNvSpPr/>
          <p:nvPr/>
        </p:nvSpPr>
        <p:spPr>
          <a:xfrm>
            <a:off x="79004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7" name="Shape 2235"/>
          <p:cNvSpPr/>
          <p:nvPr/>
        </p:nvSpPr>
        <p:spPr>
          <a:xfrm>
            <a:off x="80101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8" name="Shape 2236"/>
          <p:cNvSpPr/>
          <p:nvPr/>
        </p:nvSpPr>
        <p:spPr>
          <a:xfrm>
            <a:off x="81198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9" name="Shape 2237"/>
          <p:cNvSpPr/>
          <p:nvPr/>
        </p:nvSpPr>
        <p:spPr>
          <a:xfrm>
            <a:off x="82296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0" name="Shape 2238"/>
          <p:cNvSpPr/>
          <p:nvPr/>
        </p:nvSpPr>
        <p:spPr>
          <a:xfrm>
            <a:off x="83393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1" name="Shape 2239"/>
          <p:cNvSpPr/>
          <p:nvPr/>
        </p:nvSpPr>
        <p:spPr>
          <a:xfrm>
            <a:off x="84490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2" name="Shape 2240"/>
          <p:cNvSpPr/>
          <p:nvPr/>
        </p:nvSpPr>
        <p:spPr>
          <a:xfrm>
            <a:off x="85587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3" name="Shape 2241"/>
          <p:cNvSpPr/>
          <p:nvPr/>
        </p:nvSpPr>
        <p:spPr>
          <a:xfrm>
            <a:off x="86685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4" name="Shape 2242"/>
          <p:cNvSpPr/>
          <p:nvPr/>
        </p:nvSpPr>
        <p:spPr>
          <a:xfrm>
            <a:off x="87782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5" name="Shape 2243"/>
          <p:cNvSpPr/>
          <p:nvPr/>
        </p:nvSpPr>
        <p:spPr>
          <a:xfrm>
            <a:off x="88879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6" name="Shape 2244"/>
          <p:cNvSpPr/>
          <p:nvPr/>
        </p:nvSpPr>
        <p:spPr>
          <a:xfrm>
            <a:off x="89976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7" name="Shape 2245"/>
          <p:cNvSpPr/>
          <p:nvPr/>
        </p:nvSpPr>
        <p:spPr>
          <a:xfrm>
            <a:off x="91074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2" name="Shape 2270"/>
          <p:cNvSpPr/>
          <p:nvPr/>
        </p:nvSpPr>
        <p:spPr>
          <a:xfrm>
            <a:off x="548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3" name="Shape 2271"/>
          <p:cNvSpPr/>
          <p:nvPr/>
        </p:nvSpPr>
        <p:spPr>
          <a:xfrm>
            <a:off x="1645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4" name="Shape 2272"/>
          <p:cNvSpPr/>
          <p:nvPr/>
        </p:nvSpPr>
        <p:spPr>
          <a:xfrm>
            <a:off x="2743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5" name="Shape 2273"/>
          <p:cNvSpPr/>
          <p:nvPr/>
        </p:nvSpPr>
        <p:spPr>
          <a:xfrm>
            <a:off x="3840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6" name="Shape 2274"/>
          <p:cNvSpPr/>
          <p:nvPr/>
        </p:nvSpPr>
        <p:spPr>
          <a:xfrm>
            <a:off x="4937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7" name="Shape 2275"/>
          <p:cNvSpPr/>
          <p:nvPr/>
        </p:nvSpPr>
        <p:spPr>
          <a:xfrm>
            <a:off x="6035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8" name="Shape 2276"/>
          <p:cNvSpPr/>
          <p:nvPr/>
        </p:nvSpPr>
        <p:spPr>
          <a:xfrm>
            <a:off x="7132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9" name="Shape 2277"/>
          <p:cNvSpPr/>
          <p:nvPr/>
        </p:nvSpPr>
        <p:spPr>
          <a:xfrm>
            <a:off x="8229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0" name="Shape 2278"/>
          <p:cNvSpPr/>
          <p:nvPr/>
        </p:nvSpPr>
        <p:spPr>
          <a:xfrm>
            <a:off x="9326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1" name="Shape 2279"/>
          <p:cNvSpPr/>
          <p:nvPr/>
        </p:nvSpPr>
        <p:spPr>
          <a:xfrm>
            <a:off x="10424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2" name="Shape 2280"/>
          <p:cNvSpPr/>
          <p:nvPr/>
        </p:nvSpPr>
        <p:spPr>
          <a:xfrm>
            <a:off x="11521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3" name="Shape 2281"/>
          <p:cNvSpPr/>
          <p:nvPr/>
        </p:nvSpPr>
        <p:spPr>
          <a:xfrm>
            <a:off x="12618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4" name="Shape 2282"/>
          <p:cNvSpPr/>
          <p:nvPr/>
        </p:nvSpPr>
        <p:spPr>
          <a:xfrm>
            <a:off x="13716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5" name="Shape 2283"/>
          <p:cNvSpPr/>
          <p:nvPr/>
        </p:nvSpPr>
        <p:spPr>
          <a:xfrm>
            <a:off x="14813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6" name="Shape 2284"/>
          <p:cNvSpPr/>
          <p:nvPr/>
        </p:nvSpPr>
        <p:spPr>
          <a:xfrm>
            <a:off x="15910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7" name="Shape 2285"/>
          <p:cNvSpPr/>
          <p:nvPr/>
        </p:nvSpPr>
        <p:spPr>
          <a:xfrm>
            <a:off x="17007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8" name="Shape 2286"/>
          <p:cNvSpPr/>
          <p:nvPr/>
        </p:nvSpPr>
        <p:spPr>
          <a:xfrm>
            <a:off x="18105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9" name="Shape 2287"/>
          <p:cNvSpPr/>
          <p:nvPr/>
        </p:nvSpPr>
        <p:spPr>
          <a:xfrm>
            <a:off x="19202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0" name="Shape 2288"/>
          <p:cNvSpPr/>
          <p:nvPr/>
        </p:nvSpPr>
        <p:spPr>
          <a:xfrm>
            <a:off x="20299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1" name="Shape 2289"/>
          <p:cNvSpPr/>
          <p:nvPr/>
        </p:nvSpPr>
        <p:spPr>
          <a:xfrm>
            <a:off x="21396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2" name="Shape 2290"/>
          <p:cNvSpPr/>
          <p:nvPr/>
        </p:nvSpPr>
        <p:spPr>
          <a:xfrm>
            <a:off x="22494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3" name="Shape 2291"/>
          <p:cNvSpPr/>
          <p:nvPr/>
        </p:nvSpPr>
        <p:spPr>
          <a:xfrm>
            <a:off x="23591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4" name="Shape 2292"/>
          <p:cNvSpPr/>
          <p:nvPr/>
        </p:nvSpPr>
        <p:spPr>
          <a:xfrm>
            <a:off x="24688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5" name="Shape 2293"/>
          <p:cNvSpPr/>
          <p:nvPr/>
        </p:nvSpPr>
        <p:spPr>
          <a:xfrm>
            <a:off x="25786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6" name="Shape 2294"/>
          <p:cNvSpPr/>
          <p:nvPr/>
        </p:nvSpPr>
        <p:spPr>
          <a:xfrm>
            <a:off x="26883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7" name="Shape 2295"/>
          <p:cNvSpPr/>
          <p:nvPr/>
        </p:nvSpPr>
        <p:spPr>
          <a:xfrm>
            <a:off x="27980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8" name="Shape 2296"/>
          <p:cNvSpPr/>
          <p:nvPr/>
        </p:nvSpPr>
        <p:spPr>
          <a:xfrm>
            <a:off x="29077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9" name="Shape 2297"/>
          <p:cNvSpPr/>
          <p:nvPr/>
        </p:nvSpPr>
        <p:spPr>
          <a:xfrm>
            <a:off x="30175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0" name="Shape 2298"/>
          <p:cNvSpPr/>
          <p:nvPr/>
        </p:nvSpPr>
        <p:spPr>
          <a:xfrm>
            <a:off x="31272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1" name="Shape 2299"/>
          <p:cNvSpPr/>
          <p:nvPr/>
        </p:nvSpPr>
        <p:spPr>
          <a:xfrm>
            <a:off x="32369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2" name="Shape 2300"/>
          <p:cNvSpPr/>
          <p:nvPr/>
        </p:nvSpPr>
        <p:spPr>
          <a:xfrm>
            <a:off x="33467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3" name="Shape 2301"/>
          <p:cNvSpPr/>
          <p:nvPr/>
        </p:nvSpPr>
        <p:spPr>
          <a:xfrm>
            <a:off x="34564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4" name="Shape 2302"/>
          <p:cNvSpPr/>
          <p:nvPr/>
        </p:nvSpPr>
        <p:spPr>
          <a:xfrm>
            <a:off x="35661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5" name="Shape 2303"/>
          <p:cNvSpPr/>
          <p:nvPr/>
        </p:nvSpPr>
        <p:spPr>
          <a:xfrm>
            <a:off x="36758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6" name="Shape 2304"/>
          <p:cNvSpPr/>
          <p:nvPr/>
        </p:nvSpPr>
        <p:spPr>
          <a:xfrm>
            <a:off x="37856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7" name="Shape 2305"/>
          <p:cNvSpPr/>
          <p:nvPr/>
        </p:nvSpPr>
        <p:spPr>
          <a:xfrm>
            <a:off x="38953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8" name="Shape 2306"/>
          <p:cNvSpPr/>
          <p:nvPr/>
        </p:nvSpPr>
        <p:spPr>
          <a:xfrm>
            <a:off x="40050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9" name="Shape 2307"/>
          <p:cNvSpPr/>
          <p:nvPr/>
        </p:nvSpPr>
        <p:spPr>
          <a:xfrm>
            <a:off x="41148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0" name="Shape 2308"/>
          <p:cNvSpPr/>
          <p:nvPr/>
        </p:nvSpPr>
        <p:spPr>
          <a:xfrm>
            <a:off x="42245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1" name="Shape 2309"/>
          <p:cNvSpPr/>
          <p:nvPr/>
        </p:nvSpPr>
        <p:spPr>
          <a:xfrm>
            <a:off x="43342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2" name="Shape 2310"/>
          <p:cNvSpPr/>
          <p:nvPr/>
        </p:nvSpPr>
        <p:spPr>
          <a:xfrm>
            <a:off x="44439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3" name="Shape 2311"/>
          <p:cNvSpPr/>
          <p:nvPr/>
        </p:nvSpPr>
        <p:spPr>
          <a:xfrm>
            <a:off x="45537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4" name="Shape 2312"/>
          <p:cNvSpPr/>
          <p:nvPr/>
        </p:nvSpPr>
        <p:spPr>
          <a:xfrm>
            <a:off x="46634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5" name="Shape 2313"/>
          <p:cNvSpPr/>
          <p:nvPr/>
        </p:nvSpPr>
        <p:spPr>
          <a:xfrm>
            <a:off x="47731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6" name="Shape 2314"/>
          <p:cNvSpPr/>
          <p:nvPr/>
        </p:nvSpPr>
        <p:spPr>
          <a:xfrm>
            <a:off x="48828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7" name="Shape 2315"/>
          <p:cNvSpPr/>
          <p:nvPr/>
        </p:nvSpPr>
        <p:spPr>
          <a:xfrm>
            <a:off x="49926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8" name="Shape 2316"/>
          <p:cNvSpPr/>
          <p:nvPr/>
        </p:nvSpPr>
        <p:spPr>
          <a:xfrm>
            <a:off x="51023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9" name="Shape 2317"/>
          <p:cNvSpPr/>
          <p:nvPr/>
        </p:nvSpPr>
        <p:spPr>
          <a:xfrm>
            <a:off x="52120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0" name="Shape 2318"/>
          <p:cNvSpPr/>
          <p:nvPr/>
        </p:nvSpPr>
        <p:spPr>
          <a:xfrm>
            <a:off x="53218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1" name="Shape 2319"/>
          <p:cNvSpPr/>
          <p:nvPr/>
        </p:nvSpPr>
        <p:spPr>
          <a:xfrm>
            <a:off x="54315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2" name="Shape 2320"/>
          <p:cNvSpPr/>
          <p:nvPr/>
        </p:nvSpPr>
        <p:spPr>
          <a:xfrm>
            <a:off x="55412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3" name="Shape 2321"/>
          <p:cNvSpPr/>
          <p:nvPr/>
        </p:nvSpPr>
        <p:spPr>
          <a:xfrm>
            <a:off x="56509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4" name="Shape 2322"/>
          <p:cNvSpPr/>
          <p:nvPr/>
        </p:nvSpPr>
        <p:spPr>
          <a:xfrm>
            <a:off x="57607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5" name="Shape 2323"/>
          <p:cNvSpPr/>
          <p:nvPr/>
        </p:nvSpPr>
        <p:spPr>
          <a:xfrm>
            <a:off x="58704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6" name="Shape 2324"/>
          <p:cNvSpPr/>
          <p:nvPr/>
        </p:nvSpPr>
        <p:spPr>
          <a:xfrm>
            <a:off x="59801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7" name="Shape 2325"/>
          <p:cNvSpPr/>
          <p:nvPr/>
        </p:nvSpPr>
        <p:spPr>
          <a:xfrm>
            <a:off x="60899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8" name="Shape 2326"/>
          <p:cNvSpPr/>
          <p:nvPr/>
        </p:nvSpPr>
        <p:spPr>
          <a:xfrm>
            <a:off x="61996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9" name="Shape 2327"/>
          <p:cNvSpPr/>
          <p:nvPr/>
        </p:nvSpPr>
        <p:spPr>
          <a:xfrm>
            <a:off x="63093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0" name="Shape 2328"/>
          <p:cNvSpPr/>
          <p:nvPr/>
        </p:nvSpPr>
        <p:spPr>
          <a:xfrm>
            <a:off x="64190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1" name="Shape 2329"/>
          <p:cNvSpPr/>
          <p:nvPr/>
        </p:nvSpPr>
        <p:spPr>
          <a:xfrm>
            <a:off x="65288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2" name="Shape 2330"/>
          <p:cNvSpPr/>
          <p:nvPr/>
        </p:nvSpPr>
        <p:spPr>
          <a:xfrm>
            <a:off x="66385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3" name="Shape 2331"/>
          <p:cNvSpPr/>
          <p:nvPr/>
        </p:nvSpPr>
        <p:spPr>
          <a:xfrm>
            <a:off x="67482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4" name="Shape 2332"/>
          <p:cNvSpPr/>
          <p:nvPr/>
        </p:nvSpPr>
        <p:spPr>
          <a:xfrm>
            <a:off x="68580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5" name="Shape 2333"/>
          <p:cNvSpPr/>
          <p:nvPr/>
        </p:nvSpPr>
        <p:spPr>
          <a:xfrm>
            <a:off x="69677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6" name="Shape 2334"/>
          <p:cNvSpPr/>
          <p:nvPr/>
        </p:nvSpPr>
        <p:spPr>
          <a:xfrm>
            <a:off x="70774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7" name="Shape 2335"/>
          <p:cNvSpPr/>
          <p:nvPr/>
        </p:nvSpPr>
        <p:spPr>
          <a:xfrm>
            <a:off x="71871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8" name="Shape 2336"/>
          <p:cNvSpPr/>
          <p:nvPr/>
        </p:nvSpPr>
        <p:spPr>
          <a:xfrm>
            <a:off x="72969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9" name="Shape 2337"/>
          <p:cNvSpPr/>
          <p:nvPr/>
        </p:nvSpPr>
        <p:spPr>
          <a:xfrm>
            <a:off x="74066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0" name="Shape 2338"/>
          <p:cNvSpPr/>
          <p:nvPr/>
        </p:nvSpPr>
        <p:spPr>
          <a:xfrm>
            <a:off x="75163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1" name="Shape 2339"/>
          <p:cNvSpPr/>
          <p:nvPr/>
        </p:nvSpPr>
        <p:spPr>
          <a:xfrm>
            <a:off x="76260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2" name="Shape 2340"/>
          <p:cNvSpPr/>
          <p:nvPr/>
        </p:nvSpPr>
        <p:spPr>
          <a:xfrm>
            <a:off x="77358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3" name="Shape 2341"/>
          <p:cNvSpPr/>
          <p:nvPr/>
        </p:nvSpPr>
        <p:spPr>
          <a:xfrm>
            <a:off x="78455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4" name="Shape 2342"/>
          <p:cNvSpPr/>
          <p:nvPr/>
        </p:nvSpPr>
        <p:spPr>
          <a:xfrm>
            <a:off x="79552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5" name="Shape 2343"/>
          <p:cNvSpPr/>
          <p:nvPr/>
        </p:nvSpPr>
        <p:spPr>
          <a:xfrm>
            <a:off x="80650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6" name="Shape 2344"/>
          <p:cNvSpPr/>
          <p:nvPr/>
        </p:nvSpPr>
        <p:spPr>
          <a:xfrm>
            <a:off x="81747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7" name="Shape 2345"/>
          <p:cNvSpPr/>
          <p:nvPr/>
        </p:nvSpPr>
        <p:spPr>
          <a:xfrm>
            <a:off x="82844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8" name="Shape 2346"/>
          <p:cNvSpPr/>
          <p:nvPr/>
        </p:nvSpPr>
        <p:spPr>
          <a:xfrm>
            <a:off x="83941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9" name="Shape 2347"/>
          <p:cNvSpPr/>
          <p:nvPr/>
        </p:nvSpPr>
        <p:spPr>
          <a:xfrm>
            <a:off x="85039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0" name="Shape 2348"/>
          <p:cNvSpPr/>
          <p:nvPr/>
        </p:nvSpPr>
        <p:spPr>
          <a:xfrm>
            <a:off x="86136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1" name="Shape 2349"/>
          <p:cNvSpPr/>
          <p:nvPr/>
        </p:nvSpPr>
        <p:spPr>
          <a:xfrm>
            <a:off x="87233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2" name="Shape 2350"/>
          <p:cNvSpPr/>
          <p:nvPr/>
        </p:nvSpPr>
        <p:spPr>
          <a:xfrm>
            <a:off x="88331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3" name="Shape 2351"/>
          <p:cNvSpPr/>
          <p:nvPr/>
        </p:nvSpPr>
        <p:spPr>
          <a:xfrm>
            <a:off x="89428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4" name="Shape 2352"/>
          <p:cNvSpPr/>
          <p:nvPr/>
        </p:nvSpPr>
        <p:spPr>
          <a:xfrm>
            <a:off x="90525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5" name="Shape 2353"/>
          <p:cNvSpPr/>
          <p:nvPr/>
        </p:nvSpPr>
        <p:spPr>
          <a:xfrm>
            <a:off x="91622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0" name="Shape 2378"/>
          <p:cNvSpPr/>
          <p:nvPr/>
        </p:nvSpPr>
        <p:spPr>
          <a:xfrm>
            <a:off x="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1" name="Shape 2379"/>
          <p:cNvSpPr/>
          <p:nvPr/>
        </p:nvSpPr>
        <p:spPr>
          <a:xfrm>
            <a:off x="1097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2" name="Shape 2380"/>
          <p:cNvSpPr/>
          <p:nvPr/>
        </p:nvSpPr>
        <p:spPr>
          <a:xfrm>
            <a:off x="2194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3" name="Shape 2381"/>
          <p:cNvSpPr/>
          <p:nvPr/>
        </p:nvSpPr>
        <p:spPr>
          <a:xfrm>
            <a:off x="3291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4" name="Shape 2382"/>
          <p:cNvSpPr/>
          <p:nvPr/>
        </p:nvSpPr>
        <p:spPr>
          <a:xfrm>
            <a:off x="4389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5" name="Shape 2383"/>
          <p:cNvSpPr/>
          <p:nvPr/>
        </p:nvSpPr>
        <p:spPr>
          <a:xfrm>
            <a:off x="5486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6" name="Shape 2384"/>
          <p:cNvSpPr/>
          <p:nvPr/>
        </p:nvSpPr>
        <p:spPr>
          <a:xfrm>
            <a:off x="6583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7" name="Shape 2385"/>
          <p:cNvSpPr/>
          <p:nvPr/>
        </p:nvSpPr>
        <p:spPr>
          <a:xfrm>
            <a:off x="7680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8" name="Shape 2386"/>
          <p:cNvSpPr/>
          <p:nvPr/>
        </p:nvSpPr>
        <p:spPr>
          <a:xfrm>
            <a:off x="8778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9" name="Shape 2387"/>
          <p:cNvSpPr/>
          <p:nvPr/>
        </p:nvSpPr>
        <p:spPr>
          <a:xfrm>
            <a:off x="9875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0" name="Shape 2388"/>
          <p:cNvSpPr/>
          <p:nvPr/>
        </p:nvSpPr>
        <p:spPr>
          <a:xfrm>
            <a:off x="10972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1" name="Shape 2389"/>
          <p:cNvSpPr/>
          <p:nvPr/>
        </p:nvSpPr>
        <p:spPr>
          <a:xfrm>
            <a:off x="12070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2" name="Shape 2390"/>
          <p:cNvSpPr/>
          <p:nvPr/>
        </p:nvSpPr>
        <p:spPr>
          <a:xfrm>
            <a:off x="13167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3" name="Shape 2391"/>
          <p:cNvSpPr/>
          <p:nvPr/>
        </p:nvSpPr>
        <p:spPr>
          <a:xfrm>
            <a:off x="14264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4" name="Shape 2392"/>
          <p:cNvSpPr/>
          <p:nvPr/>
        </p:nvSpPr>
        <p:spPr>
          <a:xfrm>
            <a:off x="15361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5" name="Shape 2393"/>
          <p:cNvSpPr/>
          <p:nvPr/>
        </p:nvSpPr>
        <p:spPr>
          <a:xfrm>
            <a:off x="16459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6" name="Shape 2394"/>
          <p:cNvSpPr/>
          <p:nvPr/>
        </p:nvSpPr>
        <p:spPr>
          <a:xfrm>
            <a:off x="17556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7" name="Shape 2395"/>
          <p:cNvSpPr/>
          <p:nvPr/>
        </p:nvSpPr>
        <p:spPr>
          <a:xfrm>
            <a:off x="18653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8" name="Shape 2396"/>
          <p:cNvSpPr/>
          <p:nvPr/>
        </p:nvSpPr>
        <p:spPr>
          <a:xfrm>
            <a:off x="19751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9" name="Shape 2397"/>
          <p:cNvSpPr/>
          <p:nvPr/>
        </p:nvSpPr>
        <p:spPr>
          <a:xfrm>
            <a:off x="20848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0" name="Shape 2398"/>
          <p:cNvSpPr/>
          <p:nvPr/>
        </p:nvSpPr>
        <p:spPr>
          <a:xfrm>
            <a:off x="21945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1" name="Shape 2399"/>
          <p:cNvSpPr/>
          <p:nvPr/>
        </p:nvSpPr>
        <p:spPr>
          <a:xfrm>
            <a:off x="23042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2" name="Shape 2400"/>
          <p:cNvSpPr/>
          <p:nvPr/>
        </p:nvSpPr>
        <p:spPr>
          <a:xfrm>
            <a:off x="24140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3" name="Shape 2401"/>
          <p:cNvSpPr/>
          <p:nvPr/>
        </p:nvSpPr>
        <p:spPr>
          <a:xfrm>
            <a:off x="25237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4" name="Shape 2402"/>
          <p:cNvSpPr/>
          <p:nvPr/>
        </p:nvSpPr>
        <p:spPr>
          <a:xfrm>
            <a:off x="26334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5" name="Shape 2403"/>
          <p:cNvSpPr/>
          <p:nvPr/>
        </p:nvSpPr>
        <p:spPr>
          <a:xfrm>
            <a:off x="27432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6" name="Shape 2404"/>
          <p:cNvSpPr/>
          <p:nvPr/>
        </p:nvSpPr>
        <p:spPr>
          <a:xfrm>
            <a:off x="28529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7" name="Shape 2405"/>
          <p:cNvSpPr/>
          <p:nvPr/>
        </p:nvSpPr>
        <p:spPr>
          <a:xfrm>
            <a:off x="29626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8" name="Shape 2406"/>
          <p:cNvSpPr/>
          <p:nvPr/>
        </p:nvSpPr>
        <p:spPr>
          <a:xfrm>
            <a:off x="30723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9" name="Shape 2407"/>
          <p:cNvSpPr/>
          <p:nvPr/>
        </p:nvSpPr>
        <p:spPr>
          <a:xfrm>
            <a:off x="31821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0" name="Shape 2408"/>
          <p:cNvSpPr/>
          <p:nvPr/>
        </p:nvSpPr>
        <p:spPr>
          <a:xfrm>
            <a:off x="32918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1" name="Shape 2409"/>
          <p:cNvSpPr/>
          <p:nvPr/>
        </p:nvSpPr>
        <p:spPr>
          <a:xfrm>
            <a:off x="34015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2" name="Shape 2410"/>
          <p:cNvSpPr/>
          <p:nvPr/>
        </p:nvSpPr>
        <p:spPr>
          <a:xfrm>
            <a:off x="35112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3" name="Shape 2411"/>
          <p:cNvSpPr/>
          <p:nvPr/>
        </p:nvSpPr>
        <p:spPr>
          <a:xfrm>
            <a:off x="36210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4" name="Shape 2412"/>
          <p:cNvSpPr/>
          <p:nvPr/>
        </p:nvSpPr>
        <p:spPr>
          <a:xfrm>
            <a:off x="37307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5" name="Shape 2413"/>
          <p:cNvSpPr/>
          <p:nvPr/>
        </p:nvSpPr>
        <p:spPr>
          <a:xfrm>
            <a:off x="38404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6" name="Shape 2414"/>
          <p:cNvSpPr/>
          <p:nvPr/>
        </p:nvSpPr>
        <p:spPr>
          <a:xfrm>
            <a:off x="39502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7" name="Shape 2415"/>
          <p:cNvSpPr/>
          <p:nvPr/>
        </p:nvSpPr>
        <p:spPr>
          <a:xfrm>
            <a:off x="40599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8" name="Shape 2416"/>
          <p:cNvSpPr/>
          <p:nvPr/>
        </p:nvSpPr>
        <p:spPr>
          <a:xfrm>
            <a:off x="41696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9" name="Shape 2417"/>
          <p:cNvSpPr/>
          <p:nvPr/>
        </p:nvSpPr>
        <p:spPr>
          <a:xfrm>
            <a:off x="42793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0" name="Shape 2418"/>
          <p:cNvSpPr/>
          <p:nvPr/>
        </p:nvSpPr>
        <p:spPr>
          <a:xfrm>
            <a:off x="43891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1" name="Shape 2419"/>
          <p:cNvSpPr/>
          <p:nvPr/>
        </p:nvSpPr>
        <p:spPr>
          <a:xfrm>
            <a:off x="44988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2" name="Shape 2420"/>
          <p:cNvSpPr/>
          <p:nvPr/>
        </p:nvSpPr>
        <p:spPr>
          <a:xfrm>
            <a:off x="46085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3" name="Shape 2421"/>
          <p:cNvSpPr/>
          <p:nvPr/>
        </p:nvSpPr>
        <p:spPr>
          <a:xfrm>
            <a:off x="47183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4" name="Shape 2422"/>
          <p:cNvSpPr/>
          <p:nvPr/>
        </p:nvSpPr>
        <p:spPr>
          <a:xfrm>
            <a:off x="48280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5" name="Shape 2423"/>
          <p:cNvSpPr/>
          <p:nvPr/>
        </p:nvSpPr>
        <p:spPr>
          <a:xfrm>
            <a:off x="49377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6" name="Shape 2424"/>
          <p:cNvSpPr/>
          <p:nvPr/>
        </p:nvSpPr>
        <p:spPr>
          <a:xfrm>
            <a:off x="50474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7" name="Shape 2425"/>
          <p:cNvSpPr/>
          <p:nvPr/>
        </p:nvSpPr>
        <p:spPr>
          <a:xfrm>
            <a:off x="51572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8" name="Shape 2426"/>
          <p:cNvSpPr/>
          <p:nvPr/>
        </p:nvSpPr>
        <p:spPr>
          <a:xfrm>
            <a:off x="52669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9" name="Shape 2427"/>
          <p:cNvSpPr/>
          <p:nvPr/>
        </p:nvSpPr>
        <p:spPr>
          <a:xfrm>
            <a:off x="53766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0" name="Shape 2428"/>
          <p:cNvSpPr/>
          <p:nvPr/>
        </p:nvSpPr>
        <p:spPr>
          <a:xfrm>
            <a:off x="54864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1" name="Shape 2429"/>
          <p:cNvSpPr/>
          <p:nvPr/>
        </p:nvSpPr>
        <p:spPr>
          <a:xfrm>
            <a:off x="55961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2" name="Shape 2430"/>
          <p:cNvSpPr/>
          <p:nvPr/>
        </p:nvSpPr>
        <p:spPr>
          <a:xfrm>
            <a:off x="57058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3" name="Shape 2431"/>
          <p:cNvSpPr/>
          <p:nvPr/>
        </p:nvSpPr>
        <p:spPr>
          <a:xfrm>
            <a:off x="58155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4" name="Shape 2432"/>
          <p:cNvSpPr/>
          <p:nvPr/>
        </p:nvSpPr>
        <p:spPr>
          <a:xfrm>
            <a:off x="59253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5" name="Shape 2433"/>
          <p:cNvSpPr/>
          <p:nvPr/>
        </p:nvSpPr>
        <p:spPr>
          <a:xfrm>
            <a:off x="60350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6" name="Shape 2434"/>
          <p:cNvSpPr/>
          <p:nvPr/>
        </p:nvSpPr>
        <p:spPr>
          <a:xfrm>
            <a:off x="61447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7" name="Shape 2435"/>
          <p:cNvSpPr/>
          <p:nvPr/>
        </p:nvSpPr>
        <p:spPr>
          <a:xfrm>
            <a:off x="62544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8" name="Shape 2436"/>
          <p:cNvSpPr/>
          <p:nvPr/>
        </p:nvSpPr>
        <p:spPr>
          <a:xfrm>
            <a:off x="63642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9" name="Shape 2437"/>
          <p:cNvSpPr/>
          <p:nvPr/>
        </p:nvSpPr>
        <p:spPr>
          <a:xfrm>
            <a:off x="64739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0" name="Shape 2438"/>
          <p:cNvSpPr/>
          <p:nvPr/>
        </p:nvSpPr>
        <p:spPr>
          <a:xfrm>
            <a:off x="65836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1" name="Shape 2439"/>
          <p:cNvSpPr/>
          <p:nvPr/>
        </p:nvSpPr>
        <p:spPr>
          <a:xfrm>
            <a:off x="66934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2" name="Shape 2440"/>
          <p:cNvSpPr/>
          <p:nvPr/>
        </p:nvSpPr>
        <p:spPr>
          <a:xfrm>
            <a:off x="68031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3" name="Shape 2441"/>
          <p:cNvSpPr/>
          <p:nvPr/>
        </p:nvSpPr>
        <p:spPr>
          <a:xfrm>
            <a:off x="69128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4" name="Shape 2442"/>
          <p:cNvSpPr/>
          <p:nvPr/>
        </p:nvSpPr>
        <p:spPr>
          <a:xfrm>
            <a:off x="70225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5" name="Shape 2443"/>
          <p:cNvSpPr/>
          <p:nvPr/>
        </p:nvSpPr>
        <p:spPr>
          <a:xfrm>
            <a:off x="71323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6" name="Shape 2444"/>
          <p:cNvSpPr/>
          <p:nvPr/>
        </p:nvSpPr>
        <p:spPr>
          <a:xfrm>
            <a:off x="72420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7" name="Shape 2445"/>
          <p:cNvSpPr/>
          <p:nvPr/>
        </p:nvSpPr>
        <p:spPr>
          <a:xfrm>
            <a:off x="73517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8" name="Shape 2446"/>
          <p:cNvSpPr/>
          <p:nvPr/>
        </p:nvSpPr>
        <p:spPr>
          <a:xfrm>
            <a:off x="74615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9" name="Shape 2447"/>
          <p:cNvSpPr/>
          <p:nvPr/>
        </p:nvSpPr>
        <p:spPr>
          <a:xfrm>
            <a:off x="75712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0" name="Shape 2448"/>
          <p:cNvSpPr/>
          <p:nvPr/>
        </p:nvSpPr>
        <p:spPr>
          <a:xfrm>
            <a:off x="76809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1" name="Shape 2449"/>
          <p:cNvSpPr/>
          <p:nvPr/>
        </p:nvSpPr>
        <p:spPr>
          <a:xfrm>
            <a:off x="77906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2" name="Shape 2450"/>
          <p:cNvSpPr/>
          <p:nvPr/>
        </p:nvSpPr>
        <p:spPr>
          <a:xfrm>
            <a:off x="79004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3" name="Shape 2451"/>
          <p:cNvSpPr/>
          <p:nvPr/>
        </p:nvSpPr>
        <p:spPr>
          <a:xfrm>
            <a:off x="80101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4" name="Shape 2452"/>
          <p:cNvSpPr/>
          <p:nvPr/>
        </p:nvSpPr>
        <p:spPr>
          <a:xfrm>
            <a:off x="81198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5" name="Shape 2453"/>
          <p:cNvSpPr/>
          <p:nvPr/>
        </p:nvSpPr>
        <p:spPr>
          <a:xfrm>
            <a:off x="82296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6" name="Shape 2454"/>
          <p:cNvSpPr/>
          <p:nvPr/>
        </p:nvSpPr>
        <p:spPr>
          <a:xfrm>
            <a:off x="83393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7" name="Shape 2455"/>
          <p:cNvSpPr/>
          <p:nvPr/>
        </p:nvSpPr>
        <p:spPr>
          <a:xfrm>
            <a:off x="84490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8" name="Shape 2456"/>
          <p:cNvSpPr/>
          <p:nvPr/>
        </p:nvSpPr>
        <p:spPr>
          <a:xfrm>
            <a:off x="85587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9" name="Shape 2457"/>
          <p:cNvSpPr/>
          <p:nvPr/>
        </p:nvSpPr>
        <p:spPr>
          <a:xfrm>
            <a:off x="86685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0" name="Shape 2458"/>
          <p:cNvSpPr/>
          <p:nvPr/>
        </p:nvSpPr>
        <p:spPr>
          <a:xfrm>
            <a:off x="87782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1" name="Shape 2459"/>
          <p:cNvSpPr/>
          <p:nvPr/>
        </p:nvSpPr>
        <p:spPr>
          <a:xfrm>
            <a:off x="88879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2" name="Shape 2460"/>
          <p:cNvSpPr/>
          <p:nvPr/>
        </p:nvSpPr>
        <p:spPr>
          <a:xfrm>
            <a:off x="89976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3" name="Shape 2461"/>
          <p:cNvSpPr/>
          <p:nvPr/>
        </p:nvSpPr>
        <p:spPr>
          <a:xfrm>
            <a:off x="91074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8" name="Shape 2486"/>
          <p:cNvSpPr/>
          <p:nvPr/>
        </p:nvSpPr>
        <p:spPr>
          <a:xfrm>
            <a:off x="0" y="3931920"/>
            <a:ext cx="9144000" cy="1216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9" name="Text 2487"/>
          <p:cNvSpPr/>
          <p:nvPr/>
        </p:nvSpPr>
        <p:spPr>
          <a:xfrm>
            <a:off x="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</a:rPr>
              <a:t>Session 2</a:t>
            </a:r>
            <a:endParaRPr lang="en-US" sz="2000" dirty="0"/>
          </a:p>
        </p:txBody>
      </p:sp>
      <p:sp>
        <p:nvSpPr>
          <p:cNvPr id="2490" name="Text 2488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Streamlit 웹앱 제작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2. Streamlit 웹앱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Streamlit 기초 문법을 익힌다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Google AI Studio API 키를 발급받는다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Gemini 연동 Naive Chatbot을 만든다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Hugging Face Spaces에 배포한다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2. Streamlit 웹앱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Streamlit이란?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751298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"Python만으로 웹앱을 만드는 프레임워크"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31520" y="2240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순수 Python: HTML/CSS/JS 필요 없음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697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실시간 반영: 코드 수정 → 즉시 반영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31520" y="3154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간단한 배포: Streamlit Cloud, HF Spaces</a:t>
            </a:r>
            <a:endParaRPr lang="en-US" sz="2000" dirty="0"/>
          </a:p>
        </p:txBody>
      </p:sp>
      <p:sp>
        <p:nvSpPr>
          <p:cNvPr id="92" name="Shape 90"/>
          <p:cNvSpPr/>
          <p:nvPr/>
        </p:nvSpPr>
        <p:spPr>
          <a:xfrm>
            <a:off x="731520" y="3611880"/>
            <a:ext cx="7751298" cy="64008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streamlit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2. Streamlit 웹앱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핵심 위젯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9876"/>
              </p:ext>
            </p:extLst>
          </p:nvPr>
        </p:nvGraphicFramePr>
        <p:xfrm>
          <a:off x="731520" y="1554480"/>
          <a:ext cx="8131125" cy="2743202"/>
        </p:xfrm>
        <a:graphic>
          <a:graphicData uri="http://schemas.openxmlformats.org/drawingml/2006/table">
            <a:tbl>
              <a:tblPr/>
              <a:tblGrid>
                <a:gridCol w="271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위젯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코드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st.title()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큰 제목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st.write()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범용 출력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st.text_input()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 입력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버튼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st.button()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클릭 버튼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채팅 입력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st.chat_input()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채팅 입력창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채팅 메시지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st.chat_message()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채팅 버블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2. Streamlit 웹앱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 - 상태 유지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624689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"새로고침해도 데이터 유지"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731520" y="2240280"/>
            <a:ext cx="7638757" cy="201168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914400" y="23317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"messages" not in st.session_state: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 = []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st.session_state.messages.append({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"user",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prompt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2. Streamlit 웹앱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Studio API 키 발급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https://aistudio.google.com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Google 계정으로 로그인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좌측 메뉴 "Get API key" 클릭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"Create API key" → 프로젝트 선택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31520" y="3383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4. 생성된 키 복사 및 안전하게 보관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권장 모델: gemini-2.5-flash-lite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2. Streamlit 웹앱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Chatbot v0.1 - 기본 설정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8032652" cy="292608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google.generativeai as genai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st.title("🤖 AI 챗봇 v0.1")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st.secrets["GEMINI_API_KEY"]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genai.configure(api_key=api_key)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genai.GenerativeModel("gemini-2.5-flash-lite")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"messages" not in st.session_state: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 = []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"chat" not in st.session_state: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st.session_state.chat = model.start_chat(history=[])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2. Streamlit 웹앱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Chatbot v0.1 - 대화 처리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920111" cy="274320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prompt := st.chat_input("무엇이든 물어보세요!"):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st.chat_message("user"):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st.markdown(prompt)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st.session_state.messages.append({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"role": "user", "content": prompt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st.chat_message("assistant"):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st.spinner("생각 중..."):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response = st.session_state.chat.send_message(prompt)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st.markdown(response.text)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2. Streamlit 웹앱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Spaces 배포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https://huggingface.co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HF 계정 생성/로그인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Profile → Spaces → Create new Space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SDK: Streamlit 선택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31520" y="3383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4. Hardware: Free CPU Basic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5. app.py, requirements.txt 업로드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731520" y="4297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6. Settings → Secrets → GEMINI_API_KEY 추가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194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91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89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80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778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875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2070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167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4264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5361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6459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7556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8653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9751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848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1945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042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4140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5237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6334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432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8529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9626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0723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1821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2918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4015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112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6210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7307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8404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9502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0599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1696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2793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3891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4988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6085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7183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8280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9377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0474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1572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2669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3766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4864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5961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7058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8155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9253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0350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1447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2544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3642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4739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65836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6934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8031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9128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0225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1323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72420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3517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4615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75712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6809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77906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79004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0101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1198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82296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83393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84490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5587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86685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87782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88879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89976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91074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92171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93268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94366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95463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96560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97657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98755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99852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100949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102047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103144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104241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105338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106436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107533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108630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109728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110825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111922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113019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114117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115214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116311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117408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548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1645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2743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3840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4937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6035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132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229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9326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10424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11521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12618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13716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14813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15910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17007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18105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19202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20299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21396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22494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23591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24688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25786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26883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27980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29077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30175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31272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32369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33467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34564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35661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36758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37856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38953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40050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41148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42245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43342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44439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45537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>
            <a:off x="46634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>
            <a:off x="47731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48828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49926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51023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52120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>
            <a:off x="53218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54315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>
            <a:off x="55412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>
            <a:off x="56509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>
            <a:off x="57607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58704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59801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60899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>
            <a:off x="61996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63093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168"/>
          <p:cNvSpPr/>
          <p:nvPr/>
        </p:nvSpPr>
        <p:spPr>
          <a:xfrm>
            <a:off x="64190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>
            <a:off x="65288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66385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67482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68580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173"/>
          <p:cNvSpPr/>
          <p:nvPr/>
        </p:nvSpPr>
        <p:spPr>
          <a:xfrm>
            <a:off x="69677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>
            <a:off x="70774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71871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>
            <a:off x="72969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74066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75163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76260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77358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78455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>
            <a:off x="79552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80650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81747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82844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83941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85039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>
            <a:off x="86136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>
            <a:off x="87233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>
            <a:off x="88331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89428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90525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>
            <a:off x="91622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 194"/>
          <p:cNvSpPr/>
          <p:nvPr/>
        </p:nvSpPr>
        <p:spPr>
          <a:xfrm>
            <a:off x="92720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 195"/>
          <p:cNvSpPr/>
          <p:nvPr/>
        </p:nvSpPr>
        <p:spPr>
          <a:xfrm>
            <a:off x="93817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 196"/>
          <p:cNvSpPr/>
          <p:nvPr/>
        </p:nvSpPr>
        <p:spPr>
          <a:xfrm>
            <a:off x="94914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 197"/>
          <p:cNvSpPr/>
          <p:nvPr/>
        </p:nvSpPr>
        <p:spPr>
          <a:xfrm>
            <a:off x="96012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" name="Shape 198"/>
          <p:cNvSpPr/>
          <p:nvPr/>
        </p:nvSpPr>
        <p:spPr>
          <a:xfrm>
            <a:off x="97109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199"/>
          <p:cNvSpPr/>
          <p:nvPr/>
        </p:nvSpPr>
        <p:spPr>
          <a:xfrm>
            <a:off x="98206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 200"/>
          <p:cNvSpPr/>
          <p:nvPr/>
        </p:nvSpPr>
        <p:spPr>
          <a:xfrm>
            <a:off x="99303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 201"/>
          <p:cNvSpPr/>
          <p:nvPr/>
        </p:nvSpPr>
        <p:spPr>
          <a:xfrm>
            <a:off x="100401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" name="Shape 202"/>
          <p:cNvSpPr/>
          <p:nvPr/>
        </p:nvSpPr>
        <p:spPr>
          <a:xfrm>
            <a:off x="101498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" name="Shape 203"/>
          <p:cNvSpPr/>
          <p:nvPr/>
        </p:nvSpPr>
        <p:spPr>
          <a:xfrm>
            <a:off x="102595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 204"/>
          <p:cNvSpPr/>
          <p:nvPr/>
        </p:nvSpPr>
        <p:spPr>
          <a:xfrm>
            <a:off x="103692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 205"/>
          <p:cNvSpPr/>
          <p:nvPr/>
        </p:nvSpPr>
        <p:spPr>
          <a:xfrm>
            <a:off x="104790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 206"/>
          <p:cNvSpPr/>
          <p:nvPr/>
        </p:nvSpPr>
        <p:spPr>
          <a:xfrm>
            <a:off x="105887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 207"/>
          <p:cNvSpPr/>
          <p:nvPr/>
        </p:nvSpPr>
        <p:spPr>
          <a:xfrm>
            <a:off x="106984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" name="Shape 208"/>
          <p:cNvSpPr/>
          <p:nvPr/>
        </p:nvSpPr>
        <p:spPr>
          <a:xfrm>
            <a:off x="108082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" name="Shape 209"/>
          <p:cNvSpPr/>
          <p:nvPr/>
        </p:nvSpPr>
        <p:spPr>
          <a:xfrm>
            <a:off x="109179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" name="Shape 210"/>
          <p:cNvSpPr/>
          <p:nvPr/>
        </p:nvSpPr>
        <p:spPr>
          <a:xfrm>
            <a:off x="110276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 211"/>
          <p:cNvSpPr/>
          <p:nvPr/>
        </p:nvSpPr>
        <p:spPr>
          <a:xfrm>
            <a:off x="111373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 212"/>
          <p:cNvSpPr/>
          <p:nvPr/>
        </p:nvSpPr>
        <p:spPr>
          <a:xfrm>
            <a:off x="112471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 213"/>
          <p:cNvSpPr/>
          <p:nvPr/>
        </p:nvSpPr>
        <p:spPr>
          <a:xfrm>
            <a:off x="113568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 214"/>
          <p:cNvSpPr/>
          <p:nvPr/>
        </p:nvSpPr>
        <p:spPr>
          <a:xfrm>
            <a:off x="114665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 215"/>
          <p:cNvSpPr/>
          <p:nvPr/>
        </p:nvSpPr>
        <p:spPr>
          <a:xfrm>
            <a:off x="115763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 216"/>
          <p:cNvSpPr/>
          <p:nvPr/>
        </p:nvSpPr>
        <p:spPr>
          <a:xfrm>
            <a:off x="116860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 217"/>
          <p:cNvSpPr/>
          <p:nvPr/>
        </p:nvSpPr>
        <p:spPr>
          <a:xfrm>
            <a:off x="117957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 218"/>
          <p:cNvSpPr/>
          <p:nvPr/>
        </p:nvSpPr>
        <p:spPr>
          <a:xfrm>
            <a:off x="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 219"/>
          <p:cNvSpPr/>
          <p:nvPr/>
        </p:nvSpPr>
        <p:spPr>
          <a:xfrm>
            <a:off x="1097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>
            <a:off x="2194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>
            <a:off x="3291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>
            <a:off x="4389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" name="Shape 223"/>
          <p:cNvSpPr/>
          <p:nvPr/>
        </p:nvSpPr>
        <p:spPr>
          <a:xfrm>
            <a:off x="5486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" name="Shape 224"/>
          <p:cNvSpPr/>
          <p:nvPr/>
        </p:nvSpPr>
        <p:spPr>
          <a:xfrm>
            <a:off x="6583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" name="Shape 225"/>
          <p:cNvSpPr/>
          <p:nvPr/>
        </p:nvSpPr>
        <p:spPr>
          <a:xfrm>
            <a:off x="7680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>
            <a:off x="8778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>
            <a:off x="9875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>
            <a:off x="10972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" name="Shape 229"/>
          <p:cNvSpPr/>
          <p:nvPr/>
        </p:nvSpPr>
        <p:spPr>
          <a:xfrm>
            <a:off x="12070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" name="Shape 230"/>
          <p:cNvSpPr/>
          <p:nvPr/>
        </p:nvSpPr>
        <p:spPr>
          <a:xfrm>
            <a:off x="13167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" name="Shape 231"/>
          <p:cNvSpPr/>
          <p:nvPr/>
        </p:nvSpPr>
        <p:spPr>
          <a:xfrm>
            <a:off x="14264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" name="Shape 232"/>
          <p:cNvSpPr/>
          <p:nvPr/>
        </p:nvSpPr>
        <p:spPr>
          <a:xfrm>
            <a:off x="15361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" name="Shape 233"/>
          <p:cNvSpPr/>
          <p:nvPr/>
        </p:nvSpPr>
        <p:spPr>
          <a:xfrm>
            <a:off x="16459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" name="Shape 234"/>
          <p:cNvSpPr/>
          <p:nvPr/>
        </p:nvSpPr>
        <p:spPr>
          <a:xfrm>
            <a:off x="17556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" name="Shape 235"/>
          <p:cNvSpPr/>
          <p:nvPr/>
        </p:nvSpPr>
        <p:spPr>
          <a:xfrm>
            <a:off x="18653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" name="Shape 236"/>
          <p:cNvSpPr/>
          <p:nvPr/>
        </p:nvSpPr>
        <p:spPr>
          <a:xfrm>
            <a:off x="19751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" name="Shape 237"/>
          <p:cNvSpPr/>
          <p:nvPr/>
        </p:nvSpPr>
        <p:spPr>
          <a:xfrm>
            <a:off x="20848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" name="Shape 238"/>
          <p:cNvSpPr/>
          <p:nvPr/>
        </p:nvSpPr>
        <p:spPr>
          <a:xfrm>
            <a:off x="21945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" name="Shape 239"/>
          <p:cNvSpPr/>
          <p:nvPr/>
        </p:nvSpPr>
        <p:spPr>
          <a:xfrm>
            <a:off x="23042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" name="Shape 240"/>
          <p:cNvSpPr/>
          <p:nvPr/>
        </p:nvSpPr>
        <p:spPr>
          <a:xfrm>
            <a:off x="24140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 241"/>
          <p:cNvSpPr/>
          <p:nvPr/>
        </p:nvSpPr>
        <p:spPr>
          <a:xfrm>
            <a:off x="25237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" name="Shape 242"/>
          <p:cNvSpPr/>
          <p:nvPr/>
        </p:nvSpPr>
        <p:spPr>
          <a:xfrm>
            <a:off x="26334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" name="Shape 243"/>
          <p:cNvSpPr/>
          <p:nvPr/>
        </p:nvSpPr>
        <p:spPr>
          <a:xfrm>
            <a:off x="27432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" name="Shape 244"/>
          <p:cNvSpPr/>
          <p:nvPr/>
        </p:nvSpPr>
        <p:spPr>
          <a:xfrm>
            <a:off x="28529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" name="Shape 245"/>
          <p:cNvSpPr/>
          <p:nvPr/>
        </p:nvSpPr>
        <p:spPr>
          <a:xfrm>
            <a:off x="29626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" name="Shape 246"/>
          <p:cNvSpPr/>
          <p:nvPr/>
        </p:nvSpPr>
        <p:spPr>
          <a:xfrm>
            <a:off x="30723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" name="Shape 247"/>
          <p:cNvSpPr/>
          <p:nvPr/>
        </p:nvSpPr>
        <p:spPr>
          <a:xfrm>
            <a:off x="31821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" name="Shape 248"/>
          <p:cNvSpPr/>
          <p:nvPr/>
        </p:nvSpPr>
        <p:spPr>
          <a:xfrm>
            <a:off x="32918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" name="Shape 249"/>
          <p:cNvSpPr/>
          <p:nvPr/>
        </p:nvSpPr>
        <p:spPr>
          <a:xfrm>
            <a:off x="34015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" name="Shape 250"/>
          <p:cNvSpPr/>
          <p:nvPr/>
        </p:nvSpPr>
        <p:spPr>
          <a:xfrm>
            <a:off x="35112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" name="Shape 251"/>
          <p:cNvSpPr/>
          <p:nvPr/>
        </p:nvSpPr>
        <p:spPr>
          <a:xfrm>
            <a:off x="36210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" name="Shape 252"/>
          <p:cNvSpPr/>
          <p:nvPr/>
        </p:nvSpPr>
        <p:spPr>
          <a:xfrm>
            <a:off x="37307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 253"/>
          <p:cNvSpPr/>
          <p:nvPr/>
        </p:nvSpPr>
        <p:spPr>
          <a:xfrm>
            <a:off x="38404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" name="Shape 254"/>
          <p:cNvSpPr/>
          <p:nvPr/>
        </p:nvSpPr>
        <p:spPr>
          <a:xfrm>
            <a:off x="39502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7" name="Shape 255"/>
          <p:cNvSpPr/>
          <p:nvPr/>
        </p:nvSpPr>
        <p:spPr>
          <a:xfrm>
            <a:off x="40599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8" name="Shape 256"/>
          <p:cNvSpPr/>
          <p:nvPr/>
        </p:nvSpPr>
        <p:spPr>
          <a:xfrm>
            <a:off x="41696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" name="Shape 257"/>
          <p:cNvSpPr/>
          <p:nvPr/>
        </p:nvSpPr>
        <p:spPr>
          <a:xfrm>
            <a:off x="42793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" name="Shape 258"/>
          <p:cNvSpPr/>
          <p:nvPr/>
        </p:nvSpPr>
        <p:spPr>
          <a:xfrm>
            <a:off x="43891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" name="Shape 259"/>
          <p:cNvSpPr/>
          <p:nvPr/>
        </p:nvSpPr>
        <p:spPr>
          <a:xfrm>
            <a:off x="44988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" name="Shape 260"/>
          <p:cNvSpPr/>
          <p:nvPr/>
        </p:nvSpPr>
        <p:spPr>
          <a:xfrm>
            <a:off x="46085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" name="Shape 261"/>
          <p:cNvSpPr/>
          <p:nvPr/>
        </p:nvSpPr>
        <p:spPr>
          <a:xfrm>
            <a:off x="47183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" name="Shape 262"/>
          <p:cNvSpPr/>
          <p:nvPr/>
        </p:nvSpPr>
        <p:spPr>
          <a:xfrm>
            <a:off x="48280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" name="Shape 263"/>
          <p:cNvSpPr/>
          <p:nvPr/>
        </p:nvSpPr>
        <p:spPr>
          <a:xfrm>
            <a:off x="49377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" name="Shape 264"/>
          <p:cNvSpPr/>
          <p:nvPr/>
        </p:nvSpPr>
        <p:spPr>
          <a:xfrm>
            <a:off x="50474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" name="Shape 265"/>
          <p:cNvSpPr/>
          <p:nvPr/>
        </p:nvSpPr>
        <p:spPr>
          <a:xfrm>
            <a:off x="51572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8" name="Shape 266"/>
          <p:cNvSpPr/>
          <p:nvPr/>
        </p:nvSpPr>
        <p:spPr>
          <a:xfrm>
            <a:off x="52669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9" name="Shape 267"/>
          <p:cNvSpPr/>
          <p:nvPr/>
        </p:nvSpPr>
        <p:spPr>
          <a:xfrm>
            <a:off x="53766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" name="Shape 268"/>
          <p:cNvSpPr/>
          <p:nvPr/>
        </p:nvSpPr>
        <p:spPr>
          <a:xfrm>
            <a:off x="54864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" name="Shape 269"/>
          <p:cNvSpPr/>
          <p:nvPr/>
        </p:nvSpPr>
        <p:spPr>
          <a:xfrm>
            <a:off x="55961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" name="Shape 270"/>
          <p:cNvSpPr/>
          <p:nvPr/>
        </p:nvSpPr>
        <p:spPr>
          <a:xfrm>
            <a:off x="57058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" name="Shape 271"/>
          <p:cNvSpPr/>
          <p:nvPr/>
        </p:nvSpPr>
        <p:spPr>
          <a:xfrm>
            <a:off x="58155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" name="Shape 272"/>
          <p:cNvSpPr/>
          <p:nvPr/>
        </p:nvSpPr>
        <p:spPr>
          <a:xfrm>
            <a:off x="59253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" name="Shape 273"/>
          <p:cNvSpPr/>
          <p:nvPr/>
        </p:nvSpPr>
        <p:spPr>
          <a:xfrm>
            <a:off x="60350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" name="Shape 274"/>
          <p:cNvSpPr/>
          <p:nvPr/>
        </p:nvSpPr>
        <p:spPr>
          <a:xfrm>
            <a:off x="61447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" name="Shape 275"/>
          <p:cNvSpPr/>
          <p:nvPr/>
        </p:nvSpPr>
        <p:spPr>
          <a:xfrm>
            <a:off x="62544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" name="Shape 276"/>
          <p:cNvSpPr/>
          <p:nvPr/>
        </p:nvSpPr>
        <p:spPr>
          <a:xfrm>
            <a:off x="63642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9" name="Shape 277"/>
          <p:cNvSpPr/>
          <p:nvPr/>
        </p:nvSpPr>
        <p:spPr>
          <a:xfrm>
            <a:off x="64739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0" name="Shape 278"/>
          <p:cNvSpPr/>
          <p:nvPr/>
        </p:nvSpPr>
        <p:spPr>
          <a:xfrm>
            <a:off x="65836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" name="Shape 279"/>
          <p:cNvSpPr/>
          <p:nvPr/>
        </p:nvSpPr>
        <p:spPr>
          <a:xfrm>
            <a:off x="66934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" name="Shape 280"/>
          <p:cNvSpPr/>
          <p:nvPr/>
        </p:nvSpPr>
        <p:spPr>
          <a:xfrm>
            <a:off x="68031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" name="Shape 281"/>
          <p:cNvSpPr/>
          <p:nvPr/>
        </p:nvSpPr>
        <p:spPr>
          <a:xfrm>
            <a:off x="69128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" name="Shape 282"/>
          <p:cNvSpPr/>
          <p:nvPr/>
        </p:nvSpPr>
        <p:spPr>
          <a:xfrm>
            <a:off x="70225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" name="Shape 283"/>
          <p:cNvSpPr/>
          <p:nvPr/>
        </p:nvSpPr>
        <p:spPr>
          <a:xfrm>
            <a:off x="71323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" name="Shape 284"/>
          <p:cNvSpPr/>
          <p:nvPr/>
        </p:nvSpPr>
        <p:spPr>
          <a:xfrm>
            <a:off x="72420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" name="Shape 285"/>
          <p:cNvSpPr/>
          <p:nvPr/>
        </p:nvSpPr>
        <p:spPr>
          <a:xfrm>
            <a:off x="73517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" name="Shape 286"/>
          <p:cNvSpPr/>
          <p:nvPr/>
        </p:nvSpPr>
        <p:spPr>
          <a:xfrm>
            <a:off x="74615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" name="Shape 287"/>
          <p:cNvSpPr/>
          <p:nvPr/>
        </p:nvSpPr>
        <p:spPr>
          <a:xfrm>
            <a:off x="75712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0" name="Shape 288"/>
          <p:cNvSpPr/>
          <p:nvPr/>
        </p:nvSpPr>
        <p:spPr>
          <a:xfrm>
            <a:off x="76809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" name="Shape 289"/>
          <p:cNvSpPr/>
          <p:nvPr/>
        </p:nvSpPr>
        <p:spPr>
          <a:xfrm>
            <a:off x="77906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" name="Shape 290"/>
          <p:cNvSpPr/>
          <p:nvPr/>
        </p:nvSpPr>
        <p:spPr>
          <a:xfrm>
            <a:off x="79004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" name="Shape 291"/>
          <p:cNvSpPr/>
          <p:nvPr/>
        </p:nvSpPr>
        <p:spPr>
          <a:xfrm>
            <a:off x="80101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" name="Shape 292"/>
          <p:cNvSpPr/>
          <p:nvPr/>
        </p:nvSpPr>
        <p:spPr>
          <a:xfrm>
            <a:off x="81198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" name="Shape 293"/>
          <p:cNvSpPr/>
          <p:nvPr/>
        </p:nvSpPr>
        <p:spPr>
          <a:xfrm>
            <a:off x="82296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" name="Shape 294"/>
          <p:cNvSpPr/>
          <p:nvPr/>
        </p:nvSpPr>
        <p:spPr>
          <a:xfrm>
            <a:off x="83393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" name="Shape 295"/>
          <p:cNvSpPr/>
          <p:nvPr/>
        </p:nvSpPr>
        <p:spPr>
          <a:xfrm>
            <a:off x="84490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" name="Shape 296"/>
          <p:cNvSpPr/>
          <p:nvPr/>
        </p:nvSpPr>
        <p:spPr>
          <a:xfrm>
            <a:off x="85587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" name="Shape 297"/>
          <p:cNvSpPr/>
          <p:nvPr/>
        </p:nvSpPr>
        <p:spPr>
          <a:xfrm>
            <a:off x="86685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0" name="Shape 298"/>
          <p:cNvSpPr/>
          <p:nvPr/>
        </p:nvSpPr>
        <p:spPr>
          <a:xfrm>
            <a:off x="87782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1" name="Shape 299"/>
          <p:cNvSpPr/>
          <p:nvPr/>
        </p:nvSpPr>
        <p:spPr>
          <a:xfrm>
            <a:off x="88879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" name="Shape 300"/>
          <p:cNvSpPr/>
          <p:nvPr/>
        </p:nvSpPr>
        <p:spPr>
          <a:xfrm>
            <a:off x="89976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" name="Shape 301"/>
          <p:cNvSpPr/>
          <p:nvPr/>
        </p:nvSpPr>
        <p:spPr>
          <a:xfrm>
            <a:off x="91074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" name="Shape 302"/>
          <p:cNvSpPr/>
          <p:nvPr/>
        </p:nvSpPr>
        <p:spPr>
          <a:xfrm>
            <a:off x="92171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" name="Shape 303"/>
          <p:cNvSpPr/>
          <p:nvPr/>
        </p:nvSpPr>
        <p:spPr>
          <a:xfrm>
            <a:off x="93268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" name="Shape 304"/>
          <p:cNvSpPr/>
          <p:nvPr/>
        </p:nvSpPr>
        <p:spPr>
          <a:xfrm>
            <a:off x="94366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" name="Shape 305"/>
          <p:cNvSpPr/>
          <p:nvPr/>
        </p:nvSpPr>
        <p:spPr>
          <a:xfrm>
            <a:off x="95463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" name="Shape 306"/>
          <p:cNvSpPr/>
          <p:nvPr/>
        </p:nvSpPr>
        <p:spPr>
          <a:xfrm>
            <a:off x="96560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" name="Shape 307"/>
          <p:cNvSpPr/>
          <p:nvPr/>
        </p:nvSpPr>
        <p:spPr>
          <a:xfrm>
            <a:off x="97657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" name="Shape 308"/>
          <p:cNvSpPr/>
          <p:nvPr/>
        </p:nvSpPr>
        <p:spPr>
          <a:xfrm>
            <a:off x="98755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1" name="Shape 309"/>
          <p:cNvSpPr/>
          <p:nvPr/>
        </p:nvSpPr>
        <p:spPr>
          <a:xfrm>
            <a:off x="99852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2" name="Shape 310"/>
          <p:cNvSpPr/>
          <p:nvPr/>
        </p:nvSpPr>
        <p:spPr>
          <a:xfrm>
            <a:off x="100949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" name="Shape 311"/>
          <p:cNvSpPr/>
          <p:nvPr/>
        </p:nvSpPr>
        <p:spPr>
          <a:xfrm>
            <a:off x="102047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" name="Shape 312"/>
          <p:cNvSpPr/>
          <p:nvPr/>
        </p:nvSpPr>
        <p:spPr>
          <a:xfrm>
            <a:off x="103144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" name="Shape 313"/>
          <p:cNvSpPr/>
          <p:nvPr/>
        </p:nvSpPr>
        <p:spPr>
          <a:xfrm>
            <a:off x="104241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" name="Shape 314"/>
          <p:cNvSpPr/>
          <p:nvPr/>
        </p:nvSpPr>
        <p:spPr>
          <a:xfrm>
            <a:off x="105338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" name="Shape 315"/>
          <p:cNvSpPr/>
          <p:nvPr/>
        </p:nvSpPr>
        <p:spPr>
          <a:xfrm>
            <a:off x="106436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" name="Shape 316"/>
          <p:cNvSpPr/>
          <p:nvPr/>
        </p:nvSpPr>
        <p:spPr>
          <a:xfrm>
            <a:off x="107533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" name="Shape 317"/>
          <p:cNvSpPr/>
          <p:nvPr/>
        </p:nvSpPr>
        <p:spPr>
          <a:xfrm>
            <a:off x="108630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" name="Shape 318"/>
          <p:cNvSpPr/>
          <p:nvPr/>
        </p:nvSpPr>
        <p:spPr>
          <a:xfrm>
            <a:off x="109728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" name="Shape 319"/>
          <p:cNvSpPr/>
          <p:nvPr/>
        </p:nvSpPr>
        <p:spPr>
          <a:xfrm>
            <a:off x="110825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2" name="Shape 320"/>
          <p:cNvSpPr/>
          <p:nvPr/>
        </p:nvSpPr>
        <p:spPr>
          <a:xfrm>
            <a:off x="111922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3" name="Shape 321"/>
          <p:cNvSpPr/>
          <p:nvPr/>
        </p:nvSpPr>
        <p:spPr>
          <a:xfrm>
            <a:off x="113019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" name="Shape 322"/>
          <p:cNvSpPr/>
          <p:nvPr/>
        </p:nvSpPr>
        <p:spPr>
          <a:xfrm>
            <a:off x="114117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" name="Shape 323"/>
          <p:cNvSpPr/>
          <p:nvPr/>
        </p:nvSpPr>
        <p:spPr>
          <a:xfrm>
            <a:off x="115214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" name="Shape 324"/>
          <p:cNvSpPr/>
          <p:nvPr/>
        </p:nvSpPr>
        <p:spPr>
          <a:xfrm>
            <a:off x="116311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" name="Shape 325"/>
          <p:cNvSpPr/>
          <p:nvPr/>
        </p:nvSpPr>
        <p:spPr>
          <a:xfrm>
            <a:off x="117408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" name="Shape 326"/>
          <p:cNvSpPr/>
          <p:nvPr/>
        </p:nvSpPr>
        <p:spPr>
          <a:xfrm>
            <a:off x="548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" name="Shape 327"/>
          <p:cNvSpPr/>
          <p:nvPr/>
        </p:nvSpPr>
        <p:spPr>
          <a:xfrm>
            <a:off x="1645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" name="Shape 328"/>
          <p:cNvSpPr/>
          <p:nvPr/>
        </p:nvSpPr>
        <p:spPr>
          <a:xfrm>
            <a:off x="2743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" name="Shape 329"/>
          <p:cNvSpPr/>
          <p:nvPr/>
        </p:nvSpPr>
        <p:spPr>
          <a:xfrm>
            <a:off x="3840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" name="Shape 330"/>
          <p:cNvSpPr/>
          <p:nvPr/>
        </p:nvSpPr>
        <p:spPr>
          <a:xfrm>
            <a:off x="4937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3" name="Shape 331"/>
          <p:cNvSpPr/>
          <p:nvPr/>
        </p:nvSpPr>
        <p:spPr>
          <a:xfrm>
            <a:off x="6035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4" name="Shape 332"/>
          <p:cNvSpPr/>
          <p:nvPr/>
        </p:nvSpPr>
        <p:spPr>
          <a:xfrm>
            <a:off x="7132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" name="Shape 333"/>
          <p:cNvSpPr/>
          <p:nvPr/>
        </p:nvSpPr>
        <p:spPr>
          <a:xfrm>
            <a:off x="8229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" name="Shape 334"/>
          <p:cNvSpPr/>
          <p:nvPr/>
        </p:nvSpPr>
        <p:spPr>
          <a:xfrm>
            <a:off x="9326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" name="Shape 335"/>
          <p:cNvSpPr/>
          <p:nvPr/>
        </p:nvSpPr>
        <p:spPr>
          <a:xfrm>
            <a:off x="10424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" name="Shape 336"/>
          <p:cNvSpPr/>
          <p:nvPr/>
        </p:nvSpPr>
        <p:spPr>
          <a:xfrm>
            <a:off x="11521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" name="Shape 337"/>
          <p:cNvSpPr/>
          <p:nvPr/>
        </p:nvSpPr>
        <p:spPr>
          <a:xfrm>
            <a:off x="12618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" name="Shape 338"/>
          <p:cNvSpPr/>
          <p:nvPr/>
        </p:nvSpPr>
        <p:spPr>
          <a:xfrm>
            <a:off x="13716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" name="Shape 339"/>
          <p:cNvSpPr/>
          <p:nvPr/>
        </p:nvSpPr>
        <p:spPr>
          <a:xfrm>
            <a:off x="14813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" name="Shape 340"/>
          <p:cNvSpPr/>
          <p:nvPr/>
        </p:nvSpPr>
        <p:spPr>
          <a:xfrm>
            <a:off x="15910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1"/>
          <p:cNvSpPr/>
          <p:nvPr/>
        </p:nvSpPr>
        <p:spPr>
          <a:xfrm>
            <a:off x="17007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4" name="Shape 342"/>
          <p:cNvSpPr/>
          <p:nvPr/>
        </p:nvSpPr>
        <p:spPr>
          <a:xfrm>
            <a:off x="18105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" name="Shape 343"/>
          <p:cNvSpPr/>
          <p:nvPr/>
        </p:nvSpPr>
        <p:spPr>
          <a:xfrm>
            <a:off x="19202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" name="Shape 344"/>
          <p:cNvSpPr/>
          <p:nvPr/>
        </p:nvSpPr>
        <p:spPr>
          <a:xfrm>
            <a:off x="20299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" name="Shape 345"/>
          <p:cNvSpPr/>
          <p:nvPr/>
        </p:nvSpPr>
        <p:spPr>
          <a:xfrm>
            <a:off x="21396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" name="Shape 346"/>
          <p:cNvSpPr/>
          <p:nvPr/>
        </p:nvSpPr>
        <p:spPr>
          <a:xfrm>
            <a:off x="22494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" name="Shape 347"/>
          <p:cNvSpPr/>
          <p:nvPr/>
        </p:nvSpPr>
        <p:spPr>
          <a:xfrm>
            <a:off x="23591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" name="Shape 348"/>
          <p:cNvSpPr/>
          <p:nvPr/>
        </p:nvSpPr>
        <p:spPr>
          <a:xfrm>
            <a:off x="24688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" name="Shape 349"/>
          <p:cNvSpPr/>
          <p:nvPr/>
        </p:nvSpPr>
        <p:spPr>
          <a:xfrm>
            <a:off x="25786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" name="Shape 350"/>
          <p:cNvSpPr/>
          <p:nvPr/>
        </p:nvSpPr>
        <p:spPr>
          <a:xfrm>
            <a:off x="26883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" name="Shape 351"/>
          <p:cNvSpPr/>
          <p:nvPr/>
        </p:nvSpPr>
        <p:spPr>
          <a:xfrm>
            <a:off x="27980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4" name="Shape 352"/>
          <p:cNvSpPr/>
          <p:nvPr/>
        </p:nvSpPr>
        <p:spPr>
          <a:xfrm>
            <a:off x="29077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5" name="Shape 353"/>
          <p:cNvSpPr/>
          <p:nvPr/>
        </p:nvSpPr>
        <p:spPr>
          <a:xfrm>
            <a:off x="30175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" name="Shape 354"/>
          <p:cNvSpPr/>
          <p:nvPr/>
        </p:nvSpPr>
        <p:spPr>
          <a:xfrm>
            <a:off x="31272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" name="Shape 355"/>
          <p:cNvSpPr/>
          <p:nvPr/>
        </p:nvSpPr>
        <p:spPr>
          <a:xfrm>
            <a:off x="32369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" name="Shape 356"/>
          <p:cNvSpPr/>
          <p:nvPr/>
        </p:nvSpPr>
        <p:spPr>
          <a:xfrm>
            <a:off x="33467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" name="Shape 357"/>
          <p:cNvSpPr/>
          <p:nvPr/>
        </p:nvSpPr>
        <p:spPr>
          <a:xfrm>
            <a:off x="34564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" name="Shape 358"/>
          <p:cNvSpPr/>
          <p:nvPr/>
        </p:nvSpPr>
        <p:spPr>
          <a:xfrm>
            <a:off x="35661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" name="Shape 359"/>
          <p:cNvSpPr/>
          <p:nvPr/>
        </p:nvSpPr>
        <p:spPr>
          <a:xfrm>
            <a:off x="36758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" name="Shape 360"/>
          <p:cNvSpPr/>
          <p:nvPr/>
        </p:nvSpPr>
        <p:spPr>
          <a:xfrm>
            <a:off x="37856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" name="Shape 361"/>
          <p:cNvSpPr/>
          <p:nvPr/>
        </p:nvSpPr>
        <p:spPr>
          <a:xfrm>
            <a:off x="38953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" name="Shape 362"/>
          <p:cNvSpPr/>
          <p:nvPr/>
        </p:nvSpPr>
        <p:spPr>
          <a:xfrm>
            <a:off x="40050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5" name="Shape 363"/>
          <p:cNvSpPr/>
          <p:nvPr/>
        </p:nvSpPr>
        <p:spPr>
          <a:xfrm>
            <a:off x="41148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6" name="Shape 364"/>
          <p:cNvSpPr/>
          <p:nvPr/>
        </p:nvSpPr>
        <p:spPr>
          <a:xfrm>
            <a:off x="42245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" name="Shape 365"/>
          <p:cNvSpPr/>
          <p:nvPr/>
        </p:nvSpPr>
        <p:spPr>
          <a:xfrm>
            <a:off x="43342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" name="Shape 366"/>
          <p:cNvSpPr/>
          <p:nvPr/>
        </p:nvSpPr>
        <p:spPr>
          <a:xfrm>
            <a:off x="44439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" name="Shape 367"/>
          <p:cNvSpPr/>
          <p:nvPr/>
        </p:nvSpPr>
        <p:spPr>
          <a:xfrm>
            <a:off x="45537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" name="Shape 368"/>
          <p:cNvSpPr/>
          <p:nvPr/>
        </p:nvSpPr>
        <p:spPr>
          <a:xfrm>
            <a:off x="46634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" name="Shape 369"/>
          <p:cNvSpPr/>
          <p:nvPr/>
        </p:nvSpPr>
        <p:spPr>
          <a:xfrm>
            <a:off x="47731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" name="Shape 370"/>
          <p:cNvSpPr/>
          <p:nvPr/>
        </p:nvSpPr>
        <p:spPr>
          <a:xfrm>
            <a:off x="48828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" name="Shape 371"/>
          <p:cNvSpPr/>
          <p:nvPr/>
        </p:nvSpPr>
        <p:spPr>
          <a:xfrm>
            <a:off x="49926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" name="Shape 372"/>
          <p:cNvSpPr/>
          <p:nvPr/>
        </p:nvSpPr>
        <p:spPr>
          <a:xfrm>
            <a:off x="51023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" name="Shape 373"/>
          <p:cNvSpPr/>
          <p:nvPr/>
        </p:nvSpPr>
        <p:spPr>
          <a:xfrm>
            <a:off x="52120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6" name="Shape 374"/>
          <p:cNvSpPr/>
          <p:nvPr/>
        </p:nvSpPr>
        <p:spPr>
          <a:xfrm>
            <a:off x="53218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7" name="Shape 375"/>
          <p:cNvSpPr/>
          <p:nvPr/>
        </p:nvSpPr>
        <p:spPr>
          <a:xfrm>
            <a:off x="54315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" name="Shape 376"/>
          <p:cNvSpPr/>
          <p:nvPr/>
        </p:nvSpPr>
        <p:spPr>
          <a:xfrm>
            <a:off x="55412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" name="Shape 377"/>
          <p:cNvSpPr/>
          <p:nvPr/>
        </p:nvSpPr>
        <p:spPr>
          <a:xfrm>
            <a:off x="56509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" name="Shape 378"/>
          <p:cNvSpPr/>
          <p:nvPr/>
        </p:nvSpPr>
        <p:spPr>
          <a:xfrm>
            <a:off x="57607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" name="Shape 379"/>
          <p:cNvSpPr/>
          <p:nvPr/>
        </p:nvSpPr>
        <p:spPr>
          <a:xfrm>
            <a:off x="58704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" name="Shape 380"/>
          <p:cNvSpPr/>
          <p:nvPr/>
        </p:nvSpPr>
        <p:spPr>
          <a:xfrm>
            <a:off x="59801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" name="Shape 381"/>
          <p:cNvSpPr/>
          <p:nvPr/>
        </p:nvSpPr>
        <p:spPr>
          <a:xfrm>
            <a:off x="60899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" name="Shape 382"/>
          <p:cNvSpPr/>
          <p:nvPr/>
        </p:nvSpPr>
        <p:spPr>
          <a:xfrm>
            <a:off x="61996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" name="Shape 383"/>
          <p:cNvSpPr/>
          <p:nvPr/>
        </p:nvSpPr>
        <p:spPr>
          <a:xfrm>
            <a:off x="63093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" name="Shape 384"/>
          <p:cNvSpPr/>
          <p:nvPr/>
        </p:nvSpPr>
        <p:spPr>
          <a:xfrm>
            <a:off x="64190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7" name="Shape 385"/>
          <p:cNvSpPr/>
          <p:nvPr/>
        </p:nvSpPr>
        <p:spPr>
          <a:xfrm>
            <a:off x="65288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8" name="Shape 386"/>
          <p:cNvSpPr/>
          <p:nvPr/>
        </p:nvSpPr>
        <p:spPr>
          <a:xfrm>
            <a:off x="66385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" name="Shape 387"/>
          <p:cNvSpPr/>
          <p:nvPr/>
        </p:nvSpPr>
        <p:spPr>
          <a:xfrm>
            <a:off x="67482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" name="Shape 388"/>
          <p:cNvSpPr/>
          <p:nvPr/>
        </p:nvSpPr>
        <p:spPr>
          <a:xfrm>
            <a:off x="68580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" name="Shape 389"/>
          <p:cNvSpPr/>
          <p:nvPr/>
        </p:nvSpPr>
        <p:spPr>
          <a:xfrm>
            <a:off x="69677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" name="Shape 390"/>
          <p:cNvSpPr/>
          <p:nvPr/>
        </p:nvSpPr>
        <p:spPr>
          <a:xfrm>
            <a:off x="70774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" name="Shape 391"/>
          <p:cNvSpPr/>
          <p:nvPr/>
        </p:nvSpPr>
        <p:spPr>
          <a:xfrm>
            <a:off x="71871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" name="Shape 392"/>
          <p:cNvSpPr/>
          <p:nvPr/>
        </p:nvSpPr>
        <p:spPr>
          <a:xfrm>
            <a:off x="72969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" name="Shape 393"/>
          <p:cNvSpPr/>
          <p:nvPr/>
        </p:nvSpPr>
        <p:spPr>
          <a:xfrm>
            <a:off x="74066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" name="Shape 394"/>
          <p:cNvSpPr/>
          <p:nvPr/>
        </p:nvSpPr>
        <p:spPr>
          <a:xfrm>
            <a:off x="75163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" name="Shape 395"/>
          <p:cNvSpPr/>
          <p:nvPr/>
        </p:nvSpPr>
        <p:spPr>
          <a:xfrm>
            <a:off x="76260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8" name="Shape 396"/>
          <p:cNvSpPr/>
          <p:nvPr/>
        </p:nvSpPr>
        <p:spPr>
          <a:xfrm>
            <a:off x="77358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9" name="Shape 397"/>
          <p:cNvSpPr/>
          <p:nvPr/>
        </p:nvSpPr>
        <p:spPr>
          <a:xfrm>
            <a:off x="78455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" name="Shape 398"/>
          <p:cNvSpPr/>
          <p:nvPr/>
        </p:nvSpPr>
        <p:spPr>
          <a:xfrm>
            <a:off x="79552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" name="Shape 399"/>
          <p:cNvSpPr/>
          <p:nvPr/>
        </p:nvSpPr>
        <p:spPr>
          <a:xfrm>
            <a:off x="80650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" name="Shape 400"/>
          <p:cNvSpPr/>
          <p:nvPr/>
        </p:nvSpPr>
        <p:spPr>
          <a:xfrm>
            <a:off x="81747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" name="Shape 401"/>
          <p:cNvSpPr/>
          <p:nvPr/>
        </p:nvSpPr>
        <p:spPr>
          <a:xfrm>
            <a:off x="82844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" name="Shape 402"/>
          <p:cNvSpPr/>
          <p:nvPr/>
        </p:nvSpPr>
        <p:spPr>
          <a:xfrm>
            <a:off x="83941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" name="Shape 403"/>
          <p:cNvSpPr/>
          <p:nvPr/>
        </p:nvSpPr>
        <p:spPr>
          <a:xfrm>
            <a:off x="85039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" name="Shape 404"/>
          <p:cNvSpPr/>
          <p:nvPr/>
        </p:nvSpPr>
        <p:spPr>
          <a:xfrm>
            <a:off x="86136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" name="Shape 405"/>
          <p:cNvSpPr/>
          <p:nvPr/>
        </p:nvSpPr>
        <p:spPr>
          <a:xfrm>
            <a:off x="87233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8" name="Shape 406"/>
          <p:cNvSpPr/>
          <p:nvPr/>
        </p:nvSpPr>
        <p:spPr>
          <a:xfrm>
            <a:off x="88331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9" name="Shape 407"/>
          <p:cNvSpPr/>
          <p:nvPr/>
        </p:nvSpPr>
        <p:spPr>
          <a:xfrm>
            <a:off x="89428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" name="Shape 408"/>
          <p:cNvSpPr/>
          <p:nvPr/>
        </p:nvSpPr>
        <p:spPr>
          <a:xfrm>
            <a:off x="90525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" name="Shape 409"/>
          <p:cNvSpPr/>
          <p:nvPr/>
        </p:nvSpPr>
        <p:spPr>
          <a:xfrm>
            <a:off x="91622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" name="Shape 410"/>
          <p:cNvSpPr/>
          <p:nvPr/>
        </p:nvSpPr>
        <p:spPr>
          <a:xfrm>
            <a:off x="92720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" name="Shape 411"/>
          <p:cNvSpPr/>
          <p:nvPr/>
        </p:nvSpPr>
        <p:spPr>
          <a:xfrm>
            <a:off x="93817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" name="Shape 412"/>
          <p:cNvSpPr/>
          <p:nvPr/>
        </p:nvSpPr>
        <p:spPr>
          <a:xfrm>
            <a:off x="94914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" name="Shape 413"/>
          <p:cNvSpPr/>
          <p:nvPr/>
        </p:nvSpPr>
        <p:spPr>
          <a:xfrm>
            <a:off x="96012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" name="Shape 414"/>
          <p:cNvSpPr/>
          <p:nvPr/>
        </p:nvSpPr>
        <p:spPr>
          <a:xfrm>
            <a:off x="97109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" name="Shape 415"/>
          <p:cNvSpPr/>
          <p:nvPr/>
        </p:nvSpPr>
        <p:spPr>
          <a:xfrm>
            <a:off x="98206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" name="Shape 416"/>
          <p:cNvSpPr/>
          <p:nvPr/>
        </p:nvSpPr>
        <p:spPr>
          <a:xfrm>
            <a:off x="99303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9" name="Shape 417"/>
          <p:cNvSpPr/>
          <p:nvPr/>
        </p:nvSpPr>
        <p:spPr>
          <a:xfrm>
            <a:off x="100401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0" name="Shape 418"/>
          <p:cNvSpPr/>
          <p:nvPr/>
        </p:nvSpPr>
        <p:spPr>
          <a:xfrm>
            <a:off x="101498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" name="Shape 419"/>
          <p:cNvSpPr/>
          <p:nvPr/>
        </p:nvSpPr>
        <p:spPr>
          <a:xfrm>
            <a:off x="102595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" name="Shape 420"/>
          <p:cNvSpPr/>
          <p:nvPr/>
        </p:nvSpPr>
        <p:spPr>
          <a:xfrm>
            <a:off x="103692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" name="Shape 421"/>
          <p:cNvSpPr/>
          <p:nvPr/>
        </p:nvSpPr>
        <p:spPr>
          <a:xfrm>
            <a:off x="104790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" name="Shape 422"/>
          <p:cNvSpPr/>
          <p:nvPr/>
        </p:nvSpPr>
        <p:spPr>
          <a:xfrm>
            <a:off x="105887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" name="Shape 423"/>
          <p:cNvSpPr/>
          <p:nvPr/>
        </p:nvSpPr>
        <p:spPr>
          <a:xfrm>
            <a:off x="106984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" name="Shape 424"/>
          <p:cNvSpPr/>
          <p:nvPr/>
        </p:nvSpPr>
        <p:spPr>
          <a:xfrm>
            <a:off x="108082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" name="Shape 425"/>
          <p:cNvSpPr/>
          <p:nvPr/>
        </p:nvSpPr>
        <p:spPr>
          <a:xfrm>
            <a:off x="109179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" name="Shape 426"/>
          <p:cNvSpPr/>
          <p:nvPr/>
        </p:nvSpPr>
        <p:spPr>
          <a:xfrm>
            <a:off x="110276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" name="Shape 427"/>
          <p:cNvSpPr/>
          <p:nvPr/>
        </p:nvSpPr>
        <p:spPr>
          <a:xfrm>
            <a:off x="111373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0" name="Shape 428"/>
          <p:cNvSpPr/>
          <p:nvPr/>
        </p:nvSpPr>
        <p:spPr>
          <a:xfrm>
            <a:off x="112471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1" name="Shape 429"/>
          <p:cNvSpPr/>
          <p:nvPr/>
        </p:nvSpPr>
        <p:spPr>
          <a:xfrm>
            <a:off x="113568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" name="Shape 430"/>
          <p:cNvSpPr/>
          <p:nvPr/>
        </p:nvSpPr>
        <p:spPr>
          <a:xfrm>
            <a:off x="114665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" name="Shape 431"/>
          <p:cNvSpPr/>
          <p:nvPr/>
        </p:nvSpPr>
        <p:spPr>
          <a:xfrm>
            <a:off x="115763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" name="Shape 432"/>
          <p:cNvSpPr/>
          <p:nvPr/>
        </p:nvSpPr>
        <p:spPr>
          <a:xfrm>
            <a:off x="116860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" name="Shape 433"/>
          <p:cNvSpPr/>
          <p:nvPr/>
        </p:nvSpPr>
        <p:spPr>
          <a:xfrm>
            <a:off x="117957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" name="Shape 434"/>
          <p:cNvSpPr/>
          <p:nvPr/>
        </p:nvSpPr>
        <p:spPr>
          <a:xfrm>
            <a:off x="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" name="Shape 435"/>
          <p:cNvSpPr/>
          <p:nvPr/>
        </p:nvSpPr>
        <p:spPr>
          <a:xfrm>
            <a:off x="1097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" name="Shape 436"/>
          <p:cNvSpPr/>
          <p:nvPr/>
        </p:nvSpPr>
        <p:spPr>
          <a:xfrm>
            <a:off x="2194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" name="Shape 437"/>
          <p:cNvSpPr/>
          <p:nvPr/>
        </p:nvSpPr>
        <p:spPr>
          <a:xfrm>
            <a:off x="3291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" name="Shape 438"/>
          <p:cNvSpPr/>
          <p:nvPr/>
        </p:nvSpPr>
        <p:spPr>
          <a:xfrm>
            <a:off x="4389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1" name="Shape 439"/>
          <p:cNvSpPr/>
          <p:nvPr/>
        </p:nvSpPr>
        <p:spPr>
          <a:xfrm>
            <a:off x="5486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2" name="Shape 440"/>
          <p:cNvSpPr/>
          <p:nvPr/>
        </p:nvSpPr>
        <p:spPr>
          <a:xfrm>
            <a:off x="6583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" name="Shape 441"/>
          <p:cNvSpPr/>
          <p:nvPr/>
        </p:nvSpPr>
        <p:spPr>
          <a:xfrm>
            <a:off x="7680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" name="Shape 442"/>
          <p:cNvSpPr/>
          <p:nvPr/>
        </p:nvSpPr>
        <p:spPr>
          <a:xfrm>
            <a:off x="8778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" name="Shape 443"/>
          <p:cNvSpPr/>
          <p:nvPr/>
        </p:nvSpPr>
        <p:spPr>
          <a:xfrm>
            <a:off x="9875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" name="Shape 444"/>
          <p:cNvSpPr/>
          <p:nvPr/>
        </p:nvSpPr>
        <p:spPr>
          <a:xfrm>
            <a:off x="10972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" name="Shape 445"/>
          <p:cNvSpPr/>
          <p:nvPr/>
        </p:nvSpPr>
        <p:spPr>
          <a:xfrm>
            <a:off x="12070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" name="Shape 446"/>
          <p:cNvSpPr/>
          <p:nvPr/>
        </p:nvSpPr>
        <p:spPr>
          <a:xfrm>
            <a:off x="13167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" name="Shape 447"/>
          <p:cNvSpPr/>
          <p:nvPr/>
        </p:nvSpPr>
        <p:spPr>
          <a:xfrm>
            <a:off x="14264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" name="Shape 448"/>
          <p:cNvSpPr/>
          <p:nvPr/>
        </p:nvSpPr>
        <p:spPr>
          <a:xfrm>
            <a:off x="15361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" name="Shape 449"/>
          <p:cNvSpPr/>
          <p:nvPr/>
        </p:nvSpPr>
        <p:spPr>
          <a:xfrm>
            <a:off x="16459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2" name="Shape 450"/>
          <p:cNvSpPr/>
          <p:nvPr/>
        </p:nvSpPr>
        <p:spPr>
          <a:xfrm>
            <a:off x="17556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" name="Shape 451"/>
          <p:cNvSpPr/>
          <p:nvPr/>
        </p:nvSpPr>
        <p:spPr>
          <a:xfrm>
            <a:off x="18653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" name="Shape 452"/>
          <p:cNvSpPr/>
          <p:nvPr/>
        </p:nvSpPr>
        <p:spPr>
          <a:xfrm>
            <a:off x="19751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" name="Shape 453"/>
          <p:cNvSpPr/>
          <p:nvPr/>
        </p:nvSpPr>
        <p:spPr>
          <a:xfrm>
            <a:off x="20848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" name="Shape 454"/>
          <p:cNvSpPr/>
          <p:nvPr/>
        </p:nvSpPr>
        <p:spPr>
          <a:xfrm>
            <a:off x="21945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" name="Shape 455"/>
          <p:cNvSpPr/>
          <p:nvPr/>
        </p:nvSpPr>
        <p:spPr>
          <a:xfrm>
            <a:off x="23042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" name="Shape 456"/>
          <p:cNvSpPr/>
          <p:nvPr/>
        </p:nvSpPr>
        <p:spPr>
          <a:xfrm>
            <a:off x="24140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" name="Shape 457"/>
          <p:cNvSpPr/>
          <p:nvPr/>
        </p:nvSpPr>
        <p:spPr>
          <a:xfrm>
            <a:off x="25237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" name="Shape 458"/>
          <p:cNvSpPr/>
          <p:nvPr/>
        </p:nvSpPr>
        <p:spPr>
          <a:xfrm>
            <a:off x="26334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" name="Shape 459"/>
          <p:cNvSpPr/>
          <p:nvPr/>
        </p:nvSpPr>
        <p:spPr>
          <a:xfrm>
            <a:off x="27432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2" name="Shape 460"/>
          <p:cNvSpPr/>
          <p:nvPr/>
        </p:nvSpPr>
        <p:spPr>
          <a:xfrm>
            <a:off x="28529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3" name="Shape 461"/>
          <p:cNvSpPr/>
          <p:nvPr/>
        </p:nvSpPr>
        <p:spPr>
          <a:xfrm>
            <a:off x="29626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" name="Shape 462"/>
          <p:cNvSpPr/>
          <p:nvPr/>
        </p:nvSpPr>
        <p:spPr>
          <a:xfrm>
            <a:off x="30723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" name="Shape 463"/>
          <p:cNvSpPr/>
          <p:nvPr/>
        </p:nvSpPr>
        <p:spPr>
          <a:xfrm>
            <a:off x="31821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" name="Shape 464"/>
          <p:cNvSpPr/>
          <p:nvPr/>
        </p:nvSpPr>
        <p:spPr>
          <a:xfrm>
            <a:off x="32918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" name="Shape 465"/>
          <p:cNvSpPr/>
          <p:nvPr/>
        </p:nvSpPr>
        <p:spPr>
          <a:xfrm>
            <a:off x="34015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" name="Shape 466"/>
          <p:cNvSpPr/>
          <p:nvPr/>
        </p:nvSpPr>
        <p:spPr>
          <a:xfrm>
            <a:off x="35112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" name="Shape 467"/>
          <p:cNvSpPr/>
          <p:nvPr/>
        </p:nvSpPr>
        <p:spPr>
          <a:xfrm>
            <a:off x="36210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" name="Shape 468"/>
          <p:cNvSpPr/>
          <p:nvPr/>
        </p:nvSpPr>
        <p:spPr>
          <a:xfrm>
            <a:off x="37307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" name="Shape 469"/>
          <p:cNvSpPr/>
          <p:nvPr/>
        </p:nvSpPr>
        <p:spPr>
          <a:xfrm>
            <a:off x="38404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" name="Shape 470"/>
          <p:cNvSpPr/>
          <p:nvPr/>
        </p:nvSpPr>
        <p:spPr>
          <a:xfrm>
            <a:off x="39502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3" name="Shape 471"/>
          <p:cNvSpPr/>
          <p:nvPr/>
        </p:nvSpPr>
        <p:spPr>
          <a:xfrm>
            <a:off x="40599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4" name="Shape 472"/>
          <p:cNvSpPr/>
          <p:nvPr/>
        </p:nvSpPr>
        <p:spPr>
          <a:xfrm>
            <a:off x="41696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" name="Shape 473"/>
          <p:cNvSpPr/>
          <p:nvPr/>
        </p:nvSpPr>
        <p:spPr>
          <a:xfrm>
            <a:off x="42793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" name="Shape 474"/>
          <p:cNvSpPr/>
          <p:nvPr/>
        </p:nvSpPr>
        <p:spPr>
          <a:xfrm>
            <a:off x="43891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" name="Shape 475"/>
          <p:cNvSpPr/>
          <p:nvPr/>
        </p:nvSpPr>
        <p:spPr>
          <a:xfrm>
            <a:off x="44988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" name="Shape 476"/>
          <p:cNvSpPr/>
          <p:nvPr/>
        </p:nvSpPr>
        <p:spPr>
          <a:xfrm>
            <a:off x="46085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" name="Shape 477"/>
          <p:cNvSpPr/>
          <p:nvPr/>
        </p:nvSpPr>
        <p:spPr>
          <a:xfrm>
            <a:off x="47183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" name="Shape 478"/>
          <p:cNvSpPr/>
          <p:nvPr/>
        </p:nvSpPr>
        <p:spPr>
          <a:xfrm>
            <a:off x="48280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" name="Shape 479"/>
          <p:cNvSpPr/>
          <p:nvPr/>
        </p:nvSpPr>
        <p:spPr>
          <a:xfrm>
            <a:off x="49377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" name="Shape 480"/>
          <p:cNvSpPr/>
          <p:nvPr/>
        </p:nvSpPr>
        <p:spPr>
          <a:xfrm>
            <a:off x="50474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" name="Shape 481"/>
          <p:cNvSpPr/>
          <p:nvPr/>
        </p:nvSpPr>
        <p:spPr>
          <a:xfrm>
            <a:off x="51572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4" name="Shape 482"/>
          <p:cNvSpPr/>
          <p:nvPr/>
        </p:nvSpPr>
        <p:spPr>
          <a:xfrm>
            <a:off x="52669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5" name="Shape 483"/>
          <p:cNvSpPr/>
          <p:nvPr/>
        </p:nvSpPr>
        <p:spPr>
          <a:xfrm>
            <a:off x="53766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" name="Shape 484"/>
          <p:cNvSpPr/>
          <p:nvPr/>
        </p:nvSpPr>
        <p:spPr>
          <a:xfrm>
            <a:off x="54864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" name="Shape 485"/>
          <p:cNvSpPr/>
          <p:nvPr/>
        </p:nvSpPr>
        <p:spPr>
          <a:xfrm>
            <a:off x="55961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" name="Shape 486"/>
          <p:cNvSpPr/>
          <p:nvPr/>
        </p:nvSpPr>
        <p:spPr>
          <a:xfrm>
            <a:off x="57058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" name="Shape 487"/>
          <p:cNvSpPr/>
          <p:nvPr/>
        </p:nvSpPr>
        <p:spPr>
          <a:xfrm>
            <a:off x="58155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" name="Shape 488"/>
          <p:cNvSpPr/>
          <p:nvPr/>
        </p:nvSpPr>
        <p:spPr>
          <a:xfrm>
            <a:off x="59253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" name="Shape 489"/>
          <p:cNvSpPr/>
          <p:nvPr/>
        </p:nvSpPr>
        <p:spPr>
          <a:xfrm>
            <a:off x="60350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" name="Shape 490"/>
          <p:cNvSpPr/>
          <p:nvPr/>
        </p:nvSpPr>
        <p:spPr>
          <a:xfrm>
            <a:off x="61447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" name="Shape 491"/>
          <p:cNvSpPr/>
          <p:nvPr/>
        </p:nvSpPr>
        <p:spPr>
          <a:xfrm>
            <a:off x="62544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" name="Shape 492"/>
          <p:cNvSpPr/>
          <p:nvPr/>
        </p:nvSpPr>
        <p:spPr>
          <a:xfrm>
            <a:off x="63642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5" name="Shape 493"/>
          <p:cNvSpPr/>
          <p:nvPr/>
        </p:nvSpPr>
        <p:spPr>
          <a:xfrm>
            <a:off x="64739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6" name="Shape 494"/>
          <p:cNvSpPr/>
          <p:nvPr/>
        </p:nvSpPr>
        <p:spPr>
          <a:xfrm>
            <a:off x="65836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7" name="Shape 495"/>
          <p:cNvSpPr/>
          <p:nvPr/>
        </p:nvSpPr>
        <p:spPr>
          <a:xfrm>
            <a:off x="66934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8" name="Shape 496"/>
          <p:cNvSpPr/>
          <p:nvPr/>
        </p:nvSpPr>
        <p:spPr>
          <a:xfrm>
            <a:off x="68031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9" name="Shape 497"/>
          <p:cNvSpPr/>
          <p:nvPr/>
        </p:nvSpPr>
        <p:spPr>
          <a:xfrm>
            <a:off x="69128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0" name="Shape 498"/>
          <p:cNvSpPr/>
          <p:nvPr/>
        </p:nvSpPr>
        <p:spPr>
          <a:xfrm>
            <a:off x="70225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1" name="Shape 499"/>
          <p:cNvSpPr/>
          <p:nvPr/>
        </p:nvSpPr>
        <p:spPr>
          <a:xfrm>
            <a:off x="71323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2" name="Shape 500"/>
          <p:cNvSpPr/>
          <p:nvPr/>
        </p:nvSpPr>
        <p:spPr>
          <a:xfrm>
            <a:off x="72420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3" name="Shape 501"/>
          <p:cNvSpPr/>
          <p:nvPr/>
        </p:nvSpPr>
        <p:spPr>
          <a:xfrm>
            <a:off x="73517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4" name="Shape 502"/>
          <p:cNvSpPr/>
          <p:nvPr/>
        </p:nvSpPr>
        <p:spPr>
          <a:xfrm>
            <a:off x="74615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5" name="Shape 503"/>
          <p:cNvSpPr/>
          <p:nvPr/>
        </p:nvSpPr>
        <p:spPr>
          <a:xfrm>
            <a:off x="75712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6" name="Shape 504"/>
          <p:cNvSpPr/>
          <p:nvPr/>
        </p:nvSpPr>
        <p:spPr>
          <a:xfrm>
            <a:off x="76809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7" name="Shape 505"/>
          <p:cNvSpPr/>
          <p:nvPr/>
        </p:nvSpPr>
        <p:spPr>
          <a:xfrm>
            <a:off x="77906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8" name="Shape 506"/>
          <p:cNvSpPr/>
          <p:nvPr/>
        </p:nvSpPr>
        <p:spPr>
          <a:xfrm>
            <a:off x="79004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9" name="Shape 507"/>
          <p:cNvSpPr/>
          <p:nvPr/>
        </p:nvSpPr>
        <p:spPr>
          <a:xfrm>
            <a:off x="80101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0" name="Shape 508"/>
          <p:cNvSpPr/>
          <p:nvPr/>
        </p:nvSpPr>
        <p:spPr>
          <a:xfrm>
            <a:off x="81198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1" name="Shape 509"/>
          <p:cNvSpPr/>
          <p:nvPr/>
        </p:nvSpPr>
        <p:spPr>
          <a:xfrm>
            <a:off x="82296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2" name="Shape 510"/>
          <p:cNvSpPr/>
          <p:nvPr/>
        </p:nvSpPr>
        <p:spPr>
          <a:xfrm>
            <a:off x="83393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3" name="Shape 511"/>
          <p:cNvSpPr/>
          <p:nvPr/>
        </p:nvSpPr>
        <p:spPr>
          <a:xfrm>
            <a:off x="84490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4" name="Shape 512"/>
          <p:cNvSpPr/>
          <p:nvPr/>
        </p:nvSpPr>
        <p:spPr>
          <a:xfrm>
            <a:off x="85587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5" name="Shape 513"/>
          <p:cNvSpPr/>
          <p:nvPr/>
        </p:nvSpPr>
        <p:spPr>
          <a:xfrm>
            <a:off x="86685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6" name="Shape 514"/>
          <p:cNvSpPr/>
          <p:nvPr/>
        </p:nvSpPr>
        <p:spPr>
          <a:xfrm>
            <a:off x="87782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7" name="Shape 515"/>
          <p:cNvSpPr/>
          <p:nvPr/>
        </p:nvSpPr>
        <p:spPr>
          <a:xfrm>
            <a:off x="88879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8" name="Shape 516"/>
          <p:cNvSpPr/>
          <p:nvPr/>
        </p:nvSpPr>
        <p:spPr>
          <a:xfrm>
            <a:off x="89976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9" name="Shape 517"/>
          <p:cNvSpPr/>
          <p:nvPr/>
        </p:nvSpPr>
        <p:spPr>
          <a:xfrm>
            <a:off x="91074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0" name="Shape 518"/>
          <p:cNvSpPr/>
          <p:nvPr/>
        </p:nvSpPr>
        <p:spPr>
          <a:xfrm>
            <a:off x="92171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1" name="Shape 519"/>
          <p:cNvSpPr/>
          <p:nvPr/>
        </p:nvSpPr>
        <p:spPr>
          <a:xfrm>
            <a:off x="93268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2" name="Shape 520"/>
          <p:cNvSpPr/>
          <p:nvPr/>
        </p:nvSpPr>
        <p:spPr>
          <a:xfrm>
            <a:off x="94366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3" name="Shape 521"/>
          <p:cNvSpPr/>
          <p:nvPr/>
        </p:nvSpPr>
        <p:spPr>
          <a:xfrm>
            <a:off x="95463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4" name="Shape 522"/>
          <p:cNvSpPr/>
          <p:nvPr/>
        </p:nvSpPr>
        <p:spPr>
          <a:xfrm>
            <a:off x="96560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5" name="Shape 523"/>
          <p:cNvSpPr/>
          <p:nvPr/>
        </p:nvSpPr>
        <p:spPr>
          <a:xfrm>
            <a:off x="97657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6" name="Shape 524"/>
          <p:cNvSpPr/>
          <p:nvPr/>
        </p:nvSpPr>
        <p:spPr>
          <a:xfrm>
            <a:off x="98755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7" name="Shape 525"/>
          <p:cNvSpPr/>
          <p:nvPr/>
        </p:nvSpPr>
        <p:spPr>
          <a:xfrm>
            <a:off x="99852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8" name="Shape 526"/>
          <p:cNvSpPr/>
          <p:nvPr/>
        </p:nvSpPr>
        <p:spPr>
          <a:xfrm>
            <a:off x="100949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9" name="Shape 527"/>
          <p:cNvSpPr/>
          <p:nvPr/>
        </p:nvSpPr>
        <p:spPr>
          <a:xfrm>
            <a:off x="102047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0" name="Shape 528"/>
          <p:cNvSpPr/>
          <p:nvPr/>
        </p:nvSpPr>
        <p:spPr>
          <a:xfrm>
            <a:off x="103144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1" name="Shape 529"/>
          <p:cNvSpPr/>
          <p:nvPr/>
        </p:nvSpPr>
        <p:spPr>
          <a:xfrm>
            <a:off x="104241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2" name="Shape 530"/>
          <p:cNvSpPr/>
          <p:nvPr/>
        </p:nvSpPr>
        <p:spPr>
          <a:xfrm>
            <a:off x="105338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3" name="Shape 531"/>
          <p:cNvSpPr/>
          <p:nvPr/>
        </p:nvSpPr>
        <p:spPr>
          <a:xfrm>
            <a:off x="106436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4" name="Shape 532"/>
          <p:cNvSpPr/>
          <p:nvPr/>
        </p:nvSpPr>
        <p:spPr>
          <a:xfrm>
            <a:off x="107533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5" name="Shape 533"/>
          <p:cNvSpPr/>
          <p:nvPr/>
        </p:nvSpPr>
        <p:spPr>
          <a:xfrm>
            <a:off x="108630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6" name="Shape 534"/>
          <p:cNvSpPr/>
          <p:nvPr/>
        </p:nvSpPr>
        <p:spPr>
          <a:xfrm>
            <a:off x="109728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7" name="Shape 535"/>
          <p:cNvSpPr/>
          <p:nvPr/>
        </p:nvSpPr>
        <p:spPr>
          <a:xfrm>
            <a:off x="110825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8" name="Shape 536"/>
          <p:cNvSpPr/>
          <p:nvPr/>
        </p:nvSpPr>
        <p:spPr>
          <a:xfrm>
            <a:off x="111922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9" name="Shape 537"/>
          <p:cNvSpPr/>
          <p:nvPr/>
        </p:nvSpPr>
        <p:spPr>
          <a:xfrm>
            <a:off x="113019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0" name="Shape 538"/>
          <p:cNvSpPr/>
          <p:nvPr/>
        </p:nvSpPr>
        <p:spPr>
          <a:xfrm>
            <a:off x="114117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1" name="Shape 539"/>
          <p:cNvSpPr/>
          <p:nvPr/>
        </p:nvSpPr>
        <p:spPr>
          <a:xfrm>
            <a:off x="115214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2" name="Shape 540"/>
          <p:cNvSpPr/>
          <p:nvPr/>
        </p:nvSpPr>
        <p:spPr>
          <a:xfrm>
            <a:off x="116311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3" name="Shape 541"/>
          <p:cNvSpPr/>
          <p:nvPr/>
        </p:nvSpPr>
        <p:spPr>
          <a:xfrm>
            <a:off x="117408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4" name="Shape 542"/>
          <p:cNvSpPr/>
          <p:nvPr/>
        </p:nvSpPr>
        <p:spPr>
          <a:xfrm>
            <a:off x="548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5" name="Shape 543"/>
          <p:cNvSpPr/>
          <p:nvPr/>
        </p:nvSpPr>
        <p:spPr>
          <a:xfrm>
            <a:off x="1645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6" name="Shape 544"/>
          <p:cNvSpPr/>
          <p:nvPr/>
        </p:nvSpPr>
        <p:spPr>
          <a:xfrm>
            <a:off x="2743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7" name="Shape 545"/>
          <p:cNvSpPr/>
          <p:nvPr/>
        </p:nvSpPr>
        <p:spPr>
          <a:xfrm>
            <a:off x="3840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8" name="Shape 546"/>
          <p:cNvSpPr/>
          <p:nvPr/>
        </p:nvSpPr>
        <p:spPr>
          <a:xfrm>
            <a:off x="4937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9" name="Shape 547"/>
          <p:cNvSpPr/>
          <p:nvPr/>
        </p:nvSpPr>
        <p:spPr>
          <a:xfrm>
            <a:off x="6035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0" name="Shape 548"/>
          <p:cNvSpPr/>
          <p:nvPr/>
        </p:nvSpPr>
        <p:spPr>
          <a:xfrm>
            <a:off x="7132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1" name="Shape 549"/>
          <p:cNvSpPr/>
          <p:nvPr/>
        </p:nvSpPr>
        <p:spPr>
          <a:xfrm>
            <a:off x="8229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2" name="Shape 550"/>
          <p:cNvSpPr/>
          <p:nvPr/>
        </p:nvSpPr>
        <p:spPr>
          <a:xfrm>
            <a:off x="9326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3" name="Shape 551"/>
          <p:cNvSpPr/>
          <p:nvPr/>
        </p:nvSpPr>
        <p:spPr>
          <a:xfrm>
            <a:off x="10424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4" name="Shape 552"/>
          <p:cNvSpPr/>
          <p:nvPr/>
        </p:nvSpPr>
        <p:spPr>
          <a:xfrm>
            <a:off x="11521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5" name="Shape 553"/>
          <p:cNvSpPr/>
          <p:nvPr/>
        </p:nvSpPr>
        <p:spPr>
          <a:xfrm>
            <a:off x="12618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6" name="Shape 554"/>
          <p:cNvSpPr/>
          <p:nvPr/>
        </p:nvSpPr>
        <p:spPr>
          <a:xfrm>
            <a:off x="13716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7" name="Shape 555"/>
          <p:cNvSpPr/>
          <p:nvPr/>
        </p:nvSpPr>
        <p:spPr>
          <a:xfrm>
            <a:off x="14813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8" name="Shape 556"/>
          <p:cNvSpPr/>
          <p:nvPr/>
        </p:nvSpPr>
        <p:spPr>
          <a:xfrm>
            <a:off x="15910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9" name="Shape 557"/>
          <p:cNvSpPr/>
          <p:nvPr/>
        </p:nvSpPr>
        <p:spPr>
          <a:xfrm>
            <a:off x="17007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0" name="Shape 558"/>
          <p:cNvSpPr/>
          <p:nvPr/>
        </p:nvSpPr>
        <p:spPr>
          <a:xfrm>
            <a:off x="18105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1" name="Shape 559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2" name="Shape 560"/>
          <p:cNvSpPr/>
          <p:nvPr/>
        </p:nvSpPr>
        <p:spPr>
          <a:xfrm>
            <a:off x="20299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3" name="Shape 561"/>
          <p:cNvSpPr/>
          <p:nvPr/>
        </p:nvSpPr>
        <p:spPr>
          <a:xfrm>
            <a:off x="21396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4" name="Shape 562"/>
          <p:cNvSpPr/>
          <p:nvPr/>
        </p:nvSpPr>
        <p:spPr>
          <a:xfrm>
            <a:off x="22494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5" name="Shape 563"/>
          <p:cNvSpPr/>
          <p:nvPr/>
        </p:nvSpPr>
        <p:spPr>
          <a:xfrm>
            <a:off x="23591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6" name="Shape 564"/>
          <p:cNvSpPr/>
          <p:nvPr/>
        </p:nvSpPr>
        <p:spPr>
          <a:xfrm>
            <a:off x="24688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7" name="Shape 565"/>
          <p:cNvSpPr/>
          <p:nvPr/>
        </p:nvSpPr>
        <p:spPr>
          <a:xfrm>
            <a:off x="25786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8" name="Shape 566"/>
          <p:cNvSpPr/>
          <p:nvPr/>
        </p:nvSpPr>
        <p:spPr>
          <a:xfrm>
            <a:off x="26883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9" name="Shape 567"/>
          <p:cNvSpPr/>
          <p:nvPr/>
        </p:nvSpPr>
        <p:spPr>
          <a:xfrm>
            <a:off x="27980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0" name="Shape 568"/>
          <p:cNvSpPr/>
          <p:nvPr/>
        </p:nvSpPr>
        <p:spPr>
          <a:xfrm>
            <a:off x="29077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1" name="Shape 569"/>
          <p:cNvSpPr/>
          <p:nvPr/>
        </p:nvSpPr>
        <p:spPr>
          <a:xfrm>
            <a:off x="30175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2" name="Shape 570"/>
          <p:cNvSpPr/>
          <p:nvPr/>
        </p:nvSpPr>
        <p:spPr>
          <a:xfrm>
            <a:off x="31272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3" name="Shape 571"/>
          <p:cNvSpPr/>
          <p:nvPr/>
        </p:nvSpPr>
        <p:spPr>
          <a:xfrm>
            <a:off x="32369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4" name="Shape 572"/>
          <p:cNvSpPr/>
          <p:nvPr/>
        </p:nvSpPr>
        <p:spPr>
          <a:xfrm>
            <a:off x="33467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5" name="Shape 573"/>
          <p:cNvSpPr/>
          <p:nvPr/>
        </p:nvSpPr>
        <p:spPr>
          <a:xfrm>
            <a:off x="34564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6" name="Shape 574"/>
          <p:cNvSpPr/>
          <p:nvPr/>
        </p:nvSpPr>
        <p:spPr>
          <a:xfrm>
            <a:off x="35661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7" name="Shape 575"/>
          <p:cNvSpPr/>
          <p:nvPr/>
        </p:nvSpPr>
        <p:spPr>
          <a:xfrm>
            <a:off x="36758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8" name="Shape 576"/>
          <p:cNvSpPr/>
          <p:nvPr/>
        </p:nvSpPr>
        <p:spPr>
          <a:xfrm>
            <a:off x="37856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9" name="Shape 577"/>
          <p:cNvSpPr/>
          <p:nvPr/>
        </p:nvSpPr>
        <p:spPr>
          <a:xfrm>
            <a:off x="38953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0" name="Shape 578"/>
          <p:cNvSpPr/>
          <p:nvPr/>
        </p:nvSpPr>
        <p:spPr>
          <a:xfrm>
            <a:off x="40050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1" name="Shape 579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2" name="Shape 580"/>
          <p:cNvSpPr/>
          <p:nvPr/>
        </p:nvSpPr>
        <p:spPr>
          <a:xfrm>
            <a:off x="42245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3" name="Shape 581"/>
          <p:cNvSpPr/>
          <p:nvPr/>
        </p:nvSpPr>
        <p:spPr>
          <a:xfrm>
            <a:off x="43342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4" name="Shape 582"/>
          <p:cNvSpPr/>
          <p:nvPr/>
        </p:nvSpPr>
        <p:spPr>
          <a:xfrm>
            <a:off x="44439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5" name="Shape 583"/>
          <p:cNvSpPr/>
          <p:nvPr/>
        </p:nvSpPr>
        <p:spPr>
          <a:xfrm>
            <a:off x="45537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6" name="Shape 584"/>
          <p:cNvSpPr/>
          <p:nvPr/>
        </p:nvSpPr>
        <p:spPr>
          <a:xfrm>
            <a:off x="46634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7" name="Shape 585"/>
          <p:cNvSpPr/>
          <p:nvPr/>
        </p:nvSpPr>
        <p:spPr>
          <a:xfrm>
            <a:off x="47731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8" name="Shape 586"/>
          <p:cNvSpPr/>
          <p:nvPr/>
        </p:nvSpPr>
        <p:spPr>
          <a:xfrm>
            <a:off x="48828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9" name="Shape 587"/>
          <p:cNvSpPr/>
          <p:nvPr/>
        </p:nvSpPr>
        <p:spPr>
          <a:xfrm>
            <a:off x="49926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0" name="Shape 588"/>
          <p:cNvSpPr/>
          <p:nvPr/>
        </p:nvSpPr>
        <p:spPr>
          <a:xfrm>
            <a:off x="51023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1" name="Shape 589"/>
          <p:cNvSpPr/>
          <p:nvPr/>
        </p:nvSpPr>
        <p:spPr>
          <a:xfrm>
            <a:off x="52120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2" name="Shape 590"/>
          <p:cNvSpPr/>
          <p:nvPr/>
        </p:nvSpPr>
        <p:spPr>
          <a:xfrm>
            <a:off x="53218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3" name="Shape 591"/>
          <p:cNvSpPr/>
          <p:nvPr/>
        </p:nvSpPr>
        <p:spPr>
          <a:xfrm>
            <a:off x="54315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4" name="Shape 592"/>
          <p:cNvSpPr/>
          <p:nvPr/>
        </p:nvSpPr>
        <p:spPr>
          <a:xfrm>
            <a:off x="55412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5" name="Shape 593"/>
          <p:cNvSpPr/>
          <p:nvPr/>
        </p:nvSpPr>
        <p:spPr>
          <a:xfrm>
            <a:off x="56509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6" name="Shape 594"/>
          <p:cNvSpPr/>
          <p:nvPr/>
        </p:nvSpPr>
        <p:spPr>
          <a:xfrm>
            <a:off x="57607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7" name="Shape 595"/>
          <p:cNvSpPr/>
          <p:nvPr/>
        </p:nvSpPr>
        <p:spPr>
          <a:xfrm>
            <a:off x="58704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8" name="Shape 596"/>
          <p:cNvSpPr/>
          <p:nvPr/>
        </p:nvSpPr>
        <p:spPr>
          <a:xfrm>
            <a:off x="59801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9" name="Shape 597"/>
          <p:cNvSpPr/>
          <p:nvPr/>
        </p:nvSpPr>
        <p:spPr>
          <a:xfrm>
            <a:off x="60899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0" name="Shape 598"/>
          <p:cNvSpPr/>
          <p:nvPr/>
        </p:nvSpPr>
        <p:spPr>
          <a:xfrm>
            <a:off x="61996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1" name="Shape 599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2" name="Shape 600"/>
          <p:cNvSpPr/>
          <p:nvPr/>
        </p:nvSpPr>
        <p:spPr>
          <a:xfrm>
            <a:off x="64190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3" name="Shape 601"/>
          <p:cNvSpPr/>
          <p:nvPr/>
        </p:nvSpPr>
        <p:spPr>
          <a:xfrm>
            <a:off x="65288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4" name="Shape 602"/>
          <p:cNvSpPr/>
          <p:nvPr/>
        </p:nvSpPr>
        <p:spPr>
          <a:xfrm>
            <a:off x="66385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5" name="Shape 603"/>
          <p:cNvSpPr/>
          <p:nvPr/>
        </p:nvSpPr>
        <p:spPr>
          <a:xfrm>
            <a:off x="67482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6" name="Shape 604"/>
          <p:cNvSpPr/>
          <p:nvPr/>
        </p:nvSpPr>
        <p:spPr>
          <a:xfrm>
            <a:off x="68580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7" name="Shape 605"/>
          <p:cNvSpPr/>
          <p:nvPr/>
        </p:nvSpPr>
        <p:spPr>
          <a:xfrm>
            <a:off x="69677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8" name="Shape 606"/>
          <p:cNvSpPr/>
          <p:nvPr/>
        </p:nvSpPr>
        <p:spPr>
          <a:xfrm>
            <a:off x="70774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9" name="Shape 607"/>
          <p:cNvSpPr/>
          <p:nvPr/>
        </p:nvSpPr>
        <p:spPr>
          <a:xfrm>
            <a:off x="71871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0" name="Shape 608"/>
          <p:cNvSpPr/>
          <p:nvPr/>
        </p:nvSpPr>
        <p:spPr>
          <a:xfrm>
            <a:off x="72969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1" name="Shape 609"/>
          <p:cNvSpPr/>
          <p:nvPr/>
        </p:nvSpPr>
        <p:spPr>
          <a:xfrm>
            <a:off x="74066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2" name="Shape 610"/>
          <p:cNvSpPr/>
          <p:nvPr/>
        </p:nvSpPr>
        <p:spPr>
          <a:xfrm>
            <a:off x="75163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3" name="Shape 611"/>
          <p:cNvSpPr/>
          <p:nvPr/>
        </p:nvSpPr>
        <p:spPr>
          <a:xfrm>
            <a:off x="76260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4" name="Shape 612"/>
          <p:cNvSpPr/>
          <p:nvPr/>
        </p:nvSpPr>
        <p:spPr>
          <a:xfrm>
            <a:off x="77358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5" name="Shape 613"/>
          <p:cNvSpPr/>
          <p:nvPr/>
        </p:nvSpPr>
        <p:spPr>
          <a:xfrm>
            <a:off x="78455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6" name="Shape 614"/>
          <p:cNvSpPr/>
          <p:nvPr/>
        </p:nvSpPr>
        <p:spPr>
          <a:xfrm>
            <a:off x="79552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7" name="Shape 615"/>
          <p:cNvSpPr/>
          <p:nvPr/>
        </p:nvSpPr>
        <p:spPr>
          <a:xfrm>
            <a:off x="80650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8" name="Shape 616"/>
          <p:cNvSpPr/>
          <p:nvPr/>
        </p:nvSpPr>
        <p:spPr>
          <a:xfrm>
            <a:off x="81747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9" name="Shape 617"/>
          <p:cNvSpPr/>
          <p:nvPr/>
        </p:nvSpPr>
        <p:spPr>
          <a:xfrm>
            <a:off x="82844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0" name="Shape 618"/>
          <p:cNvSpPr/>
          <p:nvPr/>
        </p:nvSpPr>
        <p:spPr>
          <a:xfrm>
            <a:off x="83941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1" name="Shape 619"/>
          <p:cNvSpPr/>
          <p:nvPr/>
        </p:nvSpPr>
        <p:spPr>
          <a:xfrm>
            <a:off x="85039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2" name="Shape 620"/>
          <p:cNvSpPr/>
          <p:nvPr/>
        </p:nvSpPr>
        <p:spPr>
          <a:xfrm>
            <a:off x="86136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3" name="Shape 621"/>
          <p:cNvSpPr/>
          <p:nvPr/>
        </p:nvSpPr>
        <p:spPr>
          <a:xfrm>
            <a:off x="87233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4" name="Shape 622"/>
          <p:cNvSpPr/>
          <p:nvPr/>
        </p:nvSpPr>
        <p:spPr>
          <a:xfrm>
            <a:off x="88331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5" name="Shape 623"/>
          <p:cNvSpPr/>
          <p:nvPr/>
        </p:nvSpPr>
        <p:spPr>
          <a:xfrm>
            <a:off x="89428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6" name="Shape 624"/>
          <p:cNvSpPr/>
          <p:nvPr/>
        </p:nvSpPr>
        <p:spPr>
          <a:xfrm>
            <a:off x="90525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7" name="Shape 625"/>
          <p:cNvSpPr/>
          <p:nvPr/>
        </p:nvSpPr>
        <p:spPr>
          <a:xfrm>
            <a:off x="91622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8" name="Shape 626"/>
          <p:cNvSpPr/>
          <p:nvPr/>
        </p:nvSpPr>
        <p:spPr>
          <a:xfrm>
            <a:off x="92720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9" name="Shape 627"/>
          <p:cNvSpPr/>
          <p:nvPr/>
        </p:nvSpPr>
        <p:spPr>
          <a:xfrm>
            <a:off x="93817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0" name="Shape 628"/>
          <p:cNvSpPr/>
          <p:nvPr/>
        </p:nvSpPr>
        <p:spPr>
          <a:xfrm>
            <a:off x="94914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1" name="Shape 629"/>
          <p:cNvSpPr/>
          <p:nvPr/>
        </p:nvSpPr>
        <p:spPr>
          <a:xfrm>
            <a:off x="96012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2" name="Shape 630"/>
          <p:cNvSpPr/>
          <p:nvPr/>
        </p:nvSpPr>
        <p:spPr>
          <a:xfrm>
            <a:off x="97109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3" name="Shape 631"/>
          <p:cNvSpPr/>
          <p:nvPr/>
        </p:nvSpPr>
        <p:spPr>
          <a:xfrm>
            <a:off x="98206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4" name="Shape 632"/>
          <p:cNvSpPr/>
          <p:nvPr/>
        </p:nvSpPr>
        <p:spPr>
          <a:xfrm>
            <a:off x="99303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5" name="Shape 633"/>
          <p:cNvSpPr/>
          <p:nvPr/>
        </p:nvSpPr>
        <p:spPr>
          <a:xfrm>
            <a:off x="100401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6" name="Shape 634"/>
          <p:cNvSpPr/>
          <p:nvPr/>
        </p:nvSpPr>
        <p:spPr>
          <a:xfrm>
            <a:off x="101498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7" name="Shape 635"/>
          <p:cNvSpPr/>
          <p:nvPr/>
        </p:nvSpPr>
        <p:spPr>
          <a:xfrm>
            <a:off x="102595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8" name="Shape 636"/>
          <p:cNvSpPr/>
          <p:nvPr/>
        </p:nvSpPr>
        <p:spPr>
          <a:xfrm>
            <a:off x="103692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9" name="Shape 637"/>
          <p:cNvSpPr/>
          <p:nvPr/>
        </p:nvSpPr>
        <p:spPr>
          <a:xfrm>
            <a:off x="104790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0" name="Shape 638"/>
          <p:cNvSpPr/>
          <p:nvPr/>
        </p:nvSpPr>
        <p:spPr>
          <a:xfrm>
            <a:off x="105887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1" name="Shape 639"/>
          <p:cNvSpPr/>
          <p:nvPr/>
        </p:nvSpPr>
        <p:spPr>
          <a:xfrm>
            <a:off x="106984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2" name="Shape 640"/>
          <p:cNvSpPr/>
          <p:nvPr/>
        </p:nvSpPr>
        <p:spPr>
          <a:xfrm>
            <a:off x="108082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3" name="Shape 641"/>
          <p:cNvSpPr/>
          <p:nvPr/>
        </p:nvSpPr>
        <p:spPr>
          <a:xfrm>
            <a:off x="109179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4" name="Shape 642"/>
          <p:cNvSpPr/>
          <p:nvPr/>
        </p:nvSpPr>
        <p:spPr>
          <a:xfrm>
            <a:off x="110276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5" name="Shape 643"/>
          <p:cNvSpPr/>
          <p:nvPr/>
        </p:nvSpPr>
        <p:spPr>
          <a:xfrm>
            <a:off x="111373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6" name="Shape 644"/>
          <p:cNvSpPr/>
          <p:nvPr/>
        </p:nvSpPr>
        <p:spPr>
          <a:xfrm>
            <a:off x="112471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7" name="Shape 645"/>
          <p:cNvSpPr/>
          <p:nvPr/>
        </p:nvSpPr>
        <p:spPr>
          <a:xfrm>
            <a:off x="113568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8" name="Shape 646"/>
          <p:cNvSpPr/>
          <p:nvPr/>
        </p:nvSpPr>
        <p:spPr>
          <a:xfrm>
            <a:off x="114665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9" name="Shape 647"/>
          <p:cNvSpPr/>
          <p:nvPr/>
        </p:nvSpPr>
        <p:spPr>
          <a:xfrm>
            <a:off x="115763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0" name="Shape 648"/>
          <p:cNvSpPr/>
          <p:nvPr/>
        </p:nvSpPr>
        <p:spPr>
          <a:xfrm>
            <a:off x="116860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1" name="Shape 649"/>
          <p:cNvSpPr/>
          <p:nvPr/>
        </p:nvSpPr>
        <p:spPr>
          <a:xfrm>
            <a:off x="117957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2" name="Shape 650"/>
          <p:cNvSpPr/>
          <p:nvPr/>
        </p:nvSpPr>
        <p:spPr>
          <a:xfrm>
            <a:off x="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3" name="Shape 651"/>
          <p:cNvSpPr/>
          <p:nvPr/>
        </p:nvSpPr>
        <p:spPr>
          <a:xfrm>
            <a:off x="1097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4" name="Shape 652"/>
          <p:cNvSpPr/>
          <p:nvPr/>
        </p:nvSpPr>
        <p:spPr>
          <a:xfrm>
            <a:off x="2194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5" name="Shape 653"/>
          <p:cNvSpPr/>
          <p:nvPr/>
        </p:nvSpPr>
        <p:spPr>
          <a:xfrm>
            <a:off x="3291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6" name="Shape 654"/>
          <p:cNvSpPr/>
          <p:nvPr/>
        </p:nvSpPr>
        <p:spPr>
          <a:xfrm>
            <a:off x="4389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7" name="Shape 655"/>
          <p:cNvSpPr/>
          <p:nvPr/>
        </p:nvSpPr>
        <p:spPr>
          <a:xfrm>
            <a:off x="5486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8" name="Shape 656"/>
          <p:cNvSpPr/>
          <p:nvPr/>
        </p:nvSpPr>
        <p:spPr>
          <a:xfrm>
            <a:off x="6583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9" name="Shape 657"/>
          <p:cNvSpPr/>
          <p:nvPr/>
        </p:nvSpPr>
        <p:spPr>
          <a:xfrm>
            <a:off x="7680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0" name="Shape 658"/>
          <p:cNvSpPr/>
          <p:nvPr/>
        </p:nvSpPr>
        <p:spPr>
          <a:xfrm>
            <a:off x="8778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1" name="Shape 659"/>
          <p:cNvSpPr/>
          <p:nvPr/>
        </p:nvSpPr>
        <p:spPr>
          <a:xfrm>
            <a:off x="9875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2" name="Shape 660"/>
          <p:cNvSpPr/>
          <p:nvPr/>
        </p:nvSpPr>
        <p:spPr>
          <a:xfrm>
            <a:off x="10972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3" name="Shape 661"/>
          <p:cNvSpPr/>
          <p:nvPr/>
        </p:nvSpPr>
        <p:spPr>
          <a:xfrm>
            <a:off x="12070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4" name="Shape 662"/>
          <p:cNvSpPr/>
          <p:nvPr/>
        </p:nvSpPr>
        <p:spPr>
          <a:xfrm>
            <a:off x="13167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5" name="Shape 663"/>
          <p:cNvSpPr/>
          <p:nvPr/>
        </p:nvSpPr>
        <p:spPr>
          <a:xfrm>
            <a:off x="14264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6" name="Shape 664"/>
          <p:cNvSpPr/>
          <p:nvPr/>
        </p:nvSpPr>
        <p:spPr>
          <a:xfrm>
            <a:off x="15361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7" name="Shape 665"/>
          <p:cNvSpPr/>
          <p:nvPr/>
        </p:nvSpPr>
        <p:spPr>
          <a:xfrm>
            <a:off x="16459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8" name="Shape 666"/>
          <p:cNvSpPr/>
          <p:nvPr/>
        </p:nvSpPr>
        <p:spPr>
          <a:xfrm>
            <a:off x="17556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9" name="Shape 667"/>
          <p:cNvSpPr/>
          <p:nvPr/>
        </p:nvSpPr>
        <p:spPr>
          <a:xfrm>
            <a:off x="18653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0" name="Shape 668"/>
          <p:cNvSpPr/>
          <p:nvPr/>
        </p:nvSpPr>
        <p:spPr>
          <a:xfrm>
            <a:off x="19751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1" name="Shape 669"/>
          <p:cNvSpPr/>
          <p:nvPr/>
        </p:nvSpPr>
        <p:spPr>
          <a:xfrm>
            <a:off x="20848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2" name="Shape 670"/>
          <p:cNvSpPr/>
          <p:nvPr/>
        </p:nvSpPr>
        <p:spPr>
          <a:xfrm>
            <a:off x="21945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3" name="Shape 671"/>
          <p:cNvSpPr/>
          <p:nvPr/>
        </p:nvSpPr>
        <p:spPr>
          <a:xfrm>
            <a:off x="23042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4" name="Shape 672"/>
          <p:cNvSpPr/>
          <p:nvPr/>
        </p:nvSpPr>
        <p:spPr>
          <a:xfrm>
            <a:off x="24140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5" name="Shape 673"/>
          <p:cNvSpPr/>
          <p:nvPr/>
        </p:nvSpPr>
        <p:spPr>
          <a:xfrm>
            <a:off x="25237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6" name="Shape 674"/>
          <p:cNvSpPr/>
          <p:nvPr/>
        </p:nvSpPr>
        <p:spPr>
          <a:xfrm>
            <a:off x="26334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7" name="Shape 675"/>
          <p:cNvSpPr/>
          <p:nvPr/>
        </p:nvSpPr>
        <p:spPr>
          <a:xfrm>
            <a:off x="27432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8" name="Shape 676"/>
          <p:cNvSpPr/>
          <p:nvPr/>
        </p:nvSpPr>
        <p:spPr>
          <a:xfrm>
            <a:off x="28529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9" name="Shape 677"/>
          <p:cNvSpPr/>
          <p:nvPr/>
        </p:nvSpPr>
        <p:spPr>
          <a:xfrm>
            <a:off x="29626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0" name="Shape 678"/>
          <p:cNvSpPr/>
          <p:nvPr/>
        </p:nvSpPr>
        <p:spPr>
          <a:xfrm>
            <a:off x="30723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1" name="Shape 679"/>
          <p:cNvSpPr/>
          <p:nvPr/>
        </p:nvSpPr>
        <p:spPr>
          <a:xfrm>
            <a:off x="31821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2" name="Shape 680"/>
          <p:cNvSpPr/>
          <p:nvPr/>
        </p:nvSpPr>
        <p:spPr>
          <a:xfrm>
            <a:off x="32918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3" name="Shape 681"/>
          <p:cNvSpPr/>
          <p:nvPr/>
        </p:nvSpPr>
        <p:spPr>
          <a:xfrm>
            <a:off x="34015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4" name="Shape 682"/>
          <p:cNvSpPr/>
          <p:nvPr/>
        </p:nvSpPr>
        <p:spPr>
          <a:xfrm>
            <a:off x="35112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5" name="Shape 683"/>
          <p:cNvSpPr/>
          <p:nvPr/>
        </p:nvSpPr>
        <p:spPr>
          <a:xfrm>
            <a:off x="36210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6" name="Shape 684"/>
          <p:cNvSpPr/>
          <p:nvPr/>
        </p:nvSpPr>
        <p:spPr>
          <a:xfrm>
            <a:off x="37307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7" name="Shape 685"/>
          <p:cNvSpPr/>
          <p:nvPr/>
        </p:nvSpPr>
        <p:spPr>
          <a:xfrm>
            <a:off x="38404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8" name="Shape 686"/>
          <p:cNvSpPr/>
          <p:nvPr/>
        </p:nvSpPr>
        <p:spPr>
          <a:xfrm>
            <a:off x="39502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9" name="Shape 687"/>
          <p:cNvSpPr/>
          <p:nvPr/>
        </p:nvSpPr>
        <p:spPr>
          <a:xfrm>
            <a:off x="40599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0" name="Shape 688"/>
          <p:cNvSpPr/>
          <p:nvPr/>
        </p:nvSpPr>
        <p:spPr>
          <a:xfrm>
            <a:off x="41696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1" name="Shape 689"/>
          <p:cNvSpPr/>
          <p:nvPr/>
        </p:nvSpPr>
        <p:spPr>
          <a:xfrm>
            <a:off x="42793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2" name="Shape 690"/>
          <p:cNvSpPr/>
          <p:nvPr/>
        </p:nvSpPr>
        <p:spPr>
          <a:xfrm>
            <a:off x="43891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3" name="Shape 691"/>
          <p:cNvSpPr/>
          <p:nvPr/>
        </p:nvSpPr>
        <p:spPr>
          <a:xfrm>
            <a:off x="44988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4" name="Shape 692"/>
          <p:cNvSpPr/>
          <p:nvPr/>
        </p:nvSpPr>
        <p:spPr>
          <a:xfrm>
            <a:off x="46085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5" name="Shape 693"/>
          <p:cNvSpPr/>
          <p:nvPr/>
        </p:nvSpPr>
        <p:spPr>
          <a:xfrm>
            <a:off x="47183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6" name="Shape 694"/>
          <p:cNvSpPr/>
          <p:nvPr/>
        </p:nvSpPr>
        <p:spPr>
          <a:xfrm>
            <a:off x="48280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7" name="Shape 695"/>
          <p:cNvSpPr/>
          <p:nvPr/>
        </p:nvSpPr>
        <p:spPr>
          <a:xfrm>
            <a:off x="49377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8" name="Shape 696"/>
          <p:cNvSpPr/>
          <p:nvPr/>
        </p:nvSpPr>
        <p:spPr>
          <a:xfrm>
            <a:off x="50474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9" name="Shape 697"/>
          <p:cNvSpPr/>
          <p:nvPr/>
        </p:nvSpPr>
        <p:spPr>
          <a:xfrm>
            <a:off x="51572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0" name="Shape 698"/>
          <p:cNvSpPr/>
          <p:nvPr/>
        </p:nvSpPr>
        <p:spPr>
          <a:xfrm>
            <a:off x="52669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1" name="Shape 699"/>
          <p:cNvSpPr/>
          <p:nvPr/>
        </p:nvSpPr>
        <p:spPr>
          <a:xfrm>
            <a:off x="53766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2" name="Shape 700"/>
          <p:cNvSpPr/>
          <p:nvPr/>
        </p:nvSpPr>
        <p:spPr>
          <a:xfrm>
            <a:off x="54864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3" name="Shape 701"/>
          <p:cNvSpPr/>
          <p:nvPr/>
        </p:nvSpPr>
        <p:spPr>
          <a:xfrm>
            <a:off x="55961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4" name="Shape 702"/>
          <p:cNvSpPr/>
          <p:nvPr/>
        </p:nvSpPr>
        <p:spPr>
          <a:xfrm>
            <a:off x="57058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5" name="Shape 703"/>
          <p:cNvSpPr/>
          <p:nvPr/>
        </p:nvSpPr>
        <p:spPr>
          <a:xfrm>
            <a:off x="58155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6" name="Shape 704"/>
          <p:cNvSpPr/>
          <p:nvPr/>
        </p:nvSpPr>
        <p:spPr>
          <a:xfrm>
            <a:off x="59253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7" name="Shape 705"/>
          <p:cNvSpPr/>
          <p:nvPr/>
        </p:nvSpPr>
        <p:spPr>
          <a:xfrm>
            <a:off x="60350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8" name="Shape 706"/>
          <p:cNvSpPr/>
          <p:nvPr/>
        </p:nvSpPr>
        <p:spPr>
          <a:xfrm>
            <a:off x="61447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9" name="Shape 707"/>
          <p:cNvSpPr/>
          <p:nvPr/>
        </p:nvSpPr>
        <p:spPr>
          <a:xfrm>
            <a:off x="62544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0" name="Shape 708"/>
          <p:cNvSpPr/>
          <p:nvPr/>
        </p:nvSpPr>
        <p:spPr>
          <a:xfrm>
            <a:off x="63642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1" name="Shape 709"/>
          <p:cNvSpPr/>
          <p:nvPr/>
        </p:nvSpPr>
        <p:spPr>
          <a:xfrm>
            <a:off x="64739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2" name="Shape 710"/>
          <p:cNvSpPr/>
          <p:nvPr/>
        </p:nvSpPr>
        <p:spPr>
          <a:xfrm>
            <a:off x="65836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3" name="Shape 711"/>
          <p:cNvSpPr/>
          <p:nvPr/>
        </p:nvSpPr>
        <p:spPr>
          <a:xfrm>
            <a:off x="66934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4" name="Shape 712"/>
          <p:cNvSpPr/>
          <p:nvPr/>
        </p:nvSpPr>
        <p:spPr>
          <a:xfrm>
            <a:off x="68031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5" name="Shape 713"/>
          <p:cNvSpPr/>
          <p:nvPr/>
        </p:nvSpPr>
        <p:spPr>
          <a:xfrm>
            <a:off x="69128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6" name="Shape 714"/>
          <p:cNvSpPr/>
          <p:nvPr/>
        </p:nvSpPr>
        <p:spPr>
          <a:xfrm>
            <a:off x="70225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7" name="Shape 715"/>
          <p:cNvSpPr/>
          <p:nvPr/>
        </p:nvSpPr>
        <p:spPr>
          <a:xfrm>
            <a:off x="71323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8" name="Shape 716"/>
          <p:cNvSpPr/>
          <p:nvPr/>
        </p:nvSpPr>
        <p:spPr>
          <a:xfrm>
            <a:off x="72420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9" name="Shape 717"/>
          <p:cNvSpPr/>
          <p:nvPr/>
        </p:nvSpPr>
        <p:spPr>
          <a:xfrm>
            <a:off x="73517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0" name="Shape 718"/>
          <p:cNvSpPr/>
          <p:nvPr/>
        </p:nvSpPr>
        <p:spPr>
          <a:xfrm>
            <a:off x="74615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1" name="Shape 719"/>
          <p:cNvSpPr/>
          <p:nvPr/>
        </p:nvSpPr>
        <p:spPr>
          <a:xfrm>
            <a:off x="75712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2" name="Shape 720"/>
          <p:cNvSpPr/>
          <p:nvPr/>
        </p:nvSpPr>
        <p:spPr>
          <a:xfrm>
            <a:off x="76809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3" name="Shape 721"/>
          <p:cNvSpPr/>
          <p:nvPr/>
        </p:nvSpPr>
        <p:spPr>
          <a:xfrm>
            <a:off x="77906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4" name="Shape 722"/>
          <p:cNvSpPr/>
          <p:nvPr/>
        </p:nvSpPr>
        <p:spPr>
          <a:xfrm>
            <a:off x="79004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5" name="Shape 723"/>
          <p:cNvSpPr/>
          <p:nvPr/>
        </p:nvSpPr>
        <p:spPr>
          <a:xfrm>
            <a:off x="80101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6" name="Shape 724"/>
          <p:cNvSpPr/>
          <p:nvPr/>
        </p:nvSpPr>
        <p:spPr>
          <a:xfrm>
            <a:off x="81198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7" name="Shape 725"/>
          <p:cNvSpPr/>
          <p:nvPr/>
        </p:nvSpPr>
        <p:spPr>
          <a:xfrm>
            <a:off x="82296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8" name="Shape 726"/>
          <p:cNvSpPr/>
          <p:nvPr/>
        </p:nvSpPr>
        <p:spPr>
          <a:xfrm>
            <a:off x="83393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9" name="Shape 727"/>
          <p:cNvSpPr/>
          <p:nvPr/>
        </p:nvSpPr>
        <p:spPr>
          <a:xfrm>
            <a:off x="84490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0" name="Shape 728"/>
          <p:cNvSpPr/>
          <p:nvPr/>
        </p:nvSpPr>
        <p:spPr>
          <a:xfrm>
            <a:off x="85587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1" name="Shape 729"/>
          <p:cNvSpPr/>
          <p:nvPr/>
        </p:nvSpPr>
        <p:spPr>
          <a:xfrm>
            <a:off x="86685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2" name="Shape 730"/>
          <p:cNvSpPr/>
          <p:nvPr/>
        </p:nvSpPr>
        <p:spPr>
          <a:xfrm>
            <a:off x="87782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3" name="Shape 731"/>
          <p:cNvSpPr/>
          <p:nvPr/>
        </p:nvSpPr>
        <p:spPr>
          <a:xfrm>
            <a:off x="88879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4" name="Shape 732"/>
          <p:cNvSpPr/>
          <p:nvPr/>
        </p:nvSpPr>
        <p:spPr>
          <a:xfrm>
            <a:off x="89976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5" name="Shape 733"/>
          <p:cNvSpPr/>
          <p:nvPr/>
        </p:nvSpPr>
        <p:spPr>
          <a:xfrm>
            <a:off x="91074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6" name="Shape 734"/>
          <p:cNvSpPr/>
          <p:nvPr/>
        </p:nvSpPr>
        <p:spPr>
          <a:xfrm>
            <a:off x="92171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7" name="Shape 735"/>
          <p:cNvSpPr/>
          <p:nvPr/>
        </p:nvSpPr>
        <p:spPr>
          <a:xfrm>
            <a:off x="93268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8" name="Shape 736"/>
          <p:cNvSpPr/>
          <p:nvPr/>
        </p:nvSpPr>
        <p:spPr>
          <a:xfrm>
            <a:off x="94366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9" name="Shape 737"/>
          <p:cNvSpPr/>
          <p:nvPr/>
        </p:nvSpPr>
        <p:spPr>
          <a:xfrm>
            <a:off x="95463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0" name="Shape 738"/>
          <p:cNvSpPr/>
          <p:nvPr/>
        </p:nvSpPr>
        <p:spPr>
          <a:xfrm>
            <a:off x="96560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1" name="Shape 739"/>
          <p:cNvSpPr/>
          <p:nvPr/>
        </p:nvSpPr>
        <p:spPr>
          <a:xfrm>
            <a:off x="97657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2" name="Shape 740"/>
          <p:cNvSpPr/>
          <p:nvPr/>
        </p:nvSpPr>
        <p:spPr>
          <a:xfrm>
            <a:off x="98755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3" name="Shape 741"/>
          <p:cNvSpPr/>
          <p:nvPr/>
        </p:nvSpPr>
        <p:spPr>
          <a:xfrm>
            <a:off x="99852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4" name="Shape 742"/>
          <p:cNvSpPr/>
          <p:nvPr/>
        </p:nvSpPr>
        <p:spPr>
          <a:xfrm>
            <a:off x="100949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5" name="Shape 743"/>
          <p:cNvSpPr/>
          <p:nvPr/>
        </p:nvSpPr>
        <p:spPr>
          <a:xfrm>
            <a:off x="102047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6" name="Shape 744"/>
          <p:cNvSpPr/>
          <p:nvPr/>
        </p:nvSpPr>
        <p:spPr>
          <a:xfrm>
            <a:off x="103144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7" name="Shape 745"/>
          <p:cNvSpPr/>
          <p:nvPr/>
        </p:nvSpPr>
        <p:spPr>
          <a:xfrm>
            <a:off x="104241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8" name="Shape 746"/>
          <p:cNvSpPr/>
          <p:nvPr/>
        </p:nvSpPr>
        <p:spPr>
          <a:xfrm>
            <a:off x="105338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9" name="Shape 747"/>
          <p:cNvSpPr/>
          <p:nvPr/>
        </p:nvSpPr>
        <p:spPr>
          <a:xfrm>
            <a:off x="106436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0" name="Shape 748"/>
          <p:cNvSpPr/>
          <p:nvPr/>
        </p:nvSpPr>
        <p:spPr>
          <a:xfrm>
            <a:off x="107533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1" name="Shape 749"/>
          <p:cNvSpPr/>
          <p:nvPr/>
        </p:nvSpPr>
        <p:spPr>
          <a:xfrm>
            <a:off x="108630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2" name="Shape 750"/>
          <p:cNvSpPr/>
          <p:nvPr/>
        </p:nvSpPr>
        <p:spPr>
          <a:xfrm>
            <a:off x="109728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3" name="Shape 751"/>
          <p:cNvSpPr/>
          <p:nvPr/>
        </p:nvSpPr>
        <p:spPr>
          <a:xfrm>
            <a:off x="110825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4" name="Shape 752"/>
          <p:cNvSpPr/>
          <p:nvPr/>
        </p:nvSpPr>
        <p:spPr>
          <a:xfrm>
            <a:off x="111922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5" name="Shape 753"/>
          <p:cNvSpPr/>
          <p:nvPr/>
        </p:nvSpPr>
        <p:spPr>
          <a:xfrm>
            <a:off x="113019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6" name="Shape 754"/>
          <p:cNvSpPr/>
          <p:nvPr/>
        </p:nvSpPr>
        <p:spPr>
          <a:xfrm>
            <a:off x="114117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7" name="Shape 755"/>
          <p:cNvSpPr/>
          <p:nvPr/>
        </p:nvSpPr>
        <p:spPr>
          <a:xfrm>
            <a:off x="115214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8" name="Shape 756"/>
          <p:cNvSpPr/>
          <p:nvPr/>
        </p:nvSpPr>
        <p:spPr>
          <a:xfrm>
            <a:off x="116311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9" name="Shape 757"/>
          <p:cNvSpPr/>
          <p:nvPr/>
        </p:nvSpPr>
        <p:spPr>
          <a:xfrm>
            <a:off x="117408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0" name="Shape 758"/>
          <p:cNvSpPr/>
          <p:nvPr/>
        </p:nvSpPr>
        <p:spPr>
          <a:xfrm>
            <a:off x="548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1" name="Shape 759"/>
          <p:cNvSpPr/>
          <p:nvPr/>
        </p:nvSpPr>
        <p:spPr>
          <a:xfrm>
            <a:off x="1645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2" name="Shape 760"/>
          <p:cNvSpPr/>
          <p:nvPr/>
        </p:nvSpPr>
        <p:spPr>
          <a:xfrm>
            <a:off x="2743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3" name="Shape 761"/>
          <p:cNvSpPr/>
          <p:nvPr/>
        </p:nvSpPr>
        <p:spPr>
          <a:xfrm>
            <a:off x="3840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4" name="Shape 762"/>
          <p:cNvSpPr/>
          <p:nvPr/>
        </p:nvSpPr>
        <p:spPr>
          <a:xfrm>
            <a:off x="4937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5" name="Shape 763"/>
          <p:cNvSpPr/>
          <p:nvPr/>
        </p:nvSpPr>
        <p:spPr>
          <a:xfrm>
            <a:off x="6035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6" name="Shape 764"/>
          <p:cNvSpPr/>
          <p:nvPr/>
        </p:nvSpPr>
        <p:spPr>
          <a:xfrm>
            <a:off x="7132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7" name="Shape 765"/>
          <p:cNvSpPr/>
          <p:nvPr/>
        </p:nvSpPr>
        <p:spPr>
          <a:xfrm>
            <a:off x="8229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8" name="Shape 766"/>
          <p:cNvSpPr/>
          <p:nvPr/>
        </p:nvSpPr>
        <p:spPr>
          <a:xfrm>
            <a:off x="9326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9" name="Shape 767"/>
          <p:cNvSpPr/>
          <p:nvPr/>
        </p:nvSpPr>
        <p:spPr>
          <a:xfrm>
            <a:off x="10424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0" name="Shape 768"/>
          <p:cNvSpPr/>
          <p:nvPr/>
        </p:nvSpPr>
        <p:spPr>
          <a:xfrm>
            <a:off x="11521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1" name="Shape 769"/>
          <p:cNvSpPr/>
          <p:nvPr/>
        </p:nvSpPr>
        <p:spPr>
          <a:xfrm>
            <a:off x="12618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2" name="Shape 770"/>
          <p:cNvSpPr/>
          <p:nvPr/>
        </p:nvSpPr>
        <p:spPr>
          <a:xfrm>
            <a:off x="13716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3" name="Shape 771"/>
          <p:cNvSpPr/>
          <p:nvPr/>
        </p:nvSpPr>
        <p:spPr>
          <a:xfrm>
            <a:off x="14813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4" name="Shape 772"/>
          <p:cNvSpPr/>
          <p:nvPr/>
        </p:nvSpPr>
        <p:spPr>
          <a:xfrm>
            <a:off x="15910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5" name="Shape 773"/>
          <p:cNvSpPr/>
          <p:nvPr/>
        </p:nvSpPr>
        <p:spPr>
          <a:xfrm>
            <a:off x="17007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6" name="Shape 774"/>
          <p:cNvSpPr/>
          <p:nvPr/>
        </p:nvSpPr>
        <p:spPr>
          <a:xfrm>
            <a:off x="18105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7" name="Shape 775"/>
          <p:cNvSpPr/>
          <p:nvPr/>
        </p:nvSpPr>
        <p:spPr>
          <a:xfrm>
            <a:off x="19202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8" name="Shape 776"/>
          <p:cNvSpPr/>
          <p:nvPr/>
        </p:nvSpPr>
        <p:spPr>
          <a:xfrm>
            <a:off x="20299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9" name="Shape 777"/>
          <p:cNvSpPr/>
          <p:nvPr/>
        </p:nvSpPr>
        <p:spPr>
          <a:xfrm>
            <a:off x="21396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0" name="Shape 778"/>
          <p:cNvSpPr/>
          <p:nvPr/>
        </p:nvSpPr>
        <p:spPr>
          <a:xfrm>
            <a:off x="22494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1" name="Shape 779"/>
          <p:cNvSpPr/>
          <p:nvPr/>
        </p:nvSpPr>
        <p:spPr>
          <a:xfrm>
            <a:off x="23591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2" name="Shape 780"/>
          <p:cNvSpPr/>
          <p:nvPr/>
        </p:nvSpPr>
        <p:spPr>
          <a:xfrm>
            <a:off x="24688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3" name="Shape 781"/>
          <p:cNvSpPr/>
          <p:nvPr/>
        </p:nvSpPr>
        <p:spPr>
          <a:xfrm>
            <a:off x="25786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4" name="Shape 782"/>
          <p:cNvSpPr/>
          <p:nvPr/>
        </p:nvSpPr>
        <p:spPr>
          <a:xfrm>
            <a:off x="26883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5" name="Shape 783"/>
          <p:cNvSpPr/>
          <p:nvPr/>
        </p:nvSpPr>
        <p:spPr>
          <a:xfrm>
            <a:off x="27980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6" name="Shape 784"/>
          <p:cNvSpPr/>
          <p:nvPr/>
        </p:nvSpPr>
        <p:spPr>
          <a:xfrm>
            <a:off x="29077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7" name="Shape 785"/>
          <p:cNvSpPr/>
          <p:nvPr/>
        </p:nvSpPr>
        <p:spPr>
          <a:xfrm>
            <a:off x="30175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8" name="Shape 786"/>
          <p:cNvSpPr/>
          <p:nvPr/>
        </p:nvSpPr>
        <p:spPr>
          <a:xfrm>
            <a:off x="31272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9" name="Shape 787"/>
          <p:cNvSpPr/>
          <p:nvPr/>
        </p:nvSpPr>
        <p:spPr>
          <a:xfrm>
            <a:off x="32369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0" name="Shape 788"/>
          <p:cNvSpPr/>
          <p:nvPr/>
        </p:nvSpPr>
        <p:spPr>
          <a:xfrm>
            <a:off x="33467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1" name="Shape 789"/>
          <p:cNvSpPr/>
          <p:nvPr/>
        </p:nvSpPr>
        <p:spPr>
          <a:xfrm>
            <a:off x="34564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2" name="Shape 790"/>
          <p:cNvSpPr/>
          <p:nvPr/>
        </p:nvSpPr>
        <p:spPr>
          <a:xfrm>
            <a:off x="35661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3" name="Shape 791"/>
          <p:cNvSpPr/>
          <p:nvPr/>
        </p:nvSpPr>
        <p:spPr>
          <a:xfrm>
            <a:off x="36758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4" name="Shape 792"/>
          <p:cNvSpPr/>
          <p:nvPr/>
        </p:nvSpPr>
        <p:spPr>
          <a:xfrm>
            <a:off x="37856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5" name="Shape 793"/>
          <p:cNvSpPr/>
          <p:nvPr/>
        </p:nvSpPr>
        <p:spPr>
          <a:xfrm>
            <a:off x="38953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6" name="Shape 794"/>
          <p:cNvSpPr/>
          <p:nvPr/>
        </p:nvSpPr>
        <p:spPr>
          <a:xfrm>
            <a:off x="40050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7" name="Shape 795"/>
          <p:cNvSpPr/>
          <p:nvPr/>
        </p:nvSpPr>
        <p:spPr>
          <a:xfrm>
            <a:off x="41148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8" name="Shape 796"/>
          <p:cNvSpPr/>
          <p:nvPr/>
        </p:nvSpPr>
        <p:spPr>
          <a:xfrm>
            <a:off x="42245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9" name="Shape 797"/>
          <p:cNvSpPr/>
          <p:nvPr/>
        </p:nvSpPr>
        <p:spPr>
          <a:xfrm>
            <a:off x="43342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0" name="Shape 798"/>
          <p:cNvSpPr/>
          <p:nvPr/>
        </p:nvSpPr>
        <p:spPr>
          <a:xfrm>
            <a:off x="44439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1" name="Shape 799"/>
          <p:cNvSpPr/>
          <p:nvPr/>
        </p:nvSpPr>
        <p:spPr>
          <a:xfrm>
            <a:off x="45537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2" name="Shape 800"/>
          <p:cNvSpPr/>
          <p:nvPr/>
        </p:nvSpPr>
        <p:spPr>
          <a:xfrm>
            <a:off x="46634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3" name="Shape 801"/>
          <p:cNvSpPr/>
          <p:nvPr/>
        </p:nvSpPr>
        <p:spPr>
          <a:xfrm>
            <a:off x="47731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4" name="Shape 802"/>
          <p:cNvSpPr/>
          <p:nvPr/>
        </p:nvSpPr>
        <p:spPr>
          <a:xfrm>
            <a:off x="48828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5" name="Shape 803"/>
          <p:cNvSpPr/>
          <p:nvPr/>
        </p:nvSpPr>
        <p:spPr>
          <a:xfrm>
            <a:off x="49926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6" name="Shape 804"/>
          <p:cNvSpPr/>
          <p:nvPr/>
        </p:nvSpPr>
        <p:spPr>
          <a:xfrm>
            <a:off x="51023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7" name="Shape 805"/>
          <p:cNvSpPr/>
          <p:nvPr/>
        </p:nvSpPr>
        <p:spPr>
          <a:xfrm>
            <a:off x="52120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8" name="Shape 806"/>
          <p:cNvSpPr/>
          <p:nvPr/>
        </p:nvSpPr>
        <p:spPr>
          <a:xfrm>
            <a:off x="53218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9" name="Shape 807"/>
          <p:cNvSpPr/>
          <p:nvPr/>
        </p:nvSpPr>
        <p:spPr>
          <a:xfrm>
            <a:off x="54315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0" name="Shape 808"/>
          <p:cNvSpPr/>
          <p:nvPr/>
        </p:nvSpPr>
        <p:spPr>
          <a:xfrm>
            <a:off x="55412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1" name="Shape 809"/>
          <p:cNvSpPr/>
          <p:nvPr/>
        </p:nvSpPr>
        <p:spPr>
          <a:xfrm>
            <a:off x="56509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2" name="Shape 810"/>
          <p:cNvSpPr/>
          <p:nvPr/>
        </p:nvSpPr>
        <p:spPr>
          <a:xfrm>
            <a:off x="57607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3" name="Shape 811"/>
          <p:cNvSpPr/>
          <p:nvPr/>
        </p:nvSpPr>
        <p:spPr>
          <a:xfrm>
            <a:off x="58704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4" name="Shape 812"/>
          <p:cNvSpPr/>
          <p:nvPr/>
        </p:nvSpPr>
        <p:spPr>
          <a:xfrm>
            <a:off x="59801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5" name="Shape 813"/>
          <p:cNvSpPr/>
          <p:nvPr/>
        </p:nvSpPr>
        <p:spPr>
          <a:xfrm>
            <a:off x="60899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6" name="Shape 814"/>
          <p:cNvSpPr/>
          <p:nvPr/>
        </p:nvSpPr>
        <p:spPr>
          <a:xfrm>
            <a:off x="61996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7" name="Shape 815"/>
          <p:cNvSpPr/>
          <p:nvPr/>
        </p:nvSpPr>
        <p:spPr>
          <a:xfrm>
            <a:off x="63093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8" name="Shape 816"/>
          <p:cNvSpPr/>
          <p:nvPr/>
        </p:nvSpPr>
        <p:spPr>
          <a:xfrm>
            <a:off x="64190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9" name="Shape 817"/>
          <p:cNvSpPr/>
          <p:nvPr/>
        </p:nvSpPr>
        <p:spPr>
          <a:xfrm>
            <a:off x="65288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0" name="Shape 818"/>
          <p:cNvSpPr/>
          <p:nvPr/>
        </p:nvSpPr>
        <p:spPr>
          <a:xfrm>
            <a:off x="66385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1" name="Shape 819"/>
          <p:cNvSpPr/>
          <p:nvPr/>
        </p:nvSpPr>
        <p:spPr>
          <a:xfrm>
            <a:off x="67482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2" name="Shape 820"/>
          <p:cNvSpPr/>
          <p:nvPr/>
        </p:nvSpPr>
        <p:spPr>
          <a:xfrm>
            <a:off x="68580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3" name="Shape 821"/>
          <p:cNvSpPr/>
          <p:nvPr/>
        </p:nvSpPr>
        <p:spPr>
          <a:xfrm>
            <a:off x="69677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4" name="Shape 822"/>
          <p:cNvSpPr/>
          <p:nvPr/>
        </p:nvSpPr>
        <p:spPr>
          <a:xfrm>
            <a:off x="70774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5" name="Shape 823"/>
          <p:cNvSpPr/>
          <p:nvPr/>
        </p:nvSpPr>
        <p:spPr>
          <a:xfrm>
            <a:off x="71871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6" name="Shape 824"/>
          <p:cNvSpPr/>
          <p:nvPr/>
        </p:nvSpPr>
        <p:spPr>
          <a:xfrm>
            <a:off x="72969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7" name="Shape 825"/>
          <p:cNvSpPr/>
          <p:nvPr/>
        </p:nvSpPr>
        <p:spPr>
          <a:xfrm>
            <a:off x="74066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8" name="Shape 826"/>
          <p:cNvSpPr/>
          <p:nvPr/>
        </p:nvSpPr>
        <p:spPr>
          <a:xfrm>
            <a:off x="75163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9" name="Shape 827"/>
          <p:cNvSpPr/>
          <p:nvPr/>
        </p:nvSpPr>
        <p:spPr>
          <a:xfrm>
            <a:off x="76260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0" name="Shape 828"/>
          <p:cNvSpPr/>
          <p:nvPr/>
        </p:nvSpPr>
        <p:spPr>
          <a:xfrm>
            <a:off x="77358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1" name="Shape 829"/>
          <p:cNvSpPr/>
          <p:nvPr/>
        </p:nvSpPr>
        <p:spPr>
          <a:xfrm>
            <a:off x="78455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2" name="Shape 830"/>
          <p:cNvSpPr/>
          <p:nvPr/>
        </p:nvSpPr>
        <p:spPr>
          <a:xfrm>
            <a:off x="79552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3" name="Shape 831"/>
          <p:cNvSpPr/>
          <p:nvPr/>
        </p:nvSpPr>
        <p:spPr>
          <a:xfrm>
            <a:off x="80650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4" name="Shape 832"/>
          <p:cNvSpPr/>
          <p:nvPr/>
        </p:nvSpPr>
        <p:spPr>
          <a:xfrm>
            <a:off x="81747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5" name="Shape 833"/>
          <p:cNvSpPr/>
          <p:nvPr/>
        </p:nvSpPr>
        <p:spPr>
          <a:xfrm>
            <a:off x="82844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6" name="Shape 834"/>
          <p:cNvSpPr/>
          <p:nvPr/>
        </p:nvSpPr>
        <p:spPr>
          <a:xfrm>
            <a:off x="83941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7" name="Shape 835"/>
          <p:cNvSpPr/>
          <p:nvPr/>
        </p:nvSpPr>
        <p:spPr>
          <a:xfrm>
            <a:off x="85039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8" name="Shape 836"/>
          <p:cNvSpPr/>
          <p:nvPr/>
        </p:nvSpPr>
        <p:spPr>
          <a:xfrm>
            <a:off x="86136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9" name="Shape 837"/>
          <p:cNvSpPr/>
          <p:nvPr/>
        </p:nvSpPr>
        <p:spPr>
          <a:xfrm>
            <a:off x="87233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0" name="Shape 838"/>
          <p:cNvSpPr/>
          <p:nvPr/>
        </p:nvSpPr>
        <p:spPr>
          <a:xfrm>
            <a:off x="88331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1" name="Shape 839"/>
          <p:cNvSpPr/>
          <p:nvPr/>
        </p:nvSpPr>
        <p:spPr>
          <a:xfrm>
            <a:off x="89428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2" name="Shape 840"/>
          <p:cNvSpPr/>
          <p:nvPr/>
        </p:nvSpPr>
        <p:spPr>
          <a:xfrm>
            <a:off x="90525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3" name="Shape 841"/>
          <p:cNvSpPr/>
          <p:nvPr/>
        </p:nvSpPr>
        <p:spPr>
          <a:xfrm>
            <a:off x="91622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4" name="Shape 842"/>
          <p:cNvSpPr/>
          <p:nvPr/>
        </p:nvSpPr>
        <p:spPr>
          <a:xfrm>
            <a:off x="92720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5" name="Shape 843"/>
          <p:cNvSpPr/>
          <p:nvPr/>
        </p:nvSpPr>
        <p:spPr>
          <a:xfrm>
            <a:off x="93817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6" name="Shape 844"/>
          <p:cNvSpPr/>
          <p:nvPr/>
        </p:nvSpPr>
        <p:spPr>
          <a:xfrm>
            <a:off x="94914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7" name="Shape 845"/>
          <p:cNvSpPr/>
          <p:nvPr/>
        </p:nvSpPr>
        <p:spPr>
          <a:xfrm>
            <a:off x="96012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8" name="Shape 846"/>
          <p:cNvSpPr/>
          <p:nvPr/>
        </p:nvSpPr>
        <p:spPr>
          <a:xfrm>
            <a:off x="97109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9" name="Shape 847"/>
          <p:cNvSpPr/>
          <p:nvPr/>
        </p:nvSpPr>
        <p:spPr>
          <a:xfrm>
            <a:off x="98206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0" name="Shape 848"/>
          <p:cNvSpPr/>
          <p:nvPr/>
        </p:nvSpPr>
        <p:spPr>
          <a:xfrm>
            <a:off x="99303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1" name="Shape 849"/>
          <p:cNvSpPr/>
          <p:nvPr/>
        </p:nvSpPr>
        <p:spPr>
          <a:xfrm>
            <a:off x="100401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2" name="Shape 850"/>
          <p:cNvSpPr/>
          <p:nvPr/>
        </p:nvSpPr>
        <p:spPr>
          <a:xfrm>
            <a:off x="101498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3" name="Shape 851"/>
          <p:cNvSpPr/>
          <p:nvPr/>
        </p:nvSpPr>
        <p:spPr>
          <a:xfrm>
            <a:off x="102595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4" name="Shape 852"/>
          <p:cNvSpPr/>
          <p:nvPr/>
        </p:nvSpPr>
        <p:spPr>
          <a:xfrm>
            <a:off x="103692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5" name="Shape 853"/>
          <p:cNvSpPr/>
          <p:nvPr/>
        </p:nvSpPr>
        <p:spPr>
          <a:xfrm>
            <a:off x="104790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6" name="Shape 854"/>
          <p:cNvSpPr/>
          <p:nvPr/>
        </p:nvSpPr>
        <p:spPr>
          <a:xfrm>
            <a:off x="105887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7" name="Shape 855"/>
          <p:cNvSpPr/>
          <p:nvPr/>
        </p:nvSpPr>
        <p:spPr>
          <a:xfrm>
            <a:off x="106984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8" name="Shape 856"/>
          <p:cNvSpPr/>
          <p:nvPr/>
        </p:nvSpPr>
        <p:spPr>
          <a:xfrm>
            <a:off x="108082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9" name="Shape 857"/>
          <p:cNvSpPr/>
          <p:nvPr/>
        </p:nvSpPr>
        <p:spPr>
          <a:xfrm>
            <a:off x="109179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0" name="Shape 858"/>
          <p:cNvSpPr/>
          <p:nvPr/>
        </p:nvSpPr>
        <p:spPr>
          <a:xfrm>
            <a:off x="110276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1" name="Shape 859"/>
          <p:cNvSpPr/>
          <p:nvPr/>
        </p:nvSpPr>
        <p:spPr>
          <a:xfrm>
            <a:off x="111373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2" name="Shape 860"/>
          <p:cNvSpPr/>
          <p:nvPr/>
        </p:nvSpPr>
        <p:spPr>
          <a:xfrm>
            <a:off x="112471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3" name="Shape 861"/>
          <p:cNvSpPr/>
          <p:nvPr/>
        </p:nvSpPr>
        <p:spPr>
          <a:xfrm>
            <a:off x="113568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4" name="Shape 862"/>
          <p:cNvSpPr/>
          <p:nvPr/>
        </p:nvSpPr>
        <p:spPr>
          <a:xfrm>
            <a:off x="114665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5" name="Shape 863"/>
          <p:cNvSpPr/>
          <p:nvPr/>
        </p:nvSpPr>
        <p:spPr>
          <a:xfrm>
            <a:off x="115763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6" name="Shape 864"/>
          <p:cNvSpPr/>
          <p:nvPr/>
        </p:nvSpPr>
        <p:spPr>
          <a:xfrm>
            <a:off x="116860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7" name="Shape 865"/>
          <p:cNvSpPr/>
          <p:nvPr/>
        </p:nvSpPr>
        <p:spPr>
          <a:xfrm>
            <a:off x="117957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8" name="Shape 866"/>
          <p:cNvSpPr/>
          <p:nvPr/>
        </p:nvSpPr>
        <p:spPr>
          <a:xfrm>
            <a:off x="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9" name="Shape 867"/>
          <p:cNvSpPr/>
          <p:nvPr/>
        </p:nvSpPr>
        <p:spPr>
          <a:xfrm>
            <a:off x="1097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0" name="Shape 868"/>
          <p:cNvSpPr/>
          <p:nvPr/>
        </p:nvSpPr>
        <p:spPr>
          <a:xfrm>
            <a:off x="2194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1" name="Shape 869"/>
          <p:cNvSpPr/>
          <p:nvPr/>
        </p:nvSpPr>
        <p:spPr>
          <a:xfrm>
            <a:off x="3291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2" name="Shape 870"/>
          <p:cNvSpPr/>
          <p:nvPr/>
        </p:nvSpPr>
        <p:spPr>
          <a:xfrm>
            <a:off x="4389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3" name="Shape 871"/>
          <p:cNvSpPr/>
          <p:nvPr/>
        </p:nvSpPr>
        <p:spPr>
          <a:xfrm>
            <a:off x="5486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4" name="Shape 872"/>
          <p:cNvSpPr/>
          <p:nvPr/>
        </p:nvSpPr>
        <p:spPr>
          <a:xfrm>
            <a:off x="6583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5" name="Shape 873"/>
          <p:cNvSpPr/>
          <p:nvPr/>
        </p:nvSpPr>
        <p:spPr>
          <a:xfrm>
            <a:off x="7680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6" name="Shape 874"/>
          <p:cNvSpPr/>
          <p:nvPr/>
        </p:nvSpPr>
        <p:spPr>
          <a:xfrm>
            <a:off x="8778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7" name="Shape 875"/>
          <p:cNvSpPr/>
          <p:nvPr/>
        </p:nvSpPr>
        <p:spPr>
          <a:xfrm>
            <a:off x="9875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8" name="Shape 876"/>
          <p:cNvSpPr/>
          <p:nvPr/>
        </p:nvSpPr>
        <p:spPr>
          <a:xfrm>
            <a:off x="10972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9" name="Shape 877"/>
          <p:cNvSpPr/>
          <p:nvPr/>
        </p:nvSpPr>
        <p:spPr>
          <a:xfrm>
            <a:off x="12070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0" name="Shape 878"/>
          <p:cNvSpPr/>
          <p:nvPr/>
        </p:nvSpPr>
        <p:spPr>
          <a:xfrm>
            <a:off x="13167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1" name="Shape 879"/>
          <p:cNvSpPr/>
          <p:nvPr/>
        </p:nvSpPr>
        <p:spPr>
          <a:xfrm>
            <a:off x="14264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2" name="Shape 880"/>
          <p:cNvSpPr/>
          <p:nvPr/>
        </p:nvSpPr>
        <p:spPr>
          <a:xfrm>
            <a:off x="15361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3" name="Shape 881"/>
          <p:cNvSpPr/>
          <p:nvPr/>
        </p:nvSpPr>
        <p:spPr>
          <a:xfrm>
            <a:off x="16459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4" name="Shape 882"/>
          <p:cNvSpPr/>
          <p:nvPr/>
        </p:nvSpPr>
        <p:spPr>
          <a:xfrm>
            <a:off x="17556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5" name="Shape 883"/>
          <p:cNvSpPr/>
          <p:nvPr/>
        </p:nvSpPr>
        <p:spPr>
          <a:xfrm>
            <a:off x="18653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6" name="Shape 884"/>
          <p:cNvSpPr/>
          <p:nvPr/>
        </p:nvSpPr>
        <p:spPr>
          <a:xfrm>
            <a:off x="19751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7" name="Shape 885"/>
          <p:cNvSpPr/>
          <p:nvPr/>
        </p:nvSpPr>
        <p:spPr>
          <a:xfrm>
            <a:off x="20848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8" name="Shape 886"/>
          <p:cNvSpPr/>
          <p:nvPr/>
        </p:nvSpPr>
        <p:spPr>
          <a:xfrm>
            <a:off x="21945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9" name="Shape 887"/>
          <p:cNvSpPr/>
          <p:nvPr/>
        </p:nvSpPr>
        <p:spPr>
          <a:xfrm>
            <a:off x="23042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0" name="Shape 888"/>
          <p:cNvSpPr/>
          <p:nvPr/>
        </p:nvSpPr>
        <p:spPr>
          <a:xfrm>
            <a:off x="24140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1" name="Shape 889"/>
          <p:cNvSpPr/>
          <p:nvPr/>
        </p:nvSpPr>
        <p:spPr>
          <a:xfrm>
            <a:off x="25237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2" name="Shape 890"/>
          <p:cNvSpPr/>
          <p:nvPr/>
        </p:nvSpPr>
        <p:spPr>
          <a:xfrm>
            <a:off x="26334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3" name="Shape 891"/>
          <p:cNvSpPr/>
          <p:nvPr/>
        </p:nvSpPr>
        <p:spPr>
          <a:xfrm>
            <a:off x="27432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4" name="Shape 892"/>
          <p:cNvSpPr/>
          <p:nvPr/>
        </p:nvSpPr>
        <p:spPr>
          <a:xfrm>
            <a:off x="28529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5" name="Shape 893"/>
          <p:cNvSpPr/>
          <p:nvPr/>
        </p:nvSpPr>
        <p:spPr>
          <a:xfrm>
            <a:off x="29626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6" name="Shape 894"/>
          <p:cNvSpPr/>
          <p:nvPr/>
        </p:nvSpPr>
        <p:spPr>
          <a:xfrm>
            <a:off x="30723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7" name="Shape 895"/>
          <p:cNvSpPr/>
          <p:nvPr/>
        </p:nvSpPr>
        <p:spPr>
          <a:xfrm>
            <a:off x="31821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8" name="Shape 896"/>
          <p:cNvSpPr/>
          <p:nvPr/>
        </p:nvSpPr>
        <p:spPr>
          <a:xfrm>
            <a:off x="32918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9" name="Shape 897"/>
          <p:cNvSpPr/>
          <p:nvPr/>
        </p:nvSpPr>
        <p:spPr>
          <a:xfrm>
            <a:off x="34015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0" name="Shape 898"/>
          <p:cNvSpPr/>
          <p:nvPr/>
        </p:nvSpPr>
        <p:spPr>
          <a:xfrm>
            <a:off x="35112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1" name="Shape 899"/>
          <p:cNvSpPr/>
          <p:nvPr/>
        </p:nvSpPr>
        <p:spPr>
          <a:xfrm>
            <a:off x="36210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2" name="Shape 900"/>
          <p:cNvSpPr/>
          <p:nvPr/>
        </p:nvSpPr>
        <p:spPr>
          <a:xfrm>
            <a:off x="37307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3" name="Shape 901"/>
          <p:cNvSpPr/>
          <p:nvPr/>
        </p:nvSpPr>
        <p:spPr>
          <a:xfrm>
            <a:off x="38404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4" name="Shape 902"/>
          <p:cNvSpPr/>
          <p:nvPr/>
        </p:nvSpPr>
        <p:spPr>
          <a:xfrm>
            <a:off x="39502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5" name="Shape 903"/>
          <p:cNvSpPr/>
          <p:nvPr/>
        </p:nvSpPr>
        <p:spPr>
          <a:xfrm>
            <a:off x="40599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6" name="Shape 904"/>
          <p:cNvSpPr/>
          <p:nvPr/>
        </p:nvSpPr>
        <p:spPr>
          <a:xfrm>
            <a:off x="41696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7" name="Shape 905"/>
          <p:cNvSpPr/>
          <p:nvPr/>
        </p:nvSpPr>
        <p:spPr>
          <a:xfrm>
            <a:off x="42793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8" name="Shape 906"/>
          <p:cNvSpPr/>
          <p:nvPr/>
        </p:nvSpPr>
        <p:spPr>
          <a:xfrm>
            <a:off x="43891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9" name="Shape 907"/>
          <p:cNvSpPr/>
          <p:nvPr/>
        </p:nvSpPr>
        <p:spPr>
          <a:xfrm>
            <a:off x="44988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0" name="Shape 908"/>
          <p:cNvSpPr/>
          <p:nvPr/>
        </p:nvSpPr>
        <p:spPr>
          <a:xfrm>
            <a:off x="46085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1" name="Shape 909"/>
          <p:cNvSpPr/>
          <p:nvPr/>
        </p:nvSpPr>
        <p:spPr>
          <a:xfrm>
            <a:off x="47183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2" name="Shape 910"/>
          <p:cNvSpPr/>
          <p:nvPr/>
        </p:nvSpPr>
        <p:spPr>
          <a:xfrm>
            <a:off x="48280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3" name="Shape 911"/>
          <p:cNvSpPr/>
          <p:nvPr/>
        </p:nvSpPr>
        <p:spPr>
          <a:xfrm>
            <a:off x="49377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4" name="Shape 912"/>
          <p:cNvSpPr/>
          <p:nvPr/>
        </p:nvSpPr>
        <p:spPr>
          <a:xfrm>
            <a:off x="50474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5" name="Shape 913"/>
          <p:cNvSpPr/>
          <p:nvPr/>
        </p:nvSpPr>
        <p:spPr>
          <a:xfrm>
            <a:off x="51572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6" name="Shape 914"/>
          <p:cNvSpPr/>
          <p:nvPr/>
        </p:nvSpPr>
        <p:spPr>
          <a:xfrm>
            <a:off x="52669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7" name="Shape 915"/>
          <p:cNvSpPr/>
          <p:nvPr/>
        </p:nvSpPr>
        <p:spPr>
          <a:xfrm>
            <a:off x="53766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8" name="Shape 916"/>
          <p:cNvSpPr/>
          <p:nvPr/>
        </p:nvSpPr>
        <p:spPr>
          <a:xfrm>
            <a:off x="54864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9" name="Shape 917"/>
          <p:cNvSpPr/>
          <p:nvPr/>
        </p:nvSpPr>
        <p:spPr>
          <a:xfrm>
            <a:off x="55961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0" name="Shape 918"/>
          <p:cNvSpPr/>
          <p:nvPr/>
        </p:nvSpPr>
        <p:spPr>
          <a:xfrm>
            <a:off x="57058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1" name="Shape 919"/>
          <p:cNvSpPr/>
          <p:nvPr/>
        </p:nvSpPr>
        <p:spPr>
          <a:xfrm>
            <a:off x="58155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2" name="Shape 920"/>
          <p:cNvSpPr/>
          <p:nvPr/>
        </p:nvSpPr>
        <p:spPr>
          <a:xfrm>
            <a:off x="59253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3" name="Shape 921"/>
          <p:cNvSpPr/>
          <p:nvPr/>
        </p:nvSpPr>
        <p:spPr>
          <a:xfrm>
            <a:off x="60350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4" name="Shape 922"/>
          <p:cNvSpPr/>
          <p:nvPr/>
        </p:nvSpPr>
        <p:spPr>
          <a:xfrm>
            <a:off x="61447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5" name="Shape 923"/>
          <p:cNvSpPr/>
          <p:nvPr/>
        </p:nvSpPr>
        <p:spPr>
          <a:xfrm>
            <a:off x="62544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6" name="Shape 924"/>
          <p:cNvSpPr/>
          <p:nvPr/>
        </p:nvSpPr>
        <p:spPr>
          <a:xfrm>
            <a:off x="63642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7" name="Shape 925"/>
          <p:cNvSpPr/>
          <p:nvPr/>
        </p:nvSpPr>
        <p:spPr>
          <a:xfrm>
            <a:off x="64739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8" name="Shape 926"/>
          <p:cNvSpPr/>
          <p:nvPr/>
        </p:nvSpPr>
        <p:spPr>
          <a:xfrm>
            <a:off x="65836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9" name="Shape 927"/>
          <p:cNvSpPr/>
          <p:nvPr/>
        </p:nvSpPr>
        <p:spPr>
          <a:xfrm>
            <a:off x="66934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0" name="Shape 928"/>
          <p:cNvSpPr/>
          <p:nvPr/>
        </p:nvSpPr>
        <p:spPr>
          <a:xfrm>
            <a:off x="68031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1" name="Shape 929"/>
          <p:cNvSpPr/>
          <p:nvPr/>
        </p:nvSpPr>
        <p:spPr>
          <a:xfrm>
            <a:off x="69128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2" name="Shape 930"/>
          <p:cNvSpPr/>
          <p:nvPr/>
        </p:nvSpPr>
        <p:spPr>
          <a:xfrm>
            <a:off x="70225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3" name="Shape 931"/>
          <p:cNvSpPr/>
          <p:nvPr/>
        </p:nvSpPr>
        <p:spPr>
          <a:xfrm>
            <a:off x="71323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4" name="Shape 932"/>
          <p:cNvSpPr/>
          <p:nvPr/>
        </p:nvSpPr>
        <p:spPr>
          <a:xfrm>
            <a:off x="72420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5" name="Shape 933"/>
          <p:cNvSpPr/>
          <p:nvPr/>
        </p:nvSpPr>
        <p:spPr>
          <a:xfrm>
            <a:off x="73517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6" name="Shape 934"/>
          <p:cNvSpPr/>
          <p:nvPr/>
        </p:nvSpPr>
        <p:spPr>
          <a:xfrm>
            <a:off x="74615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7" name="Shape 935"/>
          <p:cNvSpPr/>
          <p:nvPr/>
        </p:nvSpPr>
        <p:spPr>
          <a:xfrm>
            <a:off x="75712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8" name="Shape 936"/>
          <p:cNvSpPr/>
          <p:nvPr/>
        </p:nvSpPr>
        <p:spPr>
          <a:xfrm>
            <a:off x="76809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9" name="Shape 937"/>
          <p:cNvSpPr/>
          <p:nvPr/>
        </p:nvSpPr>
        <p:spPr>
          <a:xfrm>
            <a:off x="77906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0" name="Shape 938"/>
          <p:cNvSpPr/>
          <p:nvPr/>
        </p:nvSpPr>
        <p:spPr>
          <a:xfrm>
            <a:off x="79004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1" name="Shape 939"/>
          <p:cNvSpPr/>
          <p:nvPr/>
        </p:nvSpPr>
        <p:spPr>
          <a:xfrm>
            <a:off x="80101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2" name="Shape 940"/>
          <p:cNvSpPr/>
          <p:nvPr/>
        </p:nvSpPr>
        <p:spPr>
          <a:xfrm>
            <a:off x="81198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3" name="Shape 941"/>
          <p:cNvSpPr/>
          <p:nvPr/>
        </p:nvSpPr>
        <p:spPr>
          <a:xfrm>
            <a:off x="82296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4" name="Shape 942"/>
          <p:cNvSpPr/>
          <p:nvPr/>
        </p:nvSpPr>
        <p:spPr>
          <a:xfrm>
            <a:off x="83393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5" name="Shape 943"/>
          <p:cNvSpPr/>
          <p:nvPr/>
        </p:nvSpPr>
        <p:spPr>
          <a:xfrm>
            <a:off x="84490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6" name="Shape 944"/>
          <p:cNvSpPr/>
          <p:nvPr/>
        </p:nvSpPr>
        <p:spPr>
          <a:xfrm>
            <a:off x="85587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7" name="Shape 945"/>
          <p:cNvSpPr/>
          <p:nvPr/>
        </p:nvSpPr>
        <p:spPr>
          <a:xfrm>
            <a:off x="86685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8" name="Shape 946"/>
          <p:cNvSpPr/>
          <p:nvPr/>
        </p:nvSpPr>
        <p:spPr>
          <a:xfrm>
            <a:off x="87782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9" name="Shape 947"/>
          <p:cNvSpPr/>
          <p:nvPr/>
        </p:nvSpPr>
        <p:spPr>
          <a:xfrm>
            <a:off x="88879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0" name="Shape 948"/>
          <p:cNvSpPr/>
          <p:nvPr/>
        </p:nvSpPr>
        <p:spPr>
          <a:xfrm>
            <a:off x="89976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1" name="Shape 949"/>
          <p:cNvSpPr/>
          <p:nvPr/>
        </p:nvSpPr>
        <p:spPr>
          <a:xfrm>
            <a:off x="91074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2" name="Shape 950"/>
          <p:cNvSpPr/>
          <p:nvPr/>
        </p:nvSpPr>
        <p:spPr>
          <a:xfrm>
            <a:off x="92171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3" name="Shape 951"/>
          <p:cNvSpPr/>
          <p:nvPr/>
        </p:nvSpPr>
        <p:spPr>
          <a:xfrm>
            <a:off x="93268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4" name="Shape 952"/>
          <p:cNvSpPr/>
          <p:nvPr/>
        </p:nvSpPr>
        <p:spPr>
          <a:xfrm>
            <a:off x="94366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5" name="Shape 953"/>
          <p:cNvSpPr/>
          <p:nvPr/>
        </p:nvSpPr>
        <p:spPr>
          <a:xfrm>
            <a:off x="95463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6" name="Shape 954"/>
          <p:cNvSpPr/>
          <p:nvPr/>
        </p:nvSpPr>
        <p:spPr>
          <a:xfrm>
            <a:off x="96560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7" name="Shape 955"/>
          <p:cNvSpPr/>
          <p:nvPr/>
        </p:nvSpPr>
        <p:spPr>
          <a:xfrm>
            <a:off x="97657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8" name="Shape 956"/>
          <p:cNvSpPr/>
          <p:nvPr/>
        </p:nvSpPr>
        <p:spPr>
          <a:xfrm>
            <a:off x="98755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9" name="Shape 957"/>
          <p:cNvSpPr/>
          <p:nvPr/>
        </p:nvSpPr>
        <p:spPr>
          <a:xfrm>
            <a:off x="99852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0" name="Shape 958"/>
          <p:cNvSpPr/>
          <p:nvPr/>
        </p:nvSpPr>
        <p:spPr>
          <a:xfrm>
            <a:off x="100949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1" name="Shape 959"/>
          <p:cNvSpPr/>
          <p:nvPr/>
        </p:nvSpPr>
        <p:spPr>
          <a:xfrm>
            <a:off x="102047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2" name="Shape 960"/>
          <p:cNvSpPr/>
          <p:nvPr/>
        </p:nvSpPr>
        <p:spPr>
          <a:xfrm>
            <a:off x="103144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3" name="Shape 961"/>
          <p:cNvSpPr/>
          <p:nvPr/>
        </p:nvSpPr>
        <p:spPr>
          <a:xfrm>
            <a:off x="104241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4" name="Shape 962"/>
          <p:cNvSpPr/>
          <p:nvPr/>
        </p:nvSpPr>
        <p:spPr>
          <a:xfrm>
            <a:off x="105338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5" name="Shape 963"/>
          <p:cNvSpPr/>
          <p:nvPr/>
        </p:nvSpPr>
        <p:spPr>
          <a:xfrm>
            <a:off x="106436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6" name="Shape 964"/>
          <p:cNvSpPr/>
          <p:nvPr/>
        </p:nvSpPr>
        <p:spPr>
          <a:xfrm>
            <a:off x="107533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7" name="Shape 965"/>
          <p:cNvSpPr/>
          <p:nvPr/>
        </p:nvSpPr>
        <p:spPr>
          <a:xfrm>
            <a:off x="108630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8" name="Shape 966"/>
          <p:cNvSpPr/>
          <p:nvPr/>
        </p:nvSpPr>
        <p:spPr>
          <a:xfrm>
            <a:off x="109728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9" name="Shape 967"/>
          <p:cNvSpPr/>
          <p:nvPr/>
        </p:nvSpPr>
        <p:spPr>
          <a:xfrm>
            <a:off x="110825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0" name="Shape 968"/>
          <p:cNvSpPr/>
          <p:nvPr/>
        </p:nvSpPr>
        <p:spPr>
          <a:xfrm>
            <a:off x="111922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1" name="Shape 969"/>
          <p:cNvSpPr/>
          <p:nvPr/>
        </p:nvSpPr>
        <p:spPr>
          <a:xfrm>
            <a:off x="113019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2" name="Shape 970"/>
          <p:cNvSpPr/>
          <p:nvPr/>
        </p:nvSpPr>
        <p:spPr>
          <a:xfrm>
            <a:off x="114117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3" name="Shape 971"/>
          <p:cNvSpPr/>
          <p:nvPr/>
        </p:nvSpPr>
        <p:spPr>
          <a:xfrm>
            <a:off x="115214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4" name="Shape 972"/>
          <p:cNvSpPr/>
          <p:nvPr/>
        </p:nvSpPr>
        <p:spPr>
          <a:xfrm>
            <a:off x="116311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5" name="Shape 973"/>
          <p:cNvSpPr/>
          <p:nvPr/>
        </p:nvSpPr>
        <p:spPr>
          <a:xfrm>
            <a:off x="117408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6" name="Shape 974"/>
          <p:cNvSpPr/>
          <p:nvPr/>
        </p:nvSpPr>
        <p:spPr>
          <a:xfrm>
            <a:off x="548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7" name="Shape 975"/>
          <p:cNvSpPr/>
          <p:nvPr/>
        </p:nvSpPr>
        <p:spPr>
          <a:xfrm>
            <a:off x="1645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8" name="Shape 976"/>
          <p:cNvSpPr/>
          <p:nvPr/>
        </p:nvSpPr>
        <p:spPr>
          <a:xfrm>
            <a:off x="2743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9" name="Shape 977"/>
          <p:cNvSpPr/>
          <p:nvPr/>
        </p:nvSpPr>
        <p:spPr>
          <a:xfrm>
            <a:off x="3840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0" name="Shape 978"/>
          <p:cNvSpPr/>
          <p:nvPr/>
        </p:nvSpPr>
        <p:spPr>
          <a:xfrm>
            <a:off x="4937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1" name="Shape 979"/>
          <p:cNvSpPr/>
          <p:nvPr/>
        </p:nvSpPr>
        <p:spPr>
          <a:xfrm>
            <a:off x="6035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2" name="Shape 980"/>
          <p:cNvSpPr/>
          <p:nvPr/>
        </p:nvSpPr>
        <p:spPr>
          <a:xfrm>
            <a:off x="7132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3" name="Shape 981"/>
          <p:cNvSpPr/>
          <p:nvPr/>
        </p:nvSpPr>
        <p:spPr>
          <a:xfrm>
            <a:off x="8229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4" name="Shape 982"/>
          <p:cNvSpPr/>
          <p:nvPr/>
        </p:nvSpPr>
        <p:spPr>
          <a:xfrm>
            <a:off x="9326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5" name="Shape 983"/>
          <p:cNvSpPr/>
          <p:nvPr/>
        </p:nvSpPr>
        <p:spPr>
          <a:xfrm>
            <a:off x="10424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6" name="Shape 984"/>
          <p:cNvSpPr/>
          <p:nvPr/>
        </p:nvSpPr>
        <p:spPr>
          <a:xfrm>
            <a:off x="11521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7" name="Shape 985"/>
          <p:cNvSpPr/>
          <p:nvPr/>
        </p:nvSpPr>
        <p:spPr>
          <a:xfrm>
            <a:off x="12618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8" name="Shape 986"/>
          <p:cNvSpPr/>
          <p:nvPr/>
        </p:nvSpPr>
        <p:spPr>
          <a:xfrm>
            <a:off x="13716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9" name="Shape 987"/>
          <p:cNvSpPr/>
          <p:nvPr/>
        </p:nvSpPr>
        <p:spPr>
          <a:xfrm>
            <a:off x="14813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0" name="Shape 988"/>
          <p:cNvSpPr/>
          <p:nvPr/>
        </p:nvSpPr>
        <p:spPr>
          <a:xfrm>
            <a:off x="15910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1" name="Shape 989"/>
          <p:cNvSpPr/>
          <p:nvPr/>
        </p:nvSpPr>
        <p:spPr>
          <a:xfrm>
            <a:off x="17007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2" name="Shape 990"/>
          <p:cNvSpPr/>
          <p:nvPr/>
        </p:nvSpPr>
        <p:spPr>
          <a:xfrm>
            <a:off x="18105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3" name="Shape 991"/>
          <p:cNvSpPr/>
          <p:nvPr/>
        </p:nvSpPr>
        <p:spPr>
          <a:xfrm>
            <a:off x="19202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4" name="Shape 992"/>
          <p:cNvSpPr/>
          <p:nvPr/>
        </p:nvSpPr>
        <p:spPr>
          <a:xfrm>
            <a:off x="20299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5" name="Shape 993"/>
          <p:cNvSpPr/>
          <p:nvPr/>
        </p:nvSpPr>
        <p:spPr>
          <a:xfrm>
            <a:off x="21396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6" name="Shape 994"/>
          <p:cNvSpPr/>
          <p:nvPr/>
        </p:nvSpPr>
        <p:spPr>
          <a:xfrm>
            <a:off x="22494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7" name="Shape 995"/>
          <p:cNvSpPr/>
          <p:nvPr/>
        </p:nvSpPr>
        <p:spPr>
          <a:xfrm>
            <a:off x="23591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8" name="Shape 996"/>
          <p:cNvSpPr/>
          <p:nvPr/>
        </p:nvSpPr>
        <p:spPr>
          <a:xfrm>
            <a:off x="24688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9" name="Shape 997"/>
          <p:cNvSpPr/>
          <p:nvPr/>
        </p:nvSpPr>
        <p:spPr>
          <a:xfrm>
            <a:off x="25786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0" name="Shape 998"/>
          <p:cNvSpPr/>
          <p:nvPr/>
        </p:nvSpPr>
        <p:spPr>
          <a:xfrm>
            <a:off x="26883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1" name="Shape 999"/>
          <p:cNvSpPr/>
          <p:nvPr/>
        </p:nvSpPr>
        <p:spPr>
          <a:xfrm>
            <a:off x="27980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2" name="Shape 1000"/>
          <p:cNvSpPr/>
          <p:nvPr/>
        </p:nvSpPr>
        <p:spPr>
          <a:xfrm>
            <a:off x="29077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3" name="Shape 1001"/>
          <p:cNvSpPr/>
          <p:nvPr/>
        </p:nvSpPr>
        <p:spPr>
          <a:xfrm>
            <a:off x="30175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4" name="Shape 1002"/>
          <p:cNvSpPr/>
          <p:nvPr/>
        </p:nvSpPr>
        <p:spPr>
          <a:xfrm>
            <a:off x="31272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5" name="Shape 1003"/>
          <p:cNvSpPr/>
          <p:nvPr/>
        </p:nvSpPr>
        <p:spPr>
          <a:xfrm>
            <a:off x="32369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6" name="Shape 1004"/>
          <p:cNvSpPr/>
          <p:nvPr/>
        </p:nvSpPr>
        <p:spPr>
          <a:xfrm>
            <a:off x="33467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7" name="Shape 1005"/>
          <p:cNvSpPr/>
          <p:nvPr/>
        </p:nvSpPr>
        <p:spPr>
          <a:xfrm>
            <a:off x="34564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8" name="Shape 1006"/>
          <p:cNvSpPr/>
          <p:nvPr/>
        </p:nvSpPr>
        <p:spPr>
          <a:xfrm>
            <a:off x="35661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9" name="Shape 1007"/>
          <p:cNvSpPr/>
          <p:nvPr/>
        </p:nvSpPr>
        <p:spPr>
          <a:xfrm>
            <a:off x="36758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0" name="Shape 1008"/>
          <p:cNvSpPr/>
          <p:nvPr/>
        </p:nvSpPr>
        <p:spPr>
          <a:xfrm>
            <a:off x="37856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1" name="Shape 1009"/>
          <p:cNvSpPr/>
          <p:nvPr/>
        </p:nvSpPr>
        <p:spPr>
          <a:xfrm>
            <a:off x="38953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2" name="Shape 1010"/>
          <p:cNvSpPr/>
          <p:nvPr/>
        </p:nvSpPr>
        <p:spPr>
          <a:xfrm>
            <a:off x="40050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3" name="Shape 1011"/>
          <p:cNvSpPr/>
          <p:nvPr/>
        </p:nvSpPr>
        <p:spPr>
          <a:xfrm>
            <a:off x="41148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4" name="Shape 1012"/>
          <p:cNvSpPr/>
          <p:nvPr/>
        </p:nvSpPr>
        <p:spPr>
          <a:xfrm>
            <a:off x="42245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5" name="Shape 1013"/>
          <p:cNvSpPr/>
          <p:nvPr/>
        </p:nvSpPr>
        <p:spPr>
          <a:xfrm>
            <a:off x="43342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6" name="Shape 1014"/>
          <p:cNvSpPr/>
          <p:nvPr/>
        </p:nvSpPr>
        <p:spPr>
          <a:xfrm>
            <a:off x="44439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7" name="Shape 1015"/>
          <p:cNvSpPr/>
          <p:nvPr/>
        </p:nvSpPr>
        <p:spPr>
          <a:xfrm>
            <a:off x="45537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8" name="Shape 1016"/>
          <p:cNvSpPr/>
          <p:nvPr/>
        </p:nvSpPr>
        <p:spPr>
          <a:xfrm>
            <a:off x="46634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9" name="Shape 1017"/>
          <p:cNvSpPr/>
          <p:nvPr/>
        </p:nvSpPr>
        <p:spPr>
          <a:xfrm>
            <a:off x="47731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0" name="Shape 1018"/>
          <p:cNvSpPr/>
          <p:nvPr/>
        </p:nvSpPr>
        <p:spPr>
          <a:xfrm>
            <a:off x="48828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1" name="Shape 1019"/>
          <p:cNvSpPr/>
          <p:nvPr/>
        </p:nvSpPr>
        <p:spPr>
          <a:xfrm>
            <a:off x="49926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2" name="Shape 1020"/>
          <p:cNvSpPr/>
          <p:nvPr/>
        </p:nvSpPr>
        <p:spPr>
          <a:xfrm>
            <a:off x="51023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3" name="Shape 1021"/>
          <p:cNvSpPr/>
          <p:nvPr/>
        </p:nvSpPr>
        <p:spPr>
          <a:xfrm>
            <a:off x="52120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4" name="Shape 1022"/>
          <p:cNvSpPr/>
          <p:nvPr/>
        </p:nvSpPr>
        <p:spPr>
          <a:xfrm>
            <a:off x="53218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5" name="Shape 1023"/>
          <p:cNvSpPr/>
          <p:nvPr/>
        </p:nvSpPr>
        <p:spPr>
          <a:xfrm>
            <a:off x="54315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6" name="Shape 1024"/>
          <p:cNvSpPr/>
          <p:nvPr/>
        </p:nvSpPr>
        <p:spPr>
          <a:xfrm>
            <a:off x="55412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7" name="Shape 1025"/>
          <p:cNvSpPr/>
          <p:nvPr/>
        </p:nvSpPr>
        <p:spPr>
          <a:xfrm>
            <a:off x="56509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8" name="Shape 1026"/>
          <p:cNvSpPr/>
          <p:nvPr/>
        </p:nvSpPr>
        <p:spPr>
          <a:xfrm>
            <a:off x="57607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9" name="Shape 1027"/>
          <p:cNvSpPr/>
          <p:nvPr/>
        </p:nvSpPr>
        <p:spPr>
          <a:xfrm>
            <a:off x="58704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0" name="Shape 1028"/>
          <p:cNvSpPr/>
          <p:nvPr/>
        </p:nvSpPr>
        <p:spPr>
          <a:xfrm>
            <a:off x="59801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1" name="Shape 1029"/>
          <p:cNvSpPr/>
          <p:nvPr/>
        </p:nvSpPr>
        <p:spPr>
          <a:xfrm>
            <a:off x="60899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2" name="Shape 1030"/>
          <p:cNvSpPr/>
          <p:nvPr/>
        </p:nvSpPr>
        <p:spPr>
          <a:xfrm>
            <a:off x="61996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3" name="Shape 1031"/>
          <p:cNvSpPr/>
          <p:nvPr/>
        </p:nvSpPr>
        <p:spPr>
          <a:xfrm>
            <a:off x="63093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4" name="Shape 1032"/>
          <p:cNvSpPr/>
          <p:nvPr/>
        </p:nvSpPr>
        <p:spPr>
          <a:xfrm>
            <a:off x="64190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5" name="Shape 1033"/>
          <p:cNvSpPr/>
          <p:nvPr/>
        </p:nvSpPr>
        <p:spPr>
          <a:xfrm>
            <a:off x="65288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6" name="Shape 1034"/>
          <p:cNvSpPr/>
          <p:nvPr/>
        </p:nvSpPr>
        <p:spPr>
          <a:xfrm>
            <a:off x="66385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7" name="Shape 1035"/>
          <p:cNvSpPr/>
          <p:nvPr/>
        </p:nvSpPr>
        <p:spPr>
          <a:xfrm>
            <a:off x="67482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8" name="Shape 1036"/>
          <p:cNvSpPr/>
          <p:nvPr/>
        </p:nvSpPr>
        <p:spPr>
          <a:xfrm>
            <a:off x="68580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9" name="Shape 1037"/>
          <p:cNvSpPr/>
          <p:nvPr/>
        </p:nvSpPr>
        <p:spPr>
          <a:xfrm>
            <a:off x="69677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0" name="Shape 1038"/>
          <p:cNvSpPr/>
          <p:nvPr/>
        </p:nvSpPr>
        <p:spPr>
          <a:xfrm>
            <a:off x="70774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1" name="Shape 1039"/>
          <p:cNvSpPr/>
          <p:nvPr/>
        </p:nvSpPr>
        <p:spPr>
          <a:xfrm>
            <a:off x="71871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2" name="Shape 1040"/>
          <p:cNvSpPr/>
          <p:nvPr/>
        </p:nvSpPr>
        <p:spPr>
          <a:xfrm>
            <a:off x="72969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3" name="Shape 1041"/>
          <p:cNvSpPr/>
          <p:nvPr/>
        </p:nvSpPr>
        <p:spPr>
          <a:xfrm>
            <a:off x="74066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4" name="Shape 1042"/>
          <p:cNvSpPr/>
          <p:nvPr/>
        </p:nvSpPr>
        <p:spPr>
          <a:xfrm>
            <a:off x="75163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5" name="Shape 1043"/>
          <p:cNvSpPr/>
          <p:nvPr/>
        </p:nvSpPr>
        <p:spPr>
          <a:xfrm>
            <a:off x="76260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6" name="Shape 1044"/>
          <p:cNvSpPr/>
          <p:nvPr/>
        </p:nvSpPr>
        <p:spPr>
          <a:xfrm>
            <a:off x="77358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7" name="Shape 1045"/>
          <p:cNvSpPr/>
          <p:nvPr/>
        </p:nvSpPr>
        <p:spPr>
          <a:xfrm>
            <a:off x="78455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8" name="Shape 1046"/>
          <p:cNvSpPr/>
          <p:nvPr/>
        </p:nvSpPr>
        <p:spPr>
          <a:xfrm>
            <a:off x="79552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9" name="Shape 1047"/>
          <p:cNvSpPr/>
          <p:nvPr/>
        </p:nvSpPr>
        <p:spPr>
          <a:xfrm>
            <a:off x="80650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0" name="Shape 1048"/>
          <p:cNvSpPr/>
          <p:nvPr/>
        </p:nvSpPr>
        <p:spPr>
          <a:xfrm>
            <a:off x="81747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1" name="Shape 1049"/>
          <p:cNvSpPr/>
          <p:nvPr/>
        </p:nvSpPr>
        <p:spPr>
          <a:xfrm>
            <a:off x="82844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2" name="Shape 1050"/>
          <p:cNvSpPr/>
          <p:nvPr/>
        </p:nvSpPr>
        <p:spPr>
          <a:xfrm>
            <a:off x="83941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3" name="Shape 1051"/>
          <p:cNvSpPr/>
          <p:nvPr/>
        </p:nvSpPr>
        <p:spPr>
          <a:xfrm>
            <a:off x="85039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4" name="Shape 1052"/>
          <p:cNvSpPr/>
          <p:nvPr/>
        </p:nvSpPr>
        <p:spPr>
          <a:xfrm>
            <a:off x="86136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5" name="Shape 1053"/>
          <p:cNvSpPr/>
          <p:nvPr/>
        </p:nvSpPr>
        <p:spPr>
          <a:xfrm>
            <a:off x="87233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6" name="Shape 1054"/>
          <p:cNvSpPr/>
          <p:nvPr/>
        </p:nvSpPr>
        <p:spPr>
          <a:xfrm>
            <a:off x="88331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7" name="Shape 1055"/>
          <p:cNvSpPr/>
          <p:nvPr/>
        </p:nvSpPr>
        <p:spPr>
          <a:xfrm>
            <a:off x="89428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8" name="Shape 1056"/>
          <p:cNvSpPr/>
          <p:nvPr/>
        </p:nvSpPr>
        <p:spPr>
          <a:xfrm>
            <a:off x="90525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9" name="Shape 1057"/>
          <p:cNvSpPr/>
          <p:nvPr/>
        </p:nvSpPr>
        <p:spPr>
          <a:xfrm>
            <a:off x="91622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0" name="Shape 1058"/>
          <p:cNvSpPr/>
          <p:nvPr/>
        </p:nvSpPr>
        <p:spPr>
          <a:xfrm>
            <a:off x="92720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1" name="Shape 1059"/>
          <p:cNvSpPr/>
          <p:nvPr/>
        </p:nvSpPr>
        <p:spPr>
          <a:xfrm>
            <a:off x="93817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2" name="Shape 1060"/>
          <p:cNvSpPr/>
          <p:nvPr/>
        </p:nvSpPr>
        <p:spPr>
          <a:xfrm>
            <a:off x="94914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3" name="Shape 1061"/>
          <p:cNvSpPr/>
          <p:nvPr/>
        </p:nvSpPr>
        <p:spPr>
          <a:xfrm>
            <a:off x="96012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4" name="Shape 1062"/>
          <p:cNvSpPr/>
          <p:nvPr/>
        </p:nvSpPr>
        <p:spPr>
          <a:xfrm>
            <a:off x="97109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5" name="Shape 1063"/>
          <p:cNvSpPr/>
          <p:nvPr/>
        </p:nvSpPr>
        <p:spPr>
          <a:xfrm>
            <a:off x="98206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6" name="Shape 1064"/>
          <p:cNvSpPr/>
          <p:nvPr/>
        </p:nvSpPr>
        <p:spPr>
          <a:xfrm>
            <a:off x="99303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7" name="Shape 1065"/>
          <p:cNvSpPr/>
          <p:nvPr/>
        </p:nvSpPr>
        <p:spPr>
          <a:xfrm>
            <a:off x="100401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8" name="Shape 1066"/>
          <p:cNvSpPr/>
          <p:nvPr/>
        </p:nvSpPr>
        <p:spPr>
          <a:xfrm>
            <a:off x="101498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9" name="Shape 1067"/>
          <p:cNvSpPr/>
          <p:nvPr/>
        </p:nvSpPr>
        <p:spPr>
          <a:xfrm>
            <a:off x="102595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0" name="Shape 1068"/>
          <p:cNvSpPr/>
          <p:nvPr/>
        </p:nvSpPr>
        <p:spPr>
          <a:xfrm>
            <a:off x="103692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1" name="Shape 1069"/>
          <p:cNvSpPr/>
          <p:nvPr/>
        </p:nvSpPr>
        <p:spPr>
          <a:xfrm>
            <a:off x="104790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2" name="Shape 1070"/>
          <p:cNvSpPr/>
          <p:nvPr/>
        </p:nvSpPr>
        <p:spPr>
          <a:xfrm>
            <a:off x="105887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3" name="Shape 1071"/>
          <p:cNvSpPr/>
          <p:nvPr/>
        </p:nvSpPr>
        <p:spPr>
          <a:xfrm>
            <a:off x="106984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4" name="Shape 1072"/>
          <p:cNvSpPr/>
          <p:nvPr/>
        </p:nvSpPr>
        <p:spPr>
          <a:xfrm>
            <a:off x="108082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5" name="Shape 1073"/>
          <p:cNvSpPr/>
          <p:nvPr/>
        </p:nvSpPr>
        <p:spPr>
          <a:xfrm>
            <a:off x="109179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6" name="Shape 1074"/>
          <p:cNvSpPr/>
          <p:nvPr/>
        </p:nvSpPr>
        <p:spPr>
          <a:xfrm>
            <a:off x="110276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7" name="Shape 1075"/>
          <p:cNvSpPr/>
          <p:nvPr/>
        </p:nvSpPr>
        <p:spPr>
          <a:xfrm>
            <a:off x="111373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8" name="Shape 1076"/>
          <p:cNvSpPr/>
          <p:nvPr/>
        </p:nvSpPr>
        <p:spPr>
          <a:xfrm>
            <a:off x="112471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9" name="Shape 1077"/>
          <p:cNvSpPr/>
          <p:nvPr/>
        </p:nvSpPr>
        <p:spPr>
          <a:xfrm>
            <a:off x="113568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0" name="Shape 1078"/>
          <p:cNvSpPr/>
          <p:nvPr/>
        </p:nvSpPr>
        <p:spPr>
          <a:xfrm>
            <a:off x="114665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1" name="Shape 1079"/>
          <p:cNvSpPr/>
          <p:nvPr/>
        </p:nvSpPr>
        <p:spPr>
          <a:xfrm>
            <a:off x="115763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2" name="Shape 1080"/>
          <p:cNvSpPr/>
          <p:nvPr/>
        </p:nvSpPr>
        <p:spPr>
          <a:xfrm>
            <a:off x="116860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3" name="Shape 1081"/>
          <p:cNvSpPr/>
          <p:nvPr/>
        </p:nvSpPr>
        <p:spPr>
          <a:xfrm>
            <a:off x="117957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4" name="Shape 1082"/>
          <p:cNvSpPr/>
          <p:nvPr/>
        </p:nvSpPr>
        <p:spPr>
          <a:xfrm>
            <a:off x="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5" name="Shape 1083"/>
          <p:cNvSpPr/>
          <p:nvPr/>
        </p:nvSpPr>
        <p:spPr>
          <a:xfrm>
            <a:off x="1097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6" name="Shape 1084"/>
          <p:cNvSpPr/>
          <p:nvPr/>
        </p:nvSpPr>
        <p:spPr>
          <a:xfrm>
            <a:off x="2194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7" name="Shape 1085"/>
          <p:cNvSpPr/>
          <p:nvPr/>
        </p:nvSpPr>
        <p:spPr>
          <a:xfrm>
            <a:off x="3291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8" name="Shape 1086"/>
          <p:cNvSpPr/>
          <p:nvPr/>
        </p:nvSpPr>
        <p:spPr>
          <a:xfrm>
            <a:off x="4389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9" name="Shape 1087"/>
          <p:cNvSpPr/>
          <p:nvPr/>
        </p:nvSpPr>
        <p:spPr>
          <a:xfrm>
            <a:off x="5486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0" name="Shape 1088"/>
          <p:cNvSpPr/>
          <p:nvPr/>
        </p:nvSpPr>
        <p:spPr>
          <a:xfrm>
            <a:off x="6583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1" name="Shape 1089"/>
          <p:cNvSpPr/>
          <p:nvPr/>
        </p:nvSpPr>
        <p:spPr>
          <a:xfrm>
            <a:off x="7680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2" name="Shape 1090"/>
          <p:cNvSpPr/>
          <p:nvPr/>
        </p:nvSpPr>
        <p:spPr>
          <a:xfrm>
            <a:off x="8778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3" name="Shape 1091"/>
          <p:cNvSpPr/>
          <p:nvPr/>
        </p:nvSpPr>
        <p:spPr>
          <a:xfrm>
            <a:off x="9875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4" name="Shape 1092"/>
          <p:cNvSpPr/>
          <p:nvPr/>
        </p:nvSpPr>
        <p:spPr>
          <a:xfrm>
            <a:off x="10972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5" name="Shape 1093"/>
          <p:cNvSpPr/>
          <p:nvPr/>
        </p:nvSpPr>
        <p:spPr>
          <a:xfrm>
            <a:off x="12070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6" name="Shape 1094"/>
          <p:cNvSpPr/>
          <p:nvPr/>
        </p:nvSpPr>
        <p:spPr>
          <a:xfrm>
            <a:off x="13167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7" name="Shape 1095"/>
          <p:cNvSpPr/>
          <p:nvPr/>
        </p:nvSpPr>
        <p:spPr>
          <a:xfrm>
            <a:off x="14264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8" name="Shape 1096"/>
          <p:cNvSpPr/>
          <p:nvPr/>
        </p:nvSpPr>
        <p:spPr>
          <a:xfrm>
            <a:off x="15361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9" name="Shape 1097"/>
          <p:cNvSpPr/>
          <p:nvPr/>
        </p:nvSpPr>
        <p:spPr>
          <a:xfrm>
            <a:off x="16459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0" name="Shape 1098"/>
          <p:cNvSpPr/>
          <p:nvPr/>
        </p:nvSpPr>
        <p:spPr>
          <a:xfrm>
            <a:off x="17556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1" name="Shape 1099"/>
          <p:cNvSpPr/>
          <p:nvPr/>
        </p:nvSpPr>
        <p:spPr>
          <a:xfrm>
            <a:off x="18653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2" name="Shape 1100"/>
          <p:cNvSpPr/>
          <p:nvPr/>
        </p:nvSpPr>
        <p:spPr>
          <a:xfrm>
            <a:off x="19751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3" name="Shape 1101"/>
          <p:cNvSpPr/>
          <p:nvPr/>
        </p:nvSpPr>
        <p:spPr>
          <a:xfrm>
            <a:off x="20848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4" name="Shape 1102"/>
          <p:cNvSpPr/>
          <p:nvPr/>
        </p:nvSpPr>
        <p:spPr>
          <a:xfrm>
            <a:off x="21945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5" name="Shape 1103"/>
          <p:cNvSpPr/>
          <p:nvPr/>
        </p:nvSpPr>
        <p:spPr>
          <a:xfrm>
            <a:off x="23042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6" name="Shape 1104"/>
          <p:cNvSpPr/>
          <p:nvPr/>
        </p:nvSpPr>
        <p:spPr>
          <a:xfrm>
            <a:off x="24140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7" name="Shape 1105"/>
          <p:cNvSpPr/>
          <p:nvPr/>
        </p:nvSpPr>
        <p:spPr>
          <a:xfrm>
            <a:off x="25237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8" name="Shape 1106"/>
          <p:cNvSpPr/>
          <p:nvPr/>
        </p:nvSpPr>
        <p:spPr>
          <a:xfrm>
            <a:off x="26334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9" name="Shape 1107"/>
          <p:cNvSpPr/>
          <p:nvPr/>
        </p:nvSpPr>
        <p:spPr>
          <a:xfrm>
            <a:off x="27432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0" name="Shape 1108"/>
          <p:cNvSpPr/>
          <p:nvPr/>
        </p:nvSpPr>
        <p:spPr>
          <a:xfrm>
            <a:off x="28529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1" name="Shape 1109"/>
          <p:cNvSpPr/>
          <p:nvPr/>
        </p:nvSpPr>
        <p:spPr>
          <a:xfrm>
            <a:off x="29626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2" name="Shape 1110"/>
          <p:cNvSpPr/>
          <p:nvPr/>
        </p:nvSpPr>
        <p:spPr>
          <a:xfrm>
            <a:off x="30723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3" name="Shape 1111"/>
          <p:cNvSpPr/>
          <p:nvPr/>
        </p:nvSpPr>
        <p:spPr>
          <a:xfrm>
            <a:off x="31821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4" name="Shape 1112"/>
          <p:cNvSpPr/>
          <p:nvPr/>
        </p:nvSpPr>
        <p:spPr>
          <a:xfrm>
            <a:off x="32918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5" name="Shape 1113"/>
          <p:cNvSpPr/>
          <p:nvPr/>
        </p:nvSpPr>
        <p:spPr>
          <a:xfrm>
            <a:off x="34015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6" name="Shape 1114"/>
          <p:cNvSpPr/>
          <p:nvPr/>
        </p:nvSpPr>
        <p:spPr>
          <a:xfrm>
            <a:off x="35112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7" name="Shape 1115"/>
          <p:cNvSpPr/>
          <p:nvPr/>
        </p:nvSpPr>
        <p:spPr>
          <a:xfrm>
            <a:off x="36210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8" name="Shape 1116"/>
          <p:cNvSpPr/>
          <p:nvPr/>
        </p:nvSpPr>
        <p:spPr>
          <a:xfrm>
            <a:off x="37307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9" name="Shape 1117"/>
          <p:cNvSpPr/>
          <p:nvPr/>
        </p:nvSpPr>
        <p:spPr>
          <a:xfrm>
            <a:off x="38404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0" name="Shape 1118"/>
          <p:cNvSpPr/>
          <p:nvPr/>
        </p:nvSpPr>
        <p:spPr>
          <a:xfrm>
            <a:off x="39502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1" name="Shape 1119"/>
          <p:cNvSpPr/>
          <p:nvPr/>
        </p:nvSpPr>
        <p:spPr>
          <a:xfrm>
            <a:off x="40599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2" name="Shape 1120"/>
          <p:cNvSpPr/>
          <p:nvPr/>
        </p:nvSpPr>
        <p:spPr>
          <a:xfrm>
            <a:off x="41696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3" name="Shape 1121"/>
          <p:cNvSpPr/>
          <p:nvPr/>
        </p:nvSpPr>
        <p:spPr>
          <a:xfrm>
            <a:off x="42793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4" name="Shape 1122"/>
          <p:cNvSpPr/>
          <p:nvPr/>
        </p:nvSpPr>
        <p:spPr>
          <a:xfrm>
            <a:off x="43891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5" name="Shape 1123"/>
          <p:cNvSpPr/>
          <p:nvPr/>
        </p:nvSpPr>
        <p:spPr>
          <a:xfrm>
            <a:off x="44988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6" name="Shape 1124"/>
          <p:cNvSpPr/>
          <p:nvPr/>
        </p:nvSpPr>
        <p:spPr>
          <a:xfrm>
            <a:off x="46085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7" name="Shape 1125"/>
          <p:cNvSpPr/>
          <p:nvPr/>
        </p:nvSpPr>
        <p:spPr>
          <a:xfrm>
            <a:off x="47183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8" name="Shape 1126"/>
          <p:cNvSpPr/>
          <p:nvPr/>
        </p:nvSpPr>
        <p:spPr>
          <a:xfrm>
            <a:off x="48280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9" name="Shape 1127"/>
          <p:cNvSpPr/>
          <p:nvPr/>
        </p:nvSpPr>
        <p:spPr>
          <a:xfrm>
            <a:off x="49377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0" name="Shape 1128"/>
          <p:cNvSpPr/>
          <p:nvPr/>
        </p:nvSpPr>
        <p:spPr>
          <a:xfrm>
            <a:off x="50474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1" name="Shape 1129"/>
          <p:cNvSpPr/>
          <p:nvPr/>
        </p:nvSpPr>
        <p:spPr>
          <a:xfrm>
            <a:off x="51572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2" name="Shape 1130"/>
          <p:cNvSpPr/>
          <p:nvPr/>
        </p:nvSpPr>
        <p:spPr>
          <a:xfrm>
            <a:off x="52669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3" name="Shape 1131"/>
          <p:cNvSpPr/>
          <p:nvPr/>
        </p:nvSpPr>
        <p:spPr>
          <a:xfrm>
            <a:off x="53766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4" name="Shape 1132"/>
          <p:cNvSpPr/>
          <p:nvPr/>
        </p:nvSpPr>
        <p:spPr>
          <a:xfrm>
            <a:off x="54864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5" name="Shape 1133"/>
          <p:cNvSpPr/>
          <p:nvPr/>
        </p:nvSpPr>
        <p:spPr>
          <a:xfrm>
            <a:off x="55961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6" name="Shape 1134"/>
          <p:cNvSpPr/>
          <p:nvPr/>
        </p:nvSpPr>
        <p:spPr>
          <a:xfrm>
            <a:off x="57058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7" name="Shape 1135"/>
          <p:cNvSpPr/>
          <p:nvPr/>
        </p:nvSpPr>
        <p:spPr>
          <a:xfrm>
            <a:off x="58155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8" name="Shape 1136"/>
          <p:cNvSpPr/>
          <p:nvPr/>
        </p:nvSpPr>
        <p:spPr>
          <a:xfrm>
            <a:off x="59253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9" name="Shape 1137"/>
          <p:cNvSpPr/>
          <p:nvPr/>
        </p:nvSpPr>
        <p:spPr>
          <a:xfrm>
            <a:off x="60350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0" name="Shape 1138"/>
          <p:cNvSpPr/>
          <p:nvPr/>
        </p:nvSpPr>
        <p:spPr>
          <a:xfrm>
            <a:off x="61447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1" name="Shape 1139"/>
          <p:cNvSpPr/>
          <p:nvPr/>
        </p:nvSpPr>
        <p:spPr>
          <a:xfrm>
            <a:off x="62544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2" name="Shape 1140"/>
          <p:cNvSpPr/>
          <p:nvPr/>
        </p:nvSpPr>
        <p:spPr>
          <a:xfrm>
            <a:off x="63642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3" name="Shape 1141"/>
          <p:cNvSpPr/>
          <p:nvPr/>
        </p:nvSpPr>
        <p:spPr>
          <a:xfrm>
            <a:off x="64739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4" name="Shape 1142"/>
          <p:cNvSpPr/>
          <p:nvPr/>
        </p:nvSpPr>
        <p:spPr>
          <a:xfrm>
            <a:off x="65836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5" name="Shape 1143"/>
          <p:cNvSpPr/>
          <p:nvPr/>
        </p:nvSpPr>
        <p:spPr>
          <a:xfrm>
            <a:off x="66934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6" name="Shape 1144"/>
          <p:cNvSpPr/>
          <p:nvPr/>
        </p:nvSpPr>
        <p:spPr>
          <a:xfrm>
            <a:off x="68031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7" name="Shape 1145"/>
          <p:cNvSpPr/>
          <p:nvPr/>
        </p:nvSpPr>
        <p:spPr>
          <a:xfrm>
            <a:off x="69128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8" name="Shape 1146"/>
          <p:cNvSpPr/>
          <p:nvPr/>
        </p:nvSpPr>
        <p:spPr>
          <a:xfrm>
            <a:off x="70225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9" name="Shape 1147"/>
          <p:cNvSpPr/>
          <p:nvPr/>
        </p:nvSpPr>
        <p:spPr>
          <a:xfrm>
            <a:off x="71323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0" name="Shape 1148"/>
          <p:cNvSpPr/>
          <p:nvPr/>
        </p:nvSpPr>
        <p:spPr>
          <a:xfrm>
            <a:off x="72420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1" name="Shape 1149"/>
          <p:cNvSpPr/>
          <p:nvPr/>
        </p:nvSpPr>
        <p:spPr>
          <a:xfrm>
            <a:off x="73517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2" name="Shape 1150"/>
          <p:cNvSpPr/>
          <p:nvPr/>
        </p:nvSpPr>
        <p:spPr>
          <a:xfrm>
            <a:off x="74615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3" name="Shape 1151"/>
          <p:cNvSpPr/>
          <p:nvPr/>
        </p:nvSpPr>
        <p:spPr>
          <a:xfrm>
            <a:off x="75712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4" name="Shape 1152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5" name="Shape 1153"/>
          <p:cNvSpPr/>
          <p:nvPr/>
        </p:nvSpPr>
        <p:spPr>
          <a:xfrm>
            <a:off x="77906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6" name="Shape 1154"/>
          <p:cNvSpPr/>
          <p:nvPr/>
        </p:nvSpPr>
        <p:spPr>
          <a:xfrm>
            <a:off x="79004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7" name="Shape 1155"/>
          <p:cNvSpPr/>
          <p:nvPr/>
        </p:nvSpPr>
        <p:spPr>
          <a:xfrm>
            <a:off x="80101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8" name="Shape 1156"/>
          <p:cNvSpPr/>
          <p:nvPr/>
        </p:nvSpPr>
        <p:spPr>
          <a:xfrm>
            <a:off x="81198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9" name="Shape 1157"/>
          <p:cNvSpPr/>
          <p:nvPr/>
        </p:nvSpPr>
        <p:spPr>
          <a:xfrm>
            <a:off x="82296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0" name="Shape 1158"/>
          <p:cNvSpPr/>
          <p:nvPr/>
        </p:nvSpPr>
        <p:spPr>
          <a:xfrm>
            <a:off x="83393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1" name="Shape 1159"/>
          <p:cNvSpPr/>
          <p:nvPr/>
        </p:nvSpPr>
        <p:spPr>
          <a:xfrm>
            <a:off x="84490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2" name="Shape 1160"/>
          <p:cNvSpPr/>
          <p:nvPr/>
        </p:nvSpPr>
        <p:spPr>
          <a:xfrm>
            <a:off x="85587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3" name="Shape 1161"/>
          <p:cNvSpPr/>
          <p:nvPr/>
        </p:nvSpPr>
        <p:spPr>
          <a:xfrm>
            <a:off x="86685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4" name="Shape 1162"/>
          <p:cNvSpPr/>
          <p:nvPr/>
        </p:nvSpPr>
        <p:spPr>
          <a:xfrm>
            <a:off x="87782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5" name="Shape 1163"/>
          <p:cNvSpPr/>
          <p:nvPr/>
        </p:nvSpPr>
        <p:spPr>
          <a:xfrm>
            <a:off x="88879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6" name="Shape 1164"/>
          <p:cNvSpPr/>
          <p:nvPr/>
        </p:nvSpPr>
        <p:spPr>
          <a:xfrm>
            <a:off x="89976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7" name="Shape 1165"/>
          <p:cNvSpPr/>
          <p:nvPr/>
        </p:nvSpPr>
        <p:spPr>
          <a:xfrm>
            <a:off x="91074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8" name="Shape 1166"/>
          <p:cNvSpPr/>
          <p:nvPr/>
        </p:nvSpPr>
        <p:spPr>
          <a:xfrm>
            <a:off x="92171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9" name="Shape 1167"/>
          <p:cNvSpPr/>
          <p:nvPr/>
        </p:nvSpPr>
        <p:spPr>
          <a:xfrm>
            <a:off x="93268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0" name="Shape 1168"/>
          <p:cNvSpPr/>
          <p:nvPr/>
        </p:nvSpPr>
        <p:spPr>
          <a:xfrm>
            <a:off x="94366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1" name="Shape 1169"/>
          <p:cNvSpPr/>
          <p:nvPr/>
        </p:nvSpPr>
        <p:spPr>
          <a:xfrm>
            <a:off x="95463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2" name="Shape 1170"/>
          <p:cNvSpPr/>
          <p:nvPr/>
        </p:nvSpPr>
        <p:spPr>
          <a:xfrm>
            <a:off x="96560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3" name="Shape 1171"/>
          <p:cNvSpPr/>
          <p:nvPr/>
        </p:nvSpPr>
        <p:spPr>
          <a:xfrm>
            <a:off x="97657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4" name="Shape 1172"/>
          <p:cNvSpPr/>
          <p:nvPr/>
        </p:nvSpPr>
        <p:spPr>
          <a:xfrm>
            <a:off x="98755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5" name="Shape 1173"/>
          <p:cNvSpPr/>
          <p:nvPr/>
        </p:nvSpPr>
        <p:spPr>
          <a:xfrm>
            <a:off x="99852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6" name="Shape 1174"/>
          <p:cNvSpPr/>
          <p:nvPr/>
        </p:nvSpPr>
        <p:spPr>
          <a:xfrm>
            <a:off x="100949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7" name="Shape 1175"/>
          <p:cNvSpPr/>
          <p:nvPr/>
        </p:nvSpPr>
        <p:spPr>
          <a:xfrm>
            <a:off x="102047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8" name="Shape 1176"/>
          <p:cNvSpPr/>
          <p:nvPr/>
        </p:nvSpPr>
        <p:spPr>
          <a:xfrm>
            <a:off x="103144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9" name="Shape 1177"/>
          <p:cNvSpPr/>
          <p:nvPr/>
        </p:nvSpPr>
        <p:spPr>
          <a:xfrm>
            <a:off x="104241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0" name="Shape 1178"/>
          <p:cNvSpPr/>
          <p:nvPr/>
        </p:nvSpPr>
        <p:spPr>
          <a:xfrm>
            <a:off x="105338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1" name="Shape 1179"/>
          <p:cNvSpPr/>
          <p:nvPr/>
        </p:nvSpPr>
        <p:spPr>
          <a:xfrm>
            <a:off x="106436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2" name="Shape 1180"/>
          <p:cNvSpPr/>
          <p:nvPr/>
        </p:nvSpPr>
        <p:spPr>
          <a:xfrm>
            <a:off x="107533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3" name="Shape 1181"/>
          <p:cNvSpPr/>
          <p:nvPr/>
        </p:nvSpPr>
        <p:spPr>
          <a:xfrm>
            <a:off x="108630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4" name="Shape 1182"/>
          <p:cNvSpPr/>
          <p:nvPr/>
        </p:nvSpPr>
        <p:spPr>
          <a:xfrm>
            <a:off x="109728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5" name="Shape 1183"/>
          <p:cNvSpPr/>
          <p:nvPr/>
        </p:nvSpPr>
        <p:spPr>
          <a:xfrm>
            <a:off x="110825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6" name="Shape 1184"/>
          <p:cNvSpPr/>
          <p:nvPr/>
        </p:nvSpPr>
        <p:spPr>
          <a:xfrm>
            <a:off x="111922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7" name="Shape 1185"/>
          <p:cNvSpPr/>
          <p:nvPr/>
        </p:nvSpPr>
        <p:spPr>
          <a:xfrm>
            <a:off x="113019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8" name="Shape 1186"/>
          <p:cNvSpPr/>
          <p:nvPr/>
        </p:nvSpPr>
        <p:spPr>
          <a:xfrm>
            <a:off x="114117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9" name="Shape 1187"/>
          <p:cNvSpPr/>
          <p:nvPr/>
        </p:nvSpPr>
        <p:spPr>
          <a:xfrm>
            <a:off x="115214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0" name="Shape 1188"/>
          <p:cNvSpPr/>
          <p:nvPr/>
        </p:nvSpPr>
        <p:spPr>
          <a:xfrm>
            <a:off x="116311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1" name="Shape 1189"/>
          <p:cNvSpPr/>
          <p:nvPr/>
        </p:nvSpPr>
        <p:spPr>
          <a:xfrm>
            <a:off x="117408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2" name="Shape 1190"/>
          <p:cNvSpPr/>
          <p:nvPr/>
        </p:nvSpPr>
        <p:spPr>
          <a:xfrm>
            <a:off x="548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3" name="Shape 1191"/>
          <p:cNvSpPr/>
          <p:nvPr/>
        </p:nvSpPr>
        <p:spPr>
          <a:xfrm>
            <a:off x="1645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4" name="Shape 1192"/>
          <p:cNvSpPr/>
          <p:nvPr/>
        </p:nvSpPr>
        <p:spPr>
          <a:xfrm>
            <a:off x="2743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5" name="Shape 1193"/>
          <p:cNvSpPr/>
          <p:nvPr/>
        </p:nvSpPr>
        <p:spPr>
          <a:xfrm>
            <a:off x="3840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6" name="Shape 1194"/>
          <p:cNvSpPr/>
          <p:nvPr/>
        </p:nvSpPr>
        <p:spPr>
          <a:xfrm>
            <a:off x="4937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7" name="Shape 1195"/>
          <p:cNvSpPr/>
          <p:nvPr/>
        </p:nvSpPr>
        <p:spPr>
          <a:xfrm>
            <a:off x="6035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8" name="Shape 1196"/>
          <p:cNvSpPr/>
          <p:nvPr/>
        </p:nvSpPr>
        <p:spPr>
          <a:xfrm>
            <a:off x="7132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9" name="Shape 1197"/>
          <p:cNvSpPr/>
          <p:nvPr/>
        </p:nvSpPr>
        <p:spPr>
          <a:xfrm>
            <a:off x="8229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0" name="Shape 1198"/>
          <p:cNvSpPr/>
          <p:nvPr/>
        </p:nvSpPr>
        <p:spPr>
          <a:xfrm>
            <a:off x="9326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1" name="Shape 1199"/>
          <p:cNvSpPr/>
          <p:nvPr/>
        </p:nvSpPr>
        <p:spPr>
          <a:xfrm>
            <a:off x="10424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2" name="Shape 1200"/>
          <p:cNvSpPr/>
          <p:nvPr/>
        </p:nvSpPr>
        <p:spPr>
          <a:xfrm>
            <a:off x="11521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3" name="Shape 1201"/>
          <p:cNvSpPr/>
          <p:nvPr/>
        </p:nvSpPr>
        <p:spPr>
          <a:xfrm>
            <a:off x="12618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4" name="Shape 1202"/>
          <p:cNvSpPr/>
          <p:nvPr/>
        </p:nvSpPr>
        <p:spPr>
          <a:xfrm>
            <a:off x="13716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5" name="Shape 1203"/>
          <p:cNvSpPr/>
          <p:nvPr/>
        </p:nvSpPr>
        <p:spPr>
          <a:xfrm>
            <a:off x="14813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6" name="Shape 1204"/>
          <p:cNvSpPr/>
          <p:nvPr/>
        </p:nvSpPr>
        <p:spPr>
          <a:xfrm>
            <a:off x="15910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7" name="Shape 1205"/>
          <p:cNvSpPr/>
          <p:nvPr/>
        </p:nvSpPr>
        <p:spPr>
          <a:xfrm>
            <a:off x="17007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8" name="Shape 1206"/>
          <p:cNvSpPr/>
          <p:nvPr/>
        </p:nvSpPr>
        <p:spPr>
          <a:xfrm>
            <a:off x="18105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9" name="Shape 1207"/>
          <p:cNvSpPr/>
          <p:nvPr/>
        </p:nvSpPr>
        <p:spPr>
          <a:xfrm>
            <a:off x="19202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0" name="Shape 1208"/>
          <p:cNvSpPr/>
          <p:nvPr/>
        </p:nvSpPr>
        <p:spPr>
          <a:xfrm>
            <a:off x="20299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1" name="Shape 1209"/>
          <p:cNvSpPr/>
          <p:nvPr/>
        </p:nvSpPr>
        <p:spPr>
          <a:xfrm>
            <a:off x="21396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2" name="Shape 1210"/>
          <p:cNvSpPr/>
          <p:nvPr/>
        </p:nvSpPr>
        <p:spPr>
          <a:xfrm>
            <a:off x="22494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3" name="Shape 1211"/>
          <p:cNvSpPr/>
          <p:nvPr/>
        </p:nvSpPr>
        <p:spPr>
          <a:xfrm>
            <a:off x="23591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4" name="Shape 1212"/>
          <p:cNvSpPr/>
          <p:nvPr/>
        </p:nvSpPr>
        <p:spPr>
          <a:xfrm>
            <a:off x="24688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5" name="Shape 1213"/>
          <p:cNvSpPr/>
          <p:nvPr/>
        </p:nvSpPr>
        <p:spPr>
          <a:xfrm>
            <a:off x="25786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6" name="Shape 1214"/>
          <p:cNvSpPr/>
          <p:nvPr/>
        </p:nvSpPr>
        <p:spPr>
          <a:xfrm>
            <a:off x="26883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7" name="Shape 1215"/>
          <p:cNvSpPr/>
          <p:nvPr/>
        </p:nvSpPr>
        <p:spPr>
          <a:xfrm>
            <a:off x="27980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8" name="Shape 1216"/>
          <p:cNvSpPr/>
          <p:nvPr/>
        </p:nvSpPr>
        <p:spPr>
          <a:xfrm>
            <a:off x="29077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9" name="Shape 1217"/>
          <p:cNvSpPr/>
          <p:nvPr/>
        </p:nvSpPr>
        <p:spPr>
          <a:xfrm>
            <a:off x="30175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0" name="Shape 1218"/>
          <p:cNvSpPr/>
          <p:nvPr/>
        </p:nvSpPr>
        <p:spPr>
          <a:xfrm>
            <a:off x="31272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1" name="Shape 1219"/>
          <p:cNvSpPr/>
          <p:nvPr/>
        </p:nvSpPr>
        <p:spPr>
          <a:xfrm>
            <a:off x="32369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2" name="Shape 1220"/>
          <p:cNvSpPr/>
          <p:nvPr/>
        </p:nvSpPr>
        <p:spPr>
          <a:xfrm>
            <a:off x="33467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3" name="Shape 1221"/>
          <p:cNvSpPr/>
          <p:nvPr/>
        </p:nvSpPr>
        <p:spPr>
          <a:xfrm>
            <a:off x="34564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4" name="Shape 1222"/>
          <p:cNvSpPr/>
          <p:nvPr/>
        </p:nvSpPr>
        <p:spPr>
          <a:xfrm>
            <a:off x="35661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5" name="Shape 1223"/>
          <p:cNvSpPr/>
          <p:nvPr/>
        </p:nvSpPr>
        <p:spPr>
          <a:xfrm>
            <a:off x="36758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6" name="Shape 1224"/>
          <p:cNvSpPr/>
          <p:nvPr/>
        </p:nvSpPr>
        <p:spPr>
          <a:xfrm>
            <a:off x="37856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7" name="Shape 1225"/>
          <p:cNvSpPr/>
          <p:nvPr/>
        </p:nvSpPr>
        <p:spPr>
          <a:xfrm>
            <a:off x="38953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8" name="Shape 1226"/>
          <p:cNvSpPr/>
          <p:nvPr/>
        </p:nvSpPr>
        <p:spPr>
          <a:xfrm>
            <a:off x="40050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9" name="Shape 1227"/>
          <p:cNvSpPr/>
          <p:nvPr/>
        </p:nvSpPr>
        <p:spPr>
          <a:xfrm>
            <a:off x="41148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0" name="Shape 1228"/>
          <p:cNvSpPr/>
          <p:nvPr/>
        </p:nvSpPr>
        <p:spPr>
          <a:xfrm>
            <a:off x="42245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1" name="Shape 1229"/>
          <p:cNvSpPr/>
          <p:nvPr/>
        </p:nvSpPr>
        <p:spPr>
          <a:xfrm>
            <a:off x="43342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2" name="Shape 1230"/>
          <p:cNvSpPr/>
          <p:nvPr/>
        </p:nvSpPr>
        <p:spPr>
          <a:xfrm>
            <a:off x="44439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3" name="Shape 1231"/>
          <p:cNvSpPr/>
          <p:nvPr/>
        </p:nvSpPr>
        <p:spPr>
          <a:xfrm>
            <a:off x="45537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4" name="Shape 1232"/>
          <p:cNvSpPr/>
          <p:nvPr/>
        </p:nvSpPr>
        <p:spPr>
          <a:xfrm>
            <a:off x="46634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5" name="Shape 1233"/>
          <p:cNvSpPr/>
          <p:nvPr/>
        </p:nvSpPr>
        <p:spPr>
          <a:xfrm>
            <a:off x="47731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6" name="Shape 1234"/>
          <p:cNvSpPr/>
          <p:nvPr/>
        </p:nvSpPr>
        <p:spPr>
          <a:xfrm>
            <a:off x="48828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7" name="Shape 1235"/>
          <p:cNvSpPr/>
          <p:nvPr/>
        </p:nvSpPr>
        <p:spPr>
          <a:xfrm>
            <a:off x="49926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8" name="Shape 1236"/>
          <p:cNvSpPr/>
          <p:nvPr/>
        </p:nvSpPr>
        <p:spPr>
          <a:xfrm>
            <a:off x="51023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9" name="Shape 1237"/>
          <p:cNvSpPr/>
          <p:nvPr/>
        </p:nvSpPr>
        <p:spPr>
          <a:xfrm>
            <a:off x="52120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0" name="Shape 1238"/>
          <p:cNvSpPr/>
          <p:nvPr/>
        </p:nvSpPr>
        <p:spPr>
          <a:xfrm>
            <a:off x="53218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1" name="Shape 1239"/>
          <p:cNvSpPr/>
          <p:nvPr/>
        </p:nvSpPr>
        <p:spPr>
          <a:xfrm>
            <a:off x="54315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2" name="Shape 1240"/>
          <p:cNvSpPr/>
          <p:nvPr/>
        </p:nvSpPr>
        <p:spPr>
          <a:xfrm>
            <a:off x="55412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3" name="Shape 1241"/>
          <p:cNvSpPr/>
          <p:nvPr/>
        </p:nvSpPr>
        <p:spPr>
          <a:xfrm>
            <a:off x="56509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4" name="Shape 1242"/>
          <p:cNvSpPr/>
          <p:nvPr/>
        </p:nvSpPr>
        <p:spPr>
          <a:xfrm>
            <a:off x="57607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5" name="Shape 1243"/>
          <p:cNvSpPr/>
          <p:nvPr/>
        </p:nvSpPr>
        <p:spPr>
          <a:xfrm>
            <a:off x="58704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6" name="Shape 1244"/>
          <p:cNvSpPr/>
          <p:nvPr/>
        </p:nvSpPr>
        <p:spPr>
          <a:xfrm>
            <a:off x="59801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7" name="Shape 1245"/>
          <p:cNvSpPr/>
          <p:nvPr/>
        </p:nvSpPr>
        <p:spPr>
          <a:xfrm>
            <a:off x="60899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8" name="Shape 1246"/>
          <p:cNvSpPr/>
          <p:nvPr/>
        </p:nvSpPr>
        <p:spPr>
          <a:xfrm>
            <a:off x="61996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9" name="Shape 1247"/>
          <p:cNvSpPr/>
          <p:nvPr/>
        </p:nvSpPr>
        <p:spPr>
          <a:xfrm>
            <a:off x="63093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0" name="Shape 1248"/>
          <p:cNvSpPr/>
          <p:nvPr/>
        </p:nvSpPr>
        <p:spPr>
          <a:xfrm>
            <a:off x="64190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1" name="Shape 1249"/>
          <p:cNvSpPr/>
          <p:nvPr/>
        </p:nvSpPr>
        <p:spPr>
          <a:xfrm>
            <a:off x="65288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2" name="Shape 1250"/>
          <p:cNvSpPr/>
          <p:nvPr/>
        </p:nvSpPr>
        <p:spPr>
          <a:xfrm>
            <a:off x="66385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3" name="Shape 1251"/>
          <p:cNvSpPr/>
          <p:nvPr/>
        </p:nvSpPr>
        <p:spPr>
          <a:xfrm>
            <a:off x="67482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4" name="Shape 1252"/>
          <p:cNvSpPr/>
          <p:nvPr/>
        </p:nvSpPr>
        <p:spPr>
          <a:xfrm>
            <a:off x="68580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5" name="Shape 1253"/>
          <p:cNvSpPr/>
          <p:nvPr/>
        </p:nvSpPr>
        <p:spPr>
          <a:xfrm>
            <a:off x="69677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6" name="Shape 1254"/>
          <p:cNvSpPr/>
          <p:nvPr/>
        </p:nvSpPr>
        <p:spPr>
          <a:xfrm>
            <a:off x="70774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7" name="Shape 1255"/>
          <p:cNvSpPr/>
          <p:nvPr/>
        </p:nvSpPr>
        <p:spPr>
          <a:xfrm>
            <a:off x="71871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8" name="Shape 1256"/>
          <p:cNvSpPr/>
          <p:nvPr/>
        </p:nvSpPr>
        <p:spPr>
          <a:xfrm>
            <a:off x="72969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9" name="Shape 1257"/>
          <p:cNvSpPr/>
          <p:nvPr/>
        </p:nvSpPr>
        <p:spPr>
          <a:xfrm>
            <a:off x="74066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0" name="Shape 1258"/>
          <p:cNvSpPr/>
          <p:nvPr/>
        </p:nvSpPr>
        <p:spPr>
          <a:xfrm>
            <a:off x="75163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1" name="Shape 1259"/>
          <p:cNvSpPr/>
          <p:nvPr/>
        </p:nvSpPr>
        <p:spPr>
          <a:xfrm>
            <a:off x="76260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2" name="Shape 1260"/>
          <p:cNvSpPr/>
          <p:nvPr/>
        </p:nvSpPr>
        <p:spPr>
          <a:xfrm>
            <a:off x="77358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3" name="Shape 1261"/>
          <p:cNvSpPr/>
          <p:nvPr/>
        </p:nvSpPr>
        <p:spPr>
          <a:xfrm>
            <a:off x="78455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4" name="Shape 1262"/>
          <p:cNvSpPr/>
          <p:nvPr/>
        </p:nvSpPr>
        <p:spPr>
          <a:xfrm>
            <a:off x="79552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5" name="Shape 1263"/>
          <p:cNvSpPr/>
          <p:nvPr/>
        </p:nvSpPr>
        <p:spPr>
          <a:xfrm>
            <a:off x="80650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6" name="Shape 1264"/>
          <p:cNvSpPr/>
          <p:nvPr/>
        </p:nvSpPr>
        <p:spPr>
          <a:xfrm>
            <a:off x="81747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7" name="Shape 1265"/>
          <p:cNvSpPr/>
          <p:nvPr/>
        </p:nvSpPr>
        <p:spPr>
          <a:xfrm>
            <a:off x="82844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8" name="Shape 1266"/>
          <p:cNvSpPr/>
          <p:nvPr/>
        </p:nvSpPr>
        <p:spPr>
          <a:xfrm>
            <a:off x="83941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9" name="Shape 1267"/>
          <p:cNvSpPr/>
          <p:nvPr/>
        </p:nvSpPr>
        <p:spPr>
          <a:xfrm>
            <a:off x="85039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0" name="Shape 1268"/>
          <p:cNvSpPr/>
          <p:nvPr/>
        </p:nvSpPr>
        <p:spPr>
          <a:xfrm>
            <a:off x="86136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1" name="Shape 1269"/>
          <p:cNvSpPr/>
          <p:nvPr/>
        </p:nvSpPr>
        <p:spPr>
          <a:xfrm>
            <a:off x="87233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2" name="Shape 1270"/>
          <p:cNvSpPr/>
          <p:nvPr/>
        </p:nvSpPr>
        <p:spPr>
          <a:xfrm>
            <a:off x="88331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3" name="Shape 1271"/>
          <p:cNvSpPr/>
          <p:nvPr/>
        </p:nvSpPr>
        <p:spPr>
          <a:xfrm>
            <a:off x="89428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4" name="Shape 1272"/>
          <p:cNvSpPr/>
          <p:nvPr/>
        </p:nvSpPr>
        <p:spPr>
          <a:xfrm>
            <a:off x="90525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5" name="Shape 1273"/>
          <p:cNvSpPr/>
          <p:nvPr/>
        </p:nvSpPr>
        <p:spPr>
          <a:xfrm>
            <a:off x="91622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6" name="Shape 1274"/>
          <p:cNvSpPr/>
          <p:nvPr/>
        </p:nvSpPr>
        <p:spPr>
          <a:xfrm>
            <a:off x="92720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7" name="Shape 1275"/>
          <p:cNvSpPr/>
          <p:nvPr/>
        </p:nvSpPr>
        <p:spPr>
          <a:xfrm>
            <a:off x="93817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8" name="Shape 1276"/>
          <p:cNvSpPr/>
          <p:nvPr/>
        </p:nvSpPr>
        <p:spPr>
          <a:xfrm>
            <a:off x="94914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9" name="Shape 1277"/>
          <p:cNvSpPr/>
          <p:nvPr/>
        </p:nvSpPr>
        <p:spPr>
          <a:xfrm>
            <a:off x="96012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0" name="Shape 1278"/>
          <p:cNvSpPr/>
          <p:nvPr/>
        </p:nvSpPr>
        <p:spPr>
          <a:xfrm>
            <a:off x="97109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1" name="Shape 1279"/>
          <p:cNvSpPr/>
          <p:nvPr/>
        </p:nvSpPr>
        <p:spPr>
          <a:xfrm>
            <a:off x="98206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2" name="Shape 1280"/>
          <p:cNvSpPr/>
          <p:nvPr/>
        </p:nvSpPr>
        <p:spPr>
          <a:xfrm>
            <a:off x="99303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3" name="Shape 1281"/>
          <p:cNvSpPr/>
          <p:nvPr/>
        </p:nvSpPr>
        <p:spPr>
          <a:xfrm>
            <a:off x="100401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4" name="Shape 1282"/>
          <p:cNvSpPr/>
          <p:nvPr/>
        </p:nvSpPr>
        <p:spPr>
          <a:xfrm>
            <a:off x="101498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5" name="Shape 1283"/>
          <p:cNvSpPr/>
          <p:nvPr/>
        </p:nvSpPr>
        <p:spPr>
          <a:xfrm>
            <a:off x="102595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6" name="Shape 1284"/>
          <p:cNvSpPr/>
          <p:nvPr/>
        </p:nvSpPr>
        <p:spPr>
          <a:xfrm>
            <a:off x="103692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7" name="Shape 1285"/>
          <p:cNvSpPr/>
          <p:nvPr/>
        </p:nvSpPr>
        <p:spPr>
          <a:xfrm>
            <a:off x="104790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8" name="Shape 1286"/>
          <p:cNvSpPr/>
          <p:nvPr/>
        </p:nvSpPr>
        <p:spPr>
          <a:xfrm>
            <a:off x="105887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9" name="Shape 1287"/>
          <p:cNvSpPr/>
          <p:nvPr/>
        </p:nvSpPr>
        <p:spPr>
          <a:xfrm>
            <a:off x="106984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0" name="Shape 1288"/>
          <p:cNvSpPr/>
          <p:nvPr/>
        </p:nvSpPr>
        <p:spPr>
          <a:xfrm>
            <a:off x="108082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1" name="Shape 1289"/>
          <p:cNvSpPr/>
          <p:nvPr/>
        </p:nvSpPr>
        <p:spPr>
          <a:xfrm>
            <a:off x="109179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2" name="Shape 1290"/>
          <p:cNvSpPr/>
          <p:nvPr/>
        </p:nvSpPr>
        <p:spPr>
          <a:xfrm>
            <a:off x="110276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3" name="Shape 1291"/>
          <p:cNvSpPr/>
          <p:nvPr/>
        </p:nvSpPr>
        <p:spPr>
          <a:xfrm>
            <a:off x="111373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4" name="Shape 1292"/>
          <p:cNvSpPr/>
          <p:nvPr/>
        </p:nvSpPr>
        <p:spPr>
          <a:xfrm>
            <a:off x="112471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5" name="Shape 1293"/>
          <p:cNvSpPr/>
          <p:nvPr/>
        </p:nvSpPr>
        <p:spPr>
          <a:xfrm>
            <a:off x="113568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6" name="Shape 1294"/>
          <p:cNvSpPr/>
          <p:nvPr/>
        </p:nvSpPr>
        <p:spPr>
          <a:xfrm>
            <a:off x="114665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7" name="Shape 1295"/>
          <p:cNvSpPr/>
          <p:nvPr/>
        </p:nvSpPr>
        <p:spPr>
          <a:xfrm>
            <a:off x="115763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8" name="Shape 1296"/>
          <p:cNvSpPr/>
          <p:nvPr/>
        </p:nvSpPr>
        <p:spPr>
          <a:xfrm>
            <a:off x="116860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9" name="Shape 1297"/>
          <p:cNvSpPr/>
          <p:nvPr/>
        </p:nvSpPr>
        <p:spPr>
          <a:xfrm>
            <a:off x="117957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0" name="Shape 1298"/>
          <p:cNvSpPr/>
          <p:nvPr/>
        </p:nvSpPr>
        <p:spPr>
          <a:xfrm>
            <a:off x="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1" name="Shape 1299"/>
          <p:cNvSpPr/>
          <p:nvPr/>
        </p:nvSpPr>
        <p:spPr>
          <a:xfrm>
            <a:off x="1097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2" name="Shape 1300"/>
          <p:cNvSpPr/>
          <p:nvPr/>
        </p:nvSpPr>
        <p:spPr>
          <a:xfrm>
            <a:off x="2194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3" name="Shape 1301"/>
          <p:cNvSpPr/>
          <p:nvPr/>
        </p:nvSpPr>
        <p:spPr>
          <a:xfrm>
            <a:off x="3291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4" name="Shape 1302"/>
          <p:cNvSpPr/>
          <p:nvPr/>
        </p:nvSpPr>
        <p:spPr>
          <a:xfrm>
            <a:off x="4389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5" name="Shape 1303"/>
          <p:cNvSpPr/>
          <p:nvPr/>
        </p:nvSpPr>
        <p:spPr>
          <a:xfrm>
            <a:off x="5486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6" name="Shape 1304"/>
          <p:cNvSpPr/>
          <p:nvPr/>
        </p:nvSpPr>
        <p:spPr>
          <a:xfrm>
            <a:off x="6583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7" name="Shape 1305"/>
          <p:cNvSpPr/>
          <p:nvPr/>
        </p:nvSpPr>
        <p:spPr>
          <a:xfrm>
            <a:off x="7680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8" name="Shape 1306"/>
          <p:cNvSpPr/>
          <p:nvPr/>
        </p:nvSpPr>
        <p:spPr>
          <a:xfrm>
            <a:off x="8778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9" name="Shape 1307"/>
          <p:cNvSpPr/>
          <p:nvPr/>
        </p:nvSpPr>
        <p:spPr>
          <a:xfrm>
            <a:off x="9875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0" name="Shape 1308"/>
          <p:cNvSpPr/>
          <p:nvPr/>
        </p:nvSpPr>
        <p:spPr>
          <a:xfrm>
            <a:off x="10972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1" name="Shape 1309"/>
          <p:cNvSpPr/>
          <p:nvPr/>
        </p:nvSpPr>
        <p:spPr>
          <a:xfrm>
            <a:off x="12070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2" name="Shape 1310"/>
          <p:cNvSpPr/>
          <p:nvPr/>
        </p:nvSpPr>
        <p:spPr>
          <a:xfrm>
            <a:off x="13167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3" name="Shape 1311"/>
          <p:cNvSpPr/>
          <p:nvPr/>
        </p:nvSpPr>
        <p:spPr>
          <a:xfrm>
            <a:off x="14264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4" name="Shape 1312"/>
          <p:cNvSpPr/>
          <p:nvPr/>
        </p:nvSpPr>
        <p:spPr>
          <a:xfrm>
            <a:off x="15361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5" name="Shape 1313"/>
          <p:cNvSpPr/>
          <p:nvPr/>
        </p:nvSpPr>
        <p:spPr>
          <a:xfrm>
            <a:off x="16459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6" name="Shape 1314"/>
          <p:cNvSpPr/>
          <p:nvPr/>
        </p:nvSpPr>
        <p:spPr>
          <a:xfrm>
            <a:off x="17556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7" name="Shape 1315"/>
          <p:cNvSpPr/>
          <p:nvPr/>
        </p:nvSpPr>
        <p:spPr>
          <a:xfrm>
            <a:off x="18653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8" name="Shape 1316"/>
          <p:cNvSpPr/>
          <p:nvPr/>
        </p:nvSpPr>
        <p:spPr>
          <a:xfrm>
            <a:off x="19751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9" name="Shape 1317"/>
          <p:cNvSpPr/>
          <p:nvPr/>
        </p:nvSpPr>
        <p:spPr>
          <a:xfrm>
            <a:off x="20848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0" name="Shape 1318"/>
          <p:cNvSpPr/>
          <p:nvPr/>
        </p:nvSpPr>
        <p:spPr>
          <a:xfrm>
            <a:off x="21945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1" name="Shape 1319"/>
          <p:cNvSpPr/>
          <p:nvPr/>
        </p:nvSpPr>
        <p:spPr>
          <a:xfrm>
            <a:off x="23042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2" name="Shape 1320"/>
          <p:cNvSpPr/>
          <p:nvPr/>
        </p:nvSpPr>
        <p:spPr>
          <a:xfrm>
            <a:off x="24140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3" name="Shape 1321"/>
          <p:cNvSpPr/>
          <p:nvPr/>
        </p:nvSpPr>
        <p:spPr>
          <a:xfrm>
            <a:off x="25237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4" name="Shape 1322"/>
          <p:cNvSpPr/>
          <p:nvPr/>
        </p:nvSpPr>
        <p:spPr>
          <a:xfrm>
            <a:off x="26334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5" name="Shape 1323"/>
          <p:cNvSpPr/>
          <p:nvPr/>
        </p:nvSpPr>
        <p:spPr>
          <a:xfrm>
            <a:off x="27432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6" name="Shape 1324"/>
          <p:cNvSpPr/>
          <p:nvPr/>
        </p:nvSpPr>
        <p:spPr>
          <a:xfrm>
            <a:off x="28529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7" name="Shape 1325"/>
          <p:cNvSpPr/>
          <p:nvPr/>
        </p:nvSpPr>
        <p:spPr>
          <a:xfrm>
            <a:off x="29626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8" name="Shape 1326"/>
          <p:cNvSpPr/>
          <p:nvPr/>
        </p:nvSpPr>
        <p:spPr>
          <a:xfrm>
            <a:off x="30723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9" name="Shape 1327"/>
          <p:cNvSpPr/>
          <p:nvPr/>
        </p:nvSpPr>
        <p:spPr>
          <a:xfrm>
            <a:off x="31821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0" name="Shape 1328"/>
          <p:cNvSpPr/>
          <p:nvPr/>
        </p:nvSpPr>
        <p:spPr>
          <a:xfrm>
            <a:off x="32918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1" name="Shape 1329"/>
          <p:cNvSpPr/>
          <p:nvPr/>
        </p:nvSpPr>
        <p:spPr>
          <a:xfrm>
            <a:off x="34015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2" name="Shape 1330"/>
          <p:cNvSpPr/>
          <p:nvPr/>
        </p:nvSpPr>
        <p:spPr>
          <a:xfrm>
            <a:off x="35112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3" name="Shape 1331"/>
          <p:cNvSpPr/>
          <p:nvPr/>
        </p:nvSpPr>
        <p:spPr>
          <a:xfrm>
            <a:off x="36210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4" name="Shape 1332"/>
          <p:cNvSpPr/>
          <p:nvPr/>
        </p:nvSpPr>
        <p:spPr>
          <a:xfrm>
            <a:off x="37307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5" name="Shape 1333"/>
          <p:cNvSpPr/>
          <p:nvPr/>
        </p:nvSpPr>
        <p:spPr>
          <a:xfrm>
            <a:off x="38404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6" name="Shape 1334"/>
          <p:cNvSpPr/>
          <p:nvPr/>
        </p:nvSpPr>
        <p:spPr>
          <a:xfrm>
            <a:off x="39502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7" name="Shape 1335"/>
          <p:cNvSpPr/>
          <p:nvPr/>
        </p:nvSpPr>
        <p:spPr>
          <a:xfrm>
            <a:off x="40599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8" name="Shape 1336"/>
          <p:cNvSpPr/>
          <p:nvPr/>
        </p:nvSpPr>
        <p:spPr>
          <a:xfrm>
            <a:off x="41696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9" name="Shape 1337"/>
          <p:cNvSpPr/>
          <p:nvPr/>
        </p:nvSpPr>
        <p:spPr>
          <a:xfrm>
            <a:off x="42793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0" name="Shape 1338"/>
          <p:cNvSpPr/>
          <p:nvPr/>
        </p:nvSpPr>
        <p:spPr>
          <a:xfrm>
            <a:off x="43891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1" name="Shape 1339"/>
          <p:cNvSpPr/>
          <p:nvPr/>
        </p:nvSpPr>
        <p:spPr>
          <a:xfrm>
            <a:off x="44988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2" name="Shape 1340"/>
          <p:cNvSpPr/>
          <p:nvPr/>
        </p:nvSpPr>
        <p:spPr>
          <a:xfrm>
            <a:off x="46085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3" name="Shape 1341"/>
          <p:cNvSpPr/>
          <p:nvPr/>
        </p:nvSpPr>
        <p:spPr>
          <a:xfrm>
            <a:off x="47183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4" name="Shape 1342"/>
          <p:cNvSpPr/>
          <p:nvPr/>
        </p:nvSpPr>
        <p:spPr>
          <a:xfrm>
            <a:off x="48280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5" name="Shape 1343"/>
          <p:cNvSpPr/>
          <p:nvPr/>
        </p:nvSpPr>
        <p:spPr>
          <a:xfrm>
            <a:off x="49377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6" name="Shape 1344"/>
          <p:cNvSpPr/>
          <p:nvPr/>
        </p:nvSpPr>
        <p:spPr>
          <a:xfrm>
            <a:off x="50474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7" name="Shape 1345"/>
          <p:cNvSpPr/>
          <p:nvPr/>
        </p:nvSpPr>
        <p:spPr>
          <a:xfrm>
            <a:off x="51572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8" name="Shape 1346"/>
          <p:cNvSpPr/>
          <p:nvPr/>
        </p:nvSpPr>
        <p:spPr>
          <a:xfrm>
            <a:off x="52669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9" name="Shape 1347"/>
          <p:cNvSpPr/>
          <p:nvPr/>
        </p:nvSpPr>
        <p:spPr>
          <a:xfrm>
            <a:off x="53766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0" name="Shape 1348"/>
          <p:cNvSpPr/>
          <p:nvPr/>
        </p:nvSpPr>
        <p:spPr>
          <a:xfrm>
            <a:off x="54864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1" name="Shape 1349"/>
          <p:cNvSpPr/>
          <p:nvPr/>
        </p:nvSpPr>
        <p:spPr>
          <a:xfrm>
            <a:off x="55961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2" name="Shape 1350"/>
          <p:cNvSpPr/>
          <p:nvPr/>
        </p:nvSpPr>
        <p:spPr>
          <a:xfrm>
            <a:off x="57058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3" name="Shape 1351"/>
          <p:cNvSpPr/>
          <p:nvPr/>
        </p:nvSpPr>
        <p:spPr>
          <a:xfrm>
            <a:off x="58155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4" name="Shape 1352"/>
          <p:cNvSpPr/>
          <p:nvPr/>
        </p:nvSpPr>
        <p:spPr>
          <a:xfrm>
            <a:off x="59253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5" name="Shape 1353"/>
          <p:cNvSpPr/>
          <p:nvPr/>
        </p:nvSpPr>
        <p:spPr>
          <a:xfrm>
            <a:off x="60350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6" name="Shape 1354"/>
          <p:cNvSpPr/>
          <p:nvPr/>
        </p:nvSpPr>
        <p:spPr>
          <a:xfrm>
            <a:off x="61447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7" name="Shape 1355"/>
          <p:cNvSpPr/>
          <p:nvPr/>
        </p:nvSpPr>
        <p:spPr>
          <a:xfrm>
            <a:off x="62544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8" name="Shape 1356"/>
          <p:cNvSpPr/>
          <p:nvPr/>
        </p:nvSpPr>
        <p:spPr>
          <a:xfrm>
            <a:off x="63642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9" name="Shape 1357"/>
          <p:cNvSpPr/>
          <p:nvPr/>
        </p:nvSpPr>
        <p:spPr>
          <a:xfrm>
            <a:off x="64739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0" name="Shape 1358"/>
          <p:cNvSpPr/>
          <p:nvPr/>
        </p:nvSpPr>
        <p:spPr>
          <a:xfrm>
            <a:off x="65836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1" name="Shape 1359"/>
          <p:cNvSpPr/>
          <p:nvPr/>
        </p:nvSpPr>
        <p:spPr>
          <a:xfrm>
            <a:off x="66934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2" name="Shape 1360"/>
          <p:cNvSpPr/>
          <p:nvPr/>
        </p:nvSpPr>
        <p:spPr>
          <a:xfrm>
            <a:off x="68031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3" name="Shape 1361"/>
          <p:cNvSpPr/>
          <p:nvPr/>
        </p:nvSpPr>
        <p:spPr>
          <a:xfrm>
            <a:off x="69128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4" name="Shape 1362"/>
          <p:cNvSpPr/>
          <p:nvPr/>
        </p:nvSpPr>
        <p:spPr>
          <a:xfrm>
            <a:off x="70225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5" name="Shape 1363"/>
          <p:cNvSpPr/>
          <p:nvPr/>
        </p:nvSpPr>
        <p:spPr>
          <a:xfrm>
            <a:off x="71323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6" name="Shape 1364"/>
          <p:cNvSpPr/>
          <p:nvPr/>
        </p:nvSpPr>
        <p:spPr>
          <a:xfrm>
            <a:off x="72420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7" name="Shape 1365"/>
          <p:cNvSpPr/>
          <p:nvPr/>
        </p:nvSpPr>
        <p:spPr>
          <a:xfrm>
            <a:off x="73517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8" name="Shape 1366"/>
          <p:cNvSpPr/>
          <p:nvPr/>
        </p:nvSpPr>
        <p:spPr>
          <a:xfrm>
            <a:off x="74615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9" name="Shape 1367"/>
          <p:cNvSpPr/>
          <p:nvPr/>
        </p:nvSpPr>
        <p:spPr>
          <a:xfrm>
            <a:off x="75712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0" name="Shape 1368"/>
          <p:cNvSpPr/>
          <p:nvPr/>
        </p:nvSpPr>
        <p:spPr>
          <a:xfrm>
            <a:off x="76809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1" name="Shape 1369"/>
          <p:cNvSpPr/>
          <p:nvPr/>
        </p:nvSpPr>
        <p:spPr>
          <a:xfrm>
            <a:off x="77906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2" name="Shape 1370"/>
          <p:cNvSpPr/>
          <p:nvPr/>
        </p:nvSpPr>
        <p:spPr>
          <a:xfrm>
            <a:off x="79004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3" name="Shape 1371"/>
          <p:cNvSpPr/>
          <p:nvPr/>
        </p:nvSpPr>
        <p:spPr>
          <a:xfrm>
            <a:off x="80101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4" name="Shape 1372"/>
          <p:cNvSpPr/>
          <p:nvPr/>
        </p:nvSpPr>
        <p:spPr>
          <a:xfrm>
            <a:off x="81198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5" name="Shape 1373"/>
          <p:cNvSpPr/>
          <p:nvPr/>
        </p:nvSpPr>
        <p:spPr>
          <a:xfrm>
            <a:off x="82296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6" name="Shape 1374"/>
          <p:cNvSpPr/>
          <p:nvPr/>
        </p:nvSpPr>
        <p:spPr>
          <a:xfrm>
            <a:off x="83393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7" name="Shape 1375"/>
          <p:cNvSpPr/>
          <p:nvPr/>
        </p:nvSpPr>
        <p:spPr>
          <a:xfrm>
            <a:off x="84490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8" name="Shape 1376"/>
          <p:cNvSpPr/>
          <p:nvPr/>
        </p:nvSpPr>
        <p:spPr>
          <a:xfrm>
            <a:off x="85587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9" name="Shape 1377"/>
          <p:cNvSpPr/>
          <p:nvPr/>
        </p:nvSpPr>
        <p:spPr>
          <a:xfrm>
            <a:off x="86685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0" name="Shape 1378"/>
          <p:cNvSpPr/>
          <p:nvPr/>
        </p:nvSpPr>
        <p:spPr>
          <a:xfrm>
            <a:off x="87782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1" name="Shape 1379"/>
          <p:cNvSpPr/>
          <p:nvPr/>
        </p:nvSpPr>
        <p:spPr>
          <a:xfrm>
            <a:off x="88879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2" name="Shape 1380"/>
          <p:cNvSpPr/>
          <p:nvPr/>
        </p:nvSpPr>
        <p:spPr>
          <a:xfrm>
            <a:off x="89976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3" name="Shape 1381"/>
          <p:cNvSpPr/>
          <p:nvPr/>
        </p:nvSpPr>
        <p:spPr>
          <a:xfrm>
            <a:off x="91074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4" name="Shape 1382"/>
          <p:cNvSpPr/>
          <p:nvPr/>
        </p:nvSpPr>
        <p:spPr>
          <a:xfrm>
            <a:off x="92171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5" name="Shape 1383"/>
          <p:cNvSpPr/>
          <p:nvPr/>
        </p:nvSpPr>
        <p:spPr>
          <a:xfrm>
            <a:off x="93268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6" name="Shape 1384"/>
          <p:cNvSpPr/>
          <p:nvPr/>
        </p:nvSpPr>
        <p:spPr>
          <a:xfrm>
            <a:off x="94366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7" name="Shape 1385"/>
          <p:cNvSpPr/>
          <p:nvPr/>
        </p:nvSpPr>
        <p:spPr>
          <a:xfrm>
            <a:off x="95463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8" name="Shape 1386"/>
          <p:cNvSpPr/>
          <p:nvPr/>
        </p:nvSpPr>
        <p:spPr>
          <a:xfrm>
            <a:off x="96560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9" name="Shape 1387"/>
          <p:cNvSpPr/>
          <p:nvPr/>
        </p:nvSpPr>
        <p:spPr>
          <a:xfrm>
            <a:off x="97657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0" name="Shape 1388"/>
          <p:cNvSpPr/>
          <p:nvPr/>
        </p:nvSpPr>
        <p:spPr>
          <a:xfrm>
            <a:off x="98755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1" name="Shape 1389"/>
          <p:cNvSpPr/>
          <p:nvPr/>
        </p:nvSpPr>
        <p:spPr>
          <a:xfrm>
            <a:off x="99852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2" name="Shape 1390"/>
          <p:cNvSpPr/>
          <p:nvPr/>
        </p:nvSpPr>
        <p:spPr>
          <a:xfrm>
            <a:off x="100949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3" name="Shape 1391"/>
          <p:cNvSpPr/>
          <p:nvPr/>
        </p:nvSpPr>
        <p:spPr>
          <a:xfrm>
            <a:off x="102047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4" name="Shape 1392"/>
          <p:cNvSpPr/>
          <p:nvPr/>
        </p:nvSpPr>
        <p:spPr>
          <a:xfrm>
            <a:off x="103144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5" name="Shape 1393"/>
          <p:cNvSpPr/>
          <p:nvPr/>
        </p:nvSpPr>
        <p:spPr>
          <a:xfrm>
            <a:off x="104241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6" name="Shape 1394"/>
          <p:cNvSpPr/>
          <p:nvPr/>
        </p:nvSpPr>
        <p:spPr>
          <a:xfrm>
            <a:off x="105338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7" name="Shape 1395"/>
          <p:cNvSpPr/>
          <p:nvPr/>
        </p:nvSpPr>
        <p:spPr>
          <a:xfrm>
            <a:off x="106436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8" name="Shape 1396"/>
          <p:cNvSpPr/>
          <p:nvPr/>
        </p:nvSpPr>
        <p:spPr>
          <a:xfrm>
            <a:off x="107533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9" name="Shape 1397"/>
          <p:cNvSpPr/>
          <p:nvPr/>
        </p:nvSpPr>
        <p:spPr>
          <a:xfrm>
            <a:off x="108630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0" name="Shape 1398"/>
          <p:cNvSpPr/>
          <p:nvPr/>
        </p:nvSpPr>
        <p:spPr>
          <a:xfrm>
            <a:off x="109728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1" name="Shape 1399"/>
          <p:cNvSpPr/>
          <p:nvPr/>
        </p:nvSpPr>
        <p:spPr>
          <a:xfrm>
            <a:off x="110825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2" name="Shape 1400"/>
          <p:cNvSpPr/>
          <p:nvPr/>
        </p:nvSpPr>
        <p:spPr>
          <a:xfrm>
            <a:off x="111922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3" name="Shape 1401"/>
          <p:cNvSpPr/>
          <p:nvPr/>
        </p:nvSpPr>
        <p:spPr>
          <a:xfrm>
            <a:off x="113019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4" name="Shape 1402"/>
          <p:cNvSpPr/>
          <p:nvPr/>
        </p:nvSpPr>
        <p:spPr>
          <a:xfrm>
            <a:off x="114117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5" name="Shape 1403"/>
          <p:cNvSpPr/>
          <p:nvPr/>
        </p:nvSpPr>
        <p:spPr>
          <a:xfrm>
            <a:off x="115214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6" name="Shape 1404"/>
          <p:cNvSpPr/>
          <p:nvPr/>
        </p:nvSpPr>
        <p:spPr>
          <a:xfrm>
            <a:off x="116311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7" name="Shape 1405"/>
          <p:cNvSpPr/>
          <p:nvPr/>
        </p:nvSpPr>
        <p:spPr>
          <a:xfrm>
            <a:off x="117408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8" name="Shape 1406"/>
          <p:cNvSpPr/>
          <p:nvPr/>
        </p:nvSpPr>
        <p:spPr>
          <a:xfrm>
            <a:off x="548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9" name="Shape 1407"/>
          <p:cNvSpPr/>
          <p:nvPr/>
        </p:nvSpPr>
        <p:spPr>
          <a:xfrm>
            <a:off x="1645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0" name="Shape 1408"/>
          <p:cNvSpPr/>
          <p:nvPr/>
        </p:nvSpPr>
        <p:spPr>
          <a:xfrm>
            <a:off x="2743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1" name="Shape 1409"/>
          <p:cNvSpPr/>
          <p:nvPr/>
        </p:nvSpPr>
        <p:spPr>
          <a:xfrm>
            <a:off x="3840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2" name="Shape 1410"/>
          <p:cNvSpPr/>
          <p:nvPr/>
        </p:nvSpPr>
        <p:spPr>
          <a:xfrm>
            <a:off x="4937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3" name="Shape 1411"/>
          <p:cNvSpPr/>
          <p:nvPr/>
        </p:nvSpPr>
        <p:spPr>
          <a:xfrm>
            <a:off x="6035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4" name="Shape 1412"/>
          <p:cNvSpPr/>
          <p:nvPr/>
        </p:nvSpPr>
        <p:spPr>
          <a:xfrm>
            <a:off x="7132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5" name="Shape 1413"/>
          <p:cNvSpPr/>
          <p:nvPr/>
        </p:nvSpPr>
        <p:spPr>
          <a:xfrm>
            <a:off x="8229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6" name="Shape 1414"/>
          <p:cNvSpPr/>
          <p:nvPr/>
        </p:nvSpPr>
        <p:spPr>
          <a:xfrm>
            <a:off x="9326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7" name="Shape 1415"/>
          <p:cNvSpPr/>
          <p:nvPr/>
        </p:nvSpPr>
        <p:spPr>
          <a:xfrm>
            <a:off x="10424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8" name="Shape 1416"/>
          <p:cNvSpPr/>
          <p:nvPr/>
        </p:nvSpPr>
        <p:spPr>
          <a:xfrm>
            <a:off x="11521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9" name="Shape 1417"/>
          <p:cNvSpPr/>
          <p:nvPr/>
        </p:nvSpPr>
        <p:spPr>
          <a:xfrm>
            <a:off x="12618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0" name="Shape 1418"/>
          <p:cNvSpPr/>
          <p:nvPr/>
        </p:nvSpPr>
        <p:spPr>
          <a:xfrm>
            <a:off x="13716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1" name="Shape 1419"/>
          <p:cNvSpPr/>
          <p:nvPr/>
        </p:nvSpPr>
        <p:spPr>
          <a:xfrm>
            <a:off x="14813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2" name="Shape 1420"/>
          <p:cNvSpPr/>
          <p:nvPr/>
        </p:nvSpPr>
        <p:spPr>
          <a:xfrm>
            <a:off x="15910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3" name="Shape 1421"/>
          <p:cNvSpPr/>
          <p:nvPr/>
        </p:nvSpPr>
        <p:spPr>
          <a:xfrm>
            <a:off x="17007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4" name="Shape 1422"/>
          <p:cNvSpPr/>
          <p:nvPr/>
        </p:nvSpPr>
        <p:spPr>
          <a:xfrm>
            <a:off x="18105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5" name="Shape 1423"/>
          <p:cNvSpPr/>
          <p:nvPr/>
        </p:nvSpPr>
        <p:spPr>
          <a:xfrm>
            <a:off x="19202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6" name="Shape 1424"/>
          <p:cNvSpPr/>
          <p:nvPr/>
        </p:nvSpPr>
        <p:spPr>
          <a:xfrm>
            <a:off x="20299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7" name="Shape 1425"/>
          <p:cNvSpPr/>
          <p:nvPr/>
        </p:nvSpPr>
        <p:spPr>
          <a:xfrm>
            <a:off x="21396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8" name="Shape 1426"/>
          <p:cNvSpPr/>
          <p:nvPr/>
        </p:nvSpPr>
        <p:spPr>
          <a:xfrm>
            <a:off x="22494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9" name="Shape 1427"/>
          <p:cNvSpPr/>
          <p:nvPr/>
        </p:nvSpPr>
        <p:spPr>
          <a:xfrm>
            <a:off x="23591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0" name="Shape 1428"/>
          <p:cNvSpPr/>
          <p:nvPr/>
        </p:nvSpPr>
        <p:spPr>
          <a:xfrm>
            <a:off x="24688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1" name="Shape 1429"/>
          <p:cNvSpPr/>
          <p:nvPr/>
        </p:nvSpPr>
        <p:spPr>
          <a:xfrm>
            <a:off x="25786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2" name="Shape 1430"/>
          <p:cNvSpPr/>
          <p:nvPr/>
        </p:nvSpPr>
        <p:spPr>
          <a:xfrm>
            <a:off x="26883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3" name="Shape 1431"/>
          <p:cNvSpPr/>
          <p:nvPr/>
        </p:nvSpPr>
        <p:spPr>
          <a:xfrm>
            <a:off x="27980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4" name="Shape 1432"/>
          <p:cNvSpPr/>
          <p:nvPr/>
        </p:nvSpPr>
        <p:spPr>
          <a:xfrm>
            <a:off x="29077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5" name="Shape 1433"/>
          <p:cNvSpPr/>
          <p:nvPr/>
        </p:nvSpPr>
        <p:spPr>
          <a:xfrm>
            <a:off x="30175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6" name="Shape 1434"/>
          <p:cNvSpPr/>
          <p:nvPr/>
        </p:nvSpPr>
        <p:spPr>
          <a:xfrm>
            <a:off x="31272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7" name="Shape 1435"/>
          <p:cNvSpPr/>
          <p:nvPr/>
        </p:nvSpPr>
        <p:spPr>
          <a:xfrm>
            <a:off x="32369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8" name="Shape 1436"/>
          <p:cNvSpPr/>
          <p:nvPr/>
        </p:nvSpPr>
        <p:spPr>
          <a:xfrm>
            <a:off x="33467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9" name="Shape 1437"/>
          <p:cNvSpPr/>
          <p:nvPr/>
        </p:nvSpPr>
        <p:spPr>
          <a:xfrm>
            <a:off x="34564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0" name="Shape 1438"/>
          <p:cNvSpPr/>
          <p:nvPr/>
        </p:nvSpPr>
        <p:spPr>
          <a:xfrm>
            <a:off x="35661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1" name="Shape 1439"/>
          <p:cNvSpPr/>
          <p:nvPr/>
        </p:nvSpPr>
        <p:spPr>
          <a:xfrm>
            <a:off x="36758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2" name="Shape 1440"/>
          <p:cNvSpPr/>
          <p:nvPr/>
        </p:nvSpPr>
        <p:spPr>
          <a:xfrm>
            <a:off x="37856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3" name="Shape 1441"/>
          <p:cNvSpPr/>
          <p:nvPr/>
        </p:nvSpPr>
        <p:spPr>
          <a:xfrm>
            <a:off x="38953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4" name="Shape 1442"/>
          <p:cNvSpPr/>
          <p:nvPr/>
        </p:nvSpPr>
        <p:spPr>
          <a:xfrm>
            <a:off x="40050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5" name="Shape 1443"/>
          <p:cNvSpPr/>
          <p:nvPr/>
        </p:nvSpPr>
        <p:spPr>
          <a:xfrm>
            <a:off x="41148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6" name="Shape 1444"/>
          <p:cNvSpPr/>
          <p:nvPr/>
        </p:nvSpPr>
        <p:spPr>
          <a:xfrm>
            <a:off x="42245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7" name="Shape 1445"/>
          <p:cNvSpPr/>
          <p:nvPr/>
        </p:nvSpPr>
        <p:spPr>
          <a:xfrm>
            <a:off x="43342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8" name="Shape 1446"/>
          <p:cNvSpPr/>
          <p:nvPr/>
        </p:nvSpPr>
        <p:spPr>
          <a:xfrm>
            <a:off x="44439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9" name="Shape 1447"/>
          <p:cNvSpPr/>
          <p:nvPr/>
        </p:nvSpPr>
        <p:spPr>
          <a:xfrm>
            <a:off x="45537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0" name="Shape 1448"/>
          <p:cNvSpPr/>
          <p:nvPr/>
        </p:nvSpPr>
        <p:spPr>
          <a:xfrm>
            <a:off x="46634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1" name="Shape 1449"/>
          <p:cNvSpPr/>
          <p:nvPr/>
        </p:nvSpPr>
        <p:spPr>
          <a:xfrm>
            <a:off x="47731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2" name="Shape 1450"/>
          <p:cNvSpPr/>
          <p:nvPr/>
        </p:nvSpPr>
        <p:spPr>
          <a:xfrm>
            <a:off x="48828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3" name="Shape 1451"/>
          <p:cNvSpPr/>
          <p:nvPr/>
        </p:nvSpPr>
        <p:spPr>
          <a:xfrm>
            <a:off x="49926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4" name="Shape 1452"/>
          <p:cNvSpPr/>
          <p:nvPr/>
        </p:nvSpPr>
        <p:spPr>
          <a:xfrm>
            <a:off x="51023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5" name="Shape 1453"/>
          <p:cNvSpPr/>
          <p:nvPr/>
        </p:nvSpPr>
        <p:spPr>
          <a:xfrm>
            <a:off x="52120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6" name="Shape 1454"/>
          <p:cNvSpPr/>
          <p:nvPr/>
        </p:nvSpPr>
        <p:spPr>
          <a:xfrm>
            <a:off x="53218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7" name="Shape 1455"/>
          <p:cNvSpPr/>
          <p:nvPr/>
        </p:nvSpPr>
        <p:spPr>
          <a:xfrm>
            <a:off x="54315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8" name="Shape 1456"/>
          <p:cNvSpPr/>
          <p:nvPr/>
        </p:nvSpPr>
        <p:spPr>
          <a:xfrm>
            <a:off x="55412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9" name="Shape 1457"/>
          <p:cNvSpPr/>
          <p:nvPr/>
        </p:nvSpPr>
        <p:spPr>
          <a:xfrm>
            <a:off x="56509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0" name="Shape 1458"/>
          <p:cNvSpPr/>
          <p:nvPr/>
        </p:nvSpPr>
        <p:spPr>
          <a:xfrm>
            <a:off x="57607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1" name="Shape 1459"/>
          <p:cNvSpPr/>
          <p:nvPr/>
        </p:nvSpPr>
        <p:spPr>
          <a:xfrm>
            <a:off x="58704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2" name="Shape 1460"/>
          <p:cNvSpPr/>
          <p:nvPr/>
        </p:nvSpPr>
        <p:spPr>
          <a:xfrm>
            <a:off x="59801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3" name="Shape 1461"/>
          <p:cNvSpPr/>
          <p:nvPr/>
        </p:nvSpPr>
        <p:spPr>
          <a:xfrm>
            <a:off x="60899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4" name="Shape 1462"/>
          <p:cNvSpPr/>
          <p:nvPr/>
        </p:nvSpPr>
        <p:spPr>
          <a:xfrm>
            <a:off x="61996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5" name="Shape 1463"/>
          <p:cNvSpPr/>
          <p:nvPr/>
        </p:nvSpPr>
        <p:spPr>
          <a:xfrm>
            <a:off x="63093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6" name="Shape 1464"/>
          <p:cNvSpPr/>
          <p:nvPr/>
        </p:nvSpPr>
        <p:spPr>
          <a:xfrm>
            <a:off x="64190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7" name="Shape 1465"/>
          <p:cNvSpPr/>
          <p:nvPr/>
        </p:nvSpPr>
        <p:spPr>
          <a:xfrm>
            <a:off x="65288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8" name="Shape 1466"/>
          <p:cNvSpPr/>
          <p:nvPr/>
        </p:nvSpPr>
        <p:spPr>
          <a:xfrm>
            <a:off x="66385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9" name="Shape 1467"/>
          <p:cNvSpPr/>
          <p:nvPr/>
        </p:nvSpPr>
        <p:spPr>
          <a:xfrm>
            <a:off x="67482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0" name="Shape 1468"/>
          <p:cNvSpPr/>
          <p:nvPr/>
        </p:nvSpPr>
        <p:spPr>
          <a:xfrm>
            <a:off x="68580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1" name="Shape 1469"/>
          <p:cNvSpPr/>
          <p:nvPr/>
        </p:nvSpPr>
        <p:spPr>
          <a:xfrm>
            <a:off x="69677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2" name="Shape 1470"/>
          <p:cNvSpPr/>
          <p:nvPr/>
        </p:nvSpPr>
        <p:spPr>
          <a:xfrm>
            <a:off x="70774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3" name="Shape 1471"/>
          <p:cNvSpPr/>
          <p:nvPr/>
        </p:nvSpPr>
        <p:spPr>
          <a:xfrm>
            <a:off x="71871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4" name="Shape 1472"/>
          <p:cNvSpPr/>
          <p:nvPr/>
        </p:nvSpPr>
        <p:spPr>
          <a:xfrm>
            <a:off x="72969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5" name="Shape 1473"/>
          <p:cNvSpPr/>
          <p:nvPr/>
        </p:nvSpPr>
        <p:spPr>
          <a:xfrm>
            <a:off x="74066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6" name="Shape 1474"/>
          <p:cNvSpPr/>
          <p:nvPr/>
        </p:nvSpPr>
        <p:spPr>
          <a:xfrm>
            <a:off x="75163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7" name="Shape 1475"/>
          <p:cNvSpPr/>
          <p:nvPr/>
        </p:nvSpPr>
        <p:spPr>
          <a:xfrm>
            <a:off x="76260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8" name="Shape 1476"/>
          <p:cNvSpPr/>
          <p:nvPr/>
        </p:nvSpPr>
        <p:spPr>
          <a:xfrm>
            <a:off x="77358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9" name="Shape 1477"/>
          <p:cNvSpPr/>
          <p:nvPr/>
        </p:nvSpPr>
        <p:spPr>
          <a:xfrm>
            <a:off x="78455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0" name="Shape 1478"/>
          <p:cNvSpPr/>
          <p:nvPr/>
        </p:nvSpPr>
        <p:spPr>
          <a:xfrm>
            <a:off x="79552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1" name="Shape 1479"/>
          <p:cNvSpPr/>
          <p:nvPr/>
        </p:nvSpPr>
        <p:spPr>
          <a:xfrm>
            <a:off x="80650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2" name="Shape 1480"/>
          <p:cNvSpPr/>
          <p:nvPr/>
        </p:nvSpPr>
        <p:spPr>
          <a:xfrm>
            <a:off x="81747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3" name="Shape 1481"/>
          <p:cNvSpPr/>
          <p:nvPr/>
        </p:nvSpPr>
        <p:spPr>
          <a:xfrm>
            <a:off x="82844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4" name="Shape 1482"/>
          <p:cNvSpPr/>
          <p:nvPr/>
        </p:nvSpPr>
        <p:spPr>
          <a:xfrm>
            <a:off x="83941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5" name="Shape 1483"/>
          <p:cNvSpPr/>
          <p:nvPr/>
        </p:nvSpPr>
        <p:spPr>
          <a:xfrm>
            <a:off x="85039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6" name="Shape 1484"/>
          <p:cNvSpPr/>
          <p:nvPr/>
        </p:nvSpPr>
        <p:spPr>
          <a:xfrm>
            <a:off x="86136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7" name="Shape 1485"/>
          <p:cNvSpPr/>
          <p:nvPr/>
        </p:nvSpPr>
        <p:spPr>
          <a:xfrm>
            <a:off x="87233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8" name="Shape 1486"/>
          <p:cNvSpPr/>
          <p:nvPr/>
        </p:nvSpPr>
        <p:spPr>
          <a:xfrm>
            <a:off x="88331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9" name="Shape 1487"/>
          <p:cNvSpPr/>
          <p:nvPr/>
        </p:nvSpPr>
        <p:spPr>
          <a:xfrm>
            <a:off x="89428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0" name="Shape 1488"/>
          <p:cNvSpPr/>
          <p:nvPr/>
        </p:nvSpPr>
        <p:spPr>
          <a:xfrm>
            <a:off x="90525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1" name="Shape 1489"/>
          <p:cNvSpPr/>
          <p:nvPr/>
        </p:nvSpPr>
        <p:spPr>
          <a:xfrm>
            <a:off x="91622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2" name="Shape 1490"/>
          <p:cNvSpPr/>
          <p:nvPr/>
        </p:nvSpPr>
        <p:spPr>
          <a:xfrm>
            <a:off x="92720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3" name="Shape 1491"/>
          <p:cNvSpPr/>
          <p:nvPr/>
        </p:nvSpPr>
        <p:spPr>
          <a:xfrm>
            <a:off x="93817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4" name="Shape 1492"/>
          <p:cNvSpPr/>
          <p:nvPr/>
        </p:nvSpPr>
        <p:spPr>
          <a:xfrm>
            <a:off x="94914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5" name="Shape 1493"/>
          <p:cNvSpPr/>
          <p:nvPr/>
        </p:nvSpPr>
        <p:spPr>
          <a:xfrm>
            <a:off x="96012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6" name="Shape 1494"/>
          <p:cNvSpPr/>
          <p:nvPr/>
        </p:nvSpPr>
        <p:spPr>
          <a:xfrm>
            <a:off x="97109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7" name="Shape 1495"/>
          <p:cNvSpPr/>
          <p:nvPr/>
        </p:nvSpPr>
        <p:spPr>
          <a:xfrm>
            <a:off x="98206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8" name="Shape 1496"/>
          <p:cNvSpPr/>
          <p:nvPr/>
        </p:nvSpPr>
        <p:spPr>
          <a:xfrm>
            <a:off x="99303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9" name="Shape 1497"/>
          <p:cNvSpPr/>
          <p:nvPr/>
        </p:nvSpPr>
        <p:spPr>
          <a:xfrm>
            <a:off x="100401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0" name="Shape 1498"/>
          <p:cNvSpPr/>
          <p:nvPr/>
        </p:nvSpPr>
        <p:spPr>
          <a:xfrm>
            <a:off x="101498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1" name="Shape 1499"/>
          <p:cNvSpPr/>
          <p:nvPr/>
        </p:nvSpPr>
        <p:spPr>
          <a:xfrm>
            <a:off x="102595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2" name="Shape 1500"/>
          <p:cNvSpPr/>
          <p:nvPr/>
        </p:nvSpPr>
        <p:spPr>
          <a:xfrm>
            <a:off x="103692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3" name="Shape 1501"/>
          <p:cNvSpPr/>
          <p:nvPr/>
        </p:nvSpPr>
        <p:spPr>
          <a:xfrm>
            <a:off x="104790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4" name="Shape 1502"/>
          <p:cNvSpPr/>
          <p:nvPr/>
        </p:nvSpPr>
        <p:spPr>
          <a:xfrm>
            <a:off x="105887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5" name="Shape 1503"/>
          <p:cNvSpPr/>
          <p:nvPr/>
        </p:nvSpPr>
        <p:spPr>
          <a:xfrm>
            <a:off x="106984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6" name="Shape 1504"/>
          <p:cNvSpPr/>
          <p:nvPr/>
        </p:nvSpPr>
        <p:spPr>
          <a:xfrm>
            <a:off x="108082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7" name="Shape 1505"/>
          <p:cNvSpPr/>
          <p:nvPr/>
        </p:nvSpPr>
        <p:spPr>
          <a:xfrm>
            <a:off x="109179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8" name="Shape 1506"/>
          <p:cNvSpPr/>
          <p:nvPr/>
        </p:nvSpPr>
        <p:spPr>
          <a:xfrm>
            <a:off x="110276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9" name="Shape 1507"/>
          <p:cNvSpPr/>
          <p:nvPr/>
        </p:nvSpPr>
        <p:spPr>
          <a:xfrm>
            <a:off x="111373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0" name="Shape 1508"/>
          <p:cNvSpPr/>
          <p:nvPr/>
        </p:nvSpPr>
        <p:spPr>
          <a:xfrm>
            <a:off x="112471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1" name="Shape 1509"/>
          <p:cNvSpPr/>
          <p:nvPr/>
        </p:nvSpPr>
        <p:spPr>
          <a:xfrm>
            <a:off x="113568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2" name="Shape 1510"/>
          <p:cNvSpPr/>
          <p:nvPr/>
        </p:nvSpPr>
        <p:spPr>
          <a:xfrm>
            <a:off x="114665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3" name="Shape 1511"/>
          <p:cNvSpPr/>
          <p:nvPr/>
        </p:nvSpPr>
        <p:spPr>
          <a:xfrm>
            <a:off x="115763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4" name="Shape 1512"/>
          <p:cNvSpPr/>
          <p:nvPr/>
        </p:nvSpPr>
        <p:spPr>
          <a:xfrm>
            <a:off x="116860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5" name="Shape 1513"/>
          <p:cNvSpPr/>
          <p:nvPr/>
        </p:nvSpPr>
        <p:spPr>
          <a:xfrm>
            <a:off x="117957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6" name="Shape 1514"/>
          <p:cNvSpPr/>
          <p:nvPr/>
        </p:nvSpPr>
        <p:spPr>
          <a:xfrm>
            <a:off x="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7" name="Shape 1515"/>
          <p:cNvSpPr/>
          <p:nvPr/>
        </p:nvSpPr>
        <p:spPr>
          <a:xfrm>
            <a:off x="1097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8" name="Shape 1516"/>
          <p:cNvSpPr/>
          <p:nvPr/>
        </p:nvSpPr>
        <p:spPr>
          <a:xfrm>
            <a:off x="2194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9" name="Shape 1517"/>
          <p:cNvSpPr/>
          <p:nvPr/>
        </p:nvSpPr>
        <p:spPr>
          <a:xfrm>
            <a:off x="3291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0" name="Shape 1518"/>
          <p:cNvSpPr/>
          <p:nvPr/>
        </p:nvSpPr>
        <p:spPr>
          <a:xfrm>
            <a:off x="4389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1" name="Shape 1519"/>
          <p:cNvSpPr/>
          <p:nvPr/>
        </p:nvSpPr>
        <p:spPr>
          <a:xfrm>
            <a:off x="5486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2" name="Shape 1520"/>
          <p:cNvSpPr/>
          <p:nvPr/>
        </p:nvSpPr>
        <p:spPr>
          <a:xfrm>
            <a:off x="6583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3" name="Shape 1521"/>
          <p:cNvSpPr/>
          <p:nvPr/>
        </p:nvSpPr>
        <p:spPr>
          <a:xfrm>
            <a:off x="7680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4" name="Shape 1522"/>
          <p:cNvSpPr/>
          <p:nvPr/>
        </p:nvSpPr>
        <p:spPr>
          <a:xfrm>
            <a:off x="8778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5" name="Shape 1523"/>
          <p:cNvSpPr/>
          <p:nvPr/>
        </p:nvSpPr>
        <p:spPr>
          <a:xfrm>
            <a:off x="9875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6" name="Shape 1524"/>
          <p:cNvSpPr/>
          <p:nvPr/>
        </p:nvSpPr>
        <p:spPr>
          <a:xfrm>
            <a:off x="10972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7" name="Shape 1525"/>
          <p:cNvSpPr/>
          <p:nvPr/>
        </p:nvSpPr>
        <p:spPr>
          <a:xfrm>
            <a:off x="12070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8" name="Shape 1526"/>
          <p:cNvSpPr/>
          <p:nvPr/>
        </p:nvSpPr>
        <p:spPr>
          <a:xfrm>
            <a:off x="13167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9" name="Shape 1527"/>
          <p:cNvSpPr/>
          <p:nvPr/>
        </p:nvSpPr>
        <p:spPr>
          <a:xfrm>
            <a:off x="14264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0" name="Shape 1528"/>
          <p:cNvSpPr/>
          <p:nvPr/>
        </p:nvSpPr>
        <p:spPr>
          <a:xfrm>
            <a:off x="15361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1" name="Shape 1529"/>
          <p:cNvSpPr/>
          <p:nvPr/>
        </p:nvSpPr>
        <p:spPr>
          <a:xfrm>
            <a:off x="16459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2" name="Shape 1530"/>
          <p:cNvSpPr/>
          <p:nvPr/>
        </p:nvSpPr>
        <p:spPr>
          <a:xfrm>
            <a:off x="17556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3" name="Shape 1531"/>
          <p:cNvSpPr/>
          <p:nvPr/>
        </p:nvSpPr>
        <p:spPr>
          <a:xfrm>
            <a:off x="18653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4" name="Shape 1532"/>
          <p:cNvSpPr/>
          <p:nvPr/>
        </p:nvSpPr>
        <p:spPr>
          <a:xfrm>
            <a:off x="19751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5" name="Shape 1533"/>
          <p:cNvSpPr/>
          <p:nvPr/>
        </p:nvSpPr>
        <p:spPr>
          <a:xfrm>
            <a:off x="20848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" name="Shape 1534"/>
          <p:cNvSpPr/>
          <p:nvPr/>
        </p:nvSpPr>
        <p:spPr>
          <a:xfrm>
            <a:off x="21945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7" name="Shape 1535"/>
          <p:cNvSpPr/>
          <p:nvPr/>
        </p:nvSpPr>
        <p:spPr>
          <a:xfrm>
            <a:off x="23042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8" name="Shape 1536"/>
          <p:cNvSpPr/>
          <p:nvPr/>
        </p:nvSpPr>
        <p:spPr>
          <a:xfrm>
            <a:off x="24140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9" name="Shape 1537"/>
          <p:cNvSpPr/>
          <p:nvPr/>
        </p:nvSpPr>
        <p:spPr>
          <a:xfrm>
            <a:off x="25237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0" name="Shape 1538"/>
          <p:cNvSpPr/>
          <p:nvPr/>
        </p:nvSpPr>
        <p:spPr>
          <a:xfrm>
            <a:off x="26334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1" name="Shape 1539"/>
          <p:cNvSpPr/>
          <p:nvPr/>
        </p:nvSpPr>
        <p:spPr>
          <a:xfrm>
            <a:off x="27432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2" name="Shape 1540"/>
          <p:cNvSpPr/>
          <p:nvPr/>
        </p:nvSpPr>
        <p:spPr>
          <a:xfrm>
            <a:off x="28529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3" name="Shape 1541"/>
          <p:cNvSpPr/>
          <p:nvPr/>
        </p:nvSpPr>
        <p:spPr>
          <a:xfrm>
            <a:off x="29626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4" name="Shape 1542"/>
          <p:cNvSpPr/>
          <p:nvPr/>
        </p:nvSpPr>
        <p:spPr>
          <a:xfrm>
            <a:off x="30723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5" name="Shape 1543"/>
          <p:cNvSpPr/>
          <p:nvPr/>
        </p:nvSpPr>
        <p:spPr>
          <a:xfrm>
            <a:off x="31821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6" name="Shape 1544"/>
          <p:cNvSpPr/>
          <p:nvPr/>
        </p:nvSpPr>
        <p:spPr>
          <a:xfrm>
            <a:off x="32918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7" name="Shape 1545"/>
          <p:cNvSpPr/>
          <p:nvPr/>
        </p:nvSpPr>
        <p:spPr>
          <a:xfrm>
            <a:off x="34015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8" name="Shape 1546"/>
          <p:cNvSpPr/>
          <p:nvPr/>
        </p:nvSpPr>
        <p:spPr>
          <a:xfrm>
            <a:off x="35112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9" name="Shape 1547"/>
          <p:cNvSpPr/>
          <p:nvPr/>
        </p:nvSpPr>
        <p:spPr>
          <a:xfrm>
            <a:off x="36210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0" name="Shape 1548"/>
          <p:cNvSpPr/>
          <p:nvPr/>
        </p:nvSpPr>
        <p:spPr>
          <a:xfrm>
            <a:off x="37307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1" name="Shape 1549"/>
          <p:cNvSpPr/>
          <p:nvPr/>
        </p:nvSpPr>
        <p:spPr>
          <a:xfrm>
            <a:off x="38404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2" name="Shape 1550"/>
          <p:cNvSpPr/>
          <p:nvPr/>
        </p:nvSpPr>
        <p:spPr>
          <a:xfrm>
            <a:off x="39502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3" name="Shape 1551"/>
          <p:cNvSpPr/>
          <p:nvPr/>
        </p:nvSpPr>
        <p:spPr>
          <a:xfrm>
            <a:off x="40599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4" name="Shape 1552"/>
          <p:cNvSpPr/>
          <p:nvPr/>
        </p:nvSpPr>
        <p:spPr>
          <a:xfrm>
            <a:off x="41696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5" name="Shape 1553"/>
          <p:cNvSpPr/>
          <p:nvPr/>
        </p:nvSpPr>
        <p:spPr>
          <a:xfrm>
            <a:off x="42793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6" name="Shape 1554"/>
          <p:cNvSpPr/>
          <p:nvPr/>
        </p:nvSpPr>
        <p:spPr>
          <a:xfrm>
            <a:off x="43891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7" name="Shape 1555"/>
          <p:cNvSpPr/>
          <p:nvPr/>
        </p:nvSpPr>
        <p:spPr>
          <a:xfrm>
            <a:off x="44988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8" name="Shape 1556"/>
          <p:cNvSpPr/>
          <p:nvPr/>
        </p:nvSpPr>
        <p:spPr>
          <a:xfrm>
            <a:off x="46085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9" name="Shape 1557"/>
          <p:cNvSpPr/>
          <p:nvPr/>
        </p:nvSpPr>
        <p:spPr>
          <a:xfrm>
            <a:off x="47183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0" name="Shape 1558"/>
          <p:cNvSpPr/>
          <p:nvPr/>
        </p:nvSpPr>
        <p:spPr>
          <a:xfrm>
            <a:off x="48280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1" name="Shape 1559"/>
          <p:cNvSpPr/>
          <p:nvPr/>
        </p:nvSpPr>
        <p:spPr>
          <a:xfrm>
            <a:off x="49377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2" name="Shape 1560"/>
          <p:cNvSpPr/>
          <p:nvPr/>
        </p:nvSpPr>
        <p:spPr>
          <a:xfrm>
            <a:off x="50474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3" name="Shape 1561"/>
          <p:cNvSpPr/>
          <p:nvPr/>
        </p:nvSpPr>
        <p:spPr>
          <a:xfrm>
            <a:off x="51572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4" name="Shape 1562"/>
          <p:cNvSpPr/>
          <p:nvPr/>
        </p:nvSpPr>
        <p:spPr>
          <a:xfrm>
            <a:off x="52669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5" name="Shape 1563"/>
          <p:cNvSpPr/>
          <p:nvPr/>
        </p:nvSpPr>
        <p:spPr>
          <a:xfrm>
            <a:off x="53766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6" name="Shape 1564"/>
          <p:cNvSpPr/>
          <p:nvPr/>
        </p:nvSpPr>
        <p:spPr>
          <a:xfrm>
            <a:off x="54864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7" name="Shape 1565"/>
          <p:cNvSpPr/>
          <p:nvPr/>
        </p:nvSpPr>
        <p:spPr>
          <a:xfrm>
            <a:off x="55961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8" name="Shape 1566"/>
          <p:cNvSpPr/>
          <p:nvPr/>
        </p:nvSpPr>
        <p:spPr>
          <a:xfrm>
            <a:off x="57058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9" name="Shape 1567"/>
          <p:cNvSpPr/>
          <p:nvPr/>
        </p:nvSpPr>
        <p:spPr>
          <a:xfrm>
            <a:off x="58155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0" name="Shape 1568"/>
          <p:cNvSpPr/>
          <p:nvPr/>
        </p:nvSpPr>
        <p:spPr>
          <a:xfrm>
            <a:off x="59253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1" name="Shape 1569"/>
          <p:cNvSpPr/>
          <p:nvPr/>
        </p:nvSpPr>
        <p:spPr>
          <a:xfrm>
            <a:off x="60350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2" name="Shape 1570"/>
          <p:cNvSpPr/>
          <p:nvPr/>
        </p:nvSpPr>
        <p:spPr>
          <a:xfrm>
            <a:off x="61447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3" name="Shape 1571"/>
          <p:cNvSpPr/>
          <p:nvPr/>
        </p:nvSpPr>
        <p:spPr>
          <a:xfrm>
            <a:off x="62544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4" name="Shape 1572"/>
          <p:cNvSpPr/>
          <p:nvPr/>
        </p:nvSpPr>
        <p:spPr>
          <a:xfrm>
            <a:off x="63642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5" name="Shape 1573"/>
          <p:cNvSpPr/>
          <p:nvPr/>
        </p:nvSpPr>
        <p:spPr>
          <a:xfrm>
            <a:off x="64739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6" name="Shape 1574"/>
          <p:cNvSpPr/>
          <p:nvPr/>
        </p:nvSpPr>
        <p:spPr>
          <a:xfrm>
            <a:off x="65836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7" name="Shape 1575"/>
          <p:cNvSpPr/>
          <p:nvPr/>
        </p:nvSpPr>
        <p:spPr>
          <a:xfrm>
            <a:off x="66934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8" name="Shape 1576"/>
          <p:cNvSpPr/>
          <p:nvPr/>
        </p:nvSpPr>
        <p:spPr>
          <a:xfrm>
            <a:off x="68031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9" name="Shape 1577"/>
          <p:cNvSpPr/>
          <p:nvPr/>
        </p:nvSpPr>
        <p:spPr>
          <a:xfrm>
            <a:off x="69128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0" name="Shape 1578"/>
          <p:cNvSpPr/>
          <p:nvPr/>
        </p:nvSpPr>
        <p:spPr>
          <a:xfrm>
            <a:off x="70225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1" name="Shape 1579"/>
          <p:cNvSpPr/>
          <p:nvPr/>
        </p:nvSpPr>
        <p:spPr>
          <a:xfrm>
            <a:off x="71323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2" name="Shape 1580"/>
          <p:cNvSpPr/>
          <p:nvPr/>
        </p:nvSpPr>
        <p:spPr>
          <a:xfrm>
            <a:off x="72420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3" name="Shape 1581"/>
          <p:cNvSpPr/>
          <p:nvPr/>
        </p:nvSpPr>
        <p:spPr>
          <a:xfrm>
            <a:off x="73517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4" name="Shape 1582"/>
          <p:cNvSpPr/>
          <p:nvPr/>
        </p:nvSpPr>
        <p:spPr>
          <a:xfrm>
            <a:off x="74615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5" name="Shape 1583"/>
          <p:cNvSpPr/>
          <p:nvPr/>
        </p:nvSpPr>
        <p:spPr>
          <a:xfrm>
            <a:off x="75712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6" name="Shape 1584"/>
          <p:cNvSpPr/>
          <p:nvPr/>
        </p:nvSpPr>
        <p:spPr>
          <a:xfrm>
            <a:off x="76809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7" name="Shape 1585"/>
          <p:cNvSpPr/>
          <p:nvPr/>
        </p:nvSpPr>
        <p:spPr>
          <a:xfrm>
            <a:off x="77906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8" name="Shape 1586"/>
          <p:cNvSpPr/>
          <p:nvPr/>
        </p:nvSpPr>
        <p:spPr>
          <a:xfrm>
            <a:off x="79004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9" name="Shape 1587"/>
          <p:cNvSpPr/>
          <p:nvPr/>
        </p:nvSpPr>
        <p:spPr>
          <a:xfrm>
            <a:off x="80101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0" name="Shape 1588"/>
          <p:cNvSpPr/>
          <p:nvPr/>
        </p:nvSpPr>
        <p:spPr>
          <a:xfrm>
            <a:off x="81198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1" name="Shape 1589"/>
          <p:cNvSpPr/>
          <p:nvPr/>
        </p:nvSpPr>
        <p:spPr>
          <a:xfrm>
            <a:off x="82296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2" name="Shape 1590"/>
          <p:cNvSpPr/>
          <p:nvPr/>
        </p:nvSpPr>
        <p:spPr>
          <a:xfrm>
            <a:off x="83393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3" name="Shape 1591"/>
          <p:cNvSpPr/>
          <p:nvPr/>
        </p:nvSpPr>
        <p:spPr>
          <a:xfrm>
            <a:off x="84490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4" name="Shape 1592"/>
          <p:cNvSpPr/>
          <p:nvPr/>
        </p:nvSpPr>
        <p:spPr>
          <a:xfrm>
            <a:off x="85587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5" name="Shape 1593"/>
          <p:cNvSpPr/>
          <p:nvPr/>
        </p:nvSpPr>
        <p:spPr>
          <a:xfrm>
            <a:off x="86685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6" name="Shape 1594"/>
          <p:cNvSpPr/>
          <p:nvPr/>
        </p:nvSpPr>
        <p:spPr>
          <a:xfrm>
            <a:off x="87782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7" name="Shape 1595"/>
          <p:cNvSpPr/>
          <p:nvPr/>
        </p:nvSpPr>
        <p:spPr>
          <a:xfrm>
            <a:off x="88879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8" name="Shape 1596"/>
          <p:cNvSpPr/>
          <p:nvPr/>
        </p:nvSpPr>
        <p:spPr>
          <a:xfrm>
            <a:off x="89976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9" name="Shape 1597"/>
          <p:cNvSpPr/>
          <p:nvPr/>
        </p:nvSpPr>
        <p:spPr>
          <a:xfrm>
            <a:off x="91074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0" name="Shape 1598"/>
          <p:cNvSpPr/>
          <p:nvPr/>
        </p:nvSpPr>
        <p:spPr>
          <a:xfrm>
            <a:off x="92171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1" name="Shape 1599"/>
          <p:cNvSpPr/>
          <p:nvPr/>
        </p:nvSpPr>
        <p:spPr>
          <a:xfrm>
            <a:off x="93268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2" name="Shape 1600"/>
          <p:cNvSpPr/>
          <p:nvPr/>
        </p:nvSpPr>
        <p:spPr>
          <a:xfrm>
            <a:off x="94366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3" name="Shape 1601"/>
          <p:cNvSpPr/>
          <p:nvPr/>
        </p:nvSpPr>
        <p:spPr>
          <a:xfrm>
            <a:off x="95463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4" name="Shape 1602"/>
          <p:cNvSpPr/>
          <p:nvPr/>
        </p:nvSpPr>
        <p:spPr>
          <a:xfrm>
            <a:off x="96560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5" name="Shape 1603"/>
          <p:cNvSpPr/>
          <p:nvPr/>
        </p:nvSpPr>
        <p:spPr>
          <a:xfrm>
            <a:off x="97657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6" name="Shape 1604"/>
          <p:cNvSpPr/>
          <p:nvPr/>
        </p:nvSpPr>
        <p:spPr>
          <a:xfrm>
            <a:off x="98755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7" name="Shape 1605"/>
          <p:cNvSpPr/>
          <p:nvPr/>
        </p:nvSpPr>
        <p:spPr>
          <a:xfrm>
            <a:off x="99852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8" name="Shape 1606"/>
          <p:cNvSpPr/>
          <p:nvPr/>
        </p:nvSpPr>
        <p:spPr>
          <a:xfrm>
            <a:off x="100949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9" name="Shape 1607"/>
          <p:cNvSpPr/>
          <p:nvPr/>
        </p:nvSpPr>
        <p:spPr>
          <a:xfrm>
            <a:off x="102047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0" name="Shape 1608"/>
          <p:cNvSpPr/>
          <p:nvPr/>
        </p:nvSpPr>
        <p:spPr>
          <a:xfrm>
            <a:off x="103144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1" name="Shape 1609"/>
          <p:cNvSpPr/>
          <p:nvPr/>
        </p:nvSpPr>
        <p:spPr>
          <a:xfrm>
            <a:off x="104241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2" name="Shape 1610"/>
          <p:cNvSpPr/>
          <p:nvPr/>
        </p:nvSpPr>
        <p:spPr>
          <a:xfrm>
            <a:off x="105338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3" name="Shape 1611"/>
          <p:cNvSpPr/>
          <p:nvPr/>
        </p:nvSpPr>
        <p:spPr>
          <a:xfrm>
            <a:off x="106436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4" name="Shape 1612"/>
          <p:cNvSpPr/>
          <p:nvPr/>
        </p:nvSpPr>
        <p:spPr>
          <a:xfrm>
            <a:off x="107533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5" name="Shape 1613"/>
          <p:cNvSpPr/>
          <p:nvPr/>
        </p:nvSpPr>
        <p:spPr>
          <a:xfrm>
            <a:off x="108630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6" name="Shape 1614"/>
          <p:cNvSpPr/>
          <p:nvPr/>
        </p:nvSpPr>
        <p:spPr>
          <a:xfrm>
            <a:off x="109728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7" name="Shape 1615"/>
          <p:cNvSpPr/>
          <p:nvPr/>
        </p:nvSpPr>
        <p:spPr>
          <a:xfrm>
            <a:off x="110825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8" name="Shape 1616"/>
          <p:cNvSpPr/>
          <p:nvPr/>
        </p:nvSpPr>
        <p:spPr>
          <a:xfrm>
            <a:off x="111922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9" name="Shape 1617"/>
          <p:cNvSpPr/>
          <p:nvPr/>
        </p:nvSpPr>
        <p:spPr>
          <a:xfrm>
            <a:off x="113019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0" name="Shape 1618"/>
          <p:cNvSpPr/>
          <p:nvPr/>
        </p:nvSpPr>
        <p:spPr>
          <a:xfrm>
            <a:off x="114117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1" name="Shape 1619"/>
          <p:cNvSpPr/>
          <p:nvPr/>
        </p:nvSpPr>
        <p:spPr>
          <a:xfrm>
            <a:off x="115214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2" name="Shape 1620"/>
          <p:cNvSpPr/>
          <p:nvPr/>
        </p:nvSpPr>
        <p:spPr>
          <a:xfrm>
            <a:off x="116311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3" name="Shape 1621"/>
          <p:cNvSpPr/>
          <p:nvPr/>
        </p:nvSpPr>
        <p:spPr>
          <a:xfrm>
            <a:off x="117408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4" name="Shape 1622"/>
          <p:cNvSpPr/>
          <p:nvPr/>
        </p:nvSpPr>
        <p:spPr>
          <a:xfrm>
            <a:off x="548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5" name="Shape 1623"/>
          <p:cNvSpPr/>
          <p:nvPr/>
        </p:nvSpPr>
        <p:spPr>
          <a:xfrm>
            <a:off x="1645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6" name="Shape 1624"/>
          <p:cNvSpPr/>
          <p:nvPr/>
        </p:nvSpPr>
        <p:spPr>
          <a:xfrm>
            <a:off x="2743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7" name="Shape 1625"/>
          <p:cNvSpPr/>
          <p:nvPr/>
        </p:nvSpPr>
        <p:spPr>
          <a:xfrm>
            <a:off x="3840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8" name="Shape 1626"/>
          <p:cNvSpPr/>
          <p:nvPr/>
        </p:nvSpPr>
        <p:spPr>
          <a:xfrm>
            <a:off x="4937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9" name="Shape 1627"/>
          <p:cNvSpPr/>
          <p:nvPr/>
        </p:nvSpPr>
        <p:spPr>
          <a:xfrm>
            <a:off x="6035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0" name="Shape 1628"/>
          <p:cNvSpPr/>
          <p:nvPr/>
        </p:nvSpPr>
        <p:spPr>
          <a:xfrm>
            <a:off x="7132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1" name="Shape 1629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2" name="Shape 1630"/>
          <p:cNvSpPr/>
          <p:nvPr/>
        </p:nvSpPr>
        <p:spPr>
          <a:xfrm>
            <a:off x="9326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3" name="Shape 1631"/>
          <p:cNvSpPr/>
          <p:nvPr/>
        </p:nvSpPr>
        <p:spPr>
          <a:xfrm>
            <a:off x="10424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4" name="Shape 1632"/>
          <p:cNvSpPr/>
          <p:nvPr/>
        </p:nvSpPr>
        <p:spPr>
          <a:xfrm>
            <a:off x="11521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5" name="Shape 1633"/>
          <p:cNvSpPr/>
          <p:nvPr/>
        </p:nvSpPr>
        <p:spPr>
          <a:xfrm>
            <a:off x="12618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6" name="Shape 1634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7" name="Shape 1635"/>
          <p:cNvSpPr/>
          <p:nvPr/>
        </p:nvSpPr>
        <p:spPr>
          <a:xfrm>
            <a:off x="14813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8" name="Shape 1636"/>
          <p:cNvSpPr/>
          <p:nvPr/>
        </p:nvSpPr>
        <p:spPr>
          <a:xfrm>
            <a:off x="15910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9" name="Shape 1637"/>
          <p:cNvSpPr/>
          <p:nvPr/>
        </p:nvSpPr>
        <p:spPr>
          <a:xfrm>
            <a:off x="17007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0" name="Shape 1638"/>
          <p:cNvSpPr/>
          <p:nvPr/>
        </p:nvSpPr>
        <p:spPr>
          <a:xfrm>
            <a:off x="18105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1" name="Shape 1639"/>
          <p:cNvSpPr/>
          <p:nvPr/>
        </p:nvSpPr>
        <p:spPr>
          <a:xfrm>
            <a:off x="19202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2" name="Shape 1640"/>
          <p:cNvSpPr/>
          <p:nvPr/>
        </p:nvSpPr>
        <p:spPr>
          <a:xfrm>
            <a:off x="20299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3" name="Shape 1641"/>
          <p:cNvSpPr/>
          <p:nvPr/>
        </p:nvSpPr>
        <p:spPr>
          <a:xfrm>
            <a:off x="21396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4" name="Shape 1642"/>
          <p:cNvSpPr/>
          <p:nvPr/>
        </p:nvSpPr>
        <p:spPr>
          <a:xfrm>
            <a:off x="22494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5" name="Shape 1643"/>
          <p:cNvSpPr/>
          <p:nvPr/>
        </p:nvSpPr>
        <p:spPr>
          <a:xfrm>
            <a:off x="23591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6" name="Shape 1644"/>
          <p:cNvSpPr/>
          <p:nvPr/>
        </p:nvSpPr>
        <p:spPr>
          <a:xfrm>
            <a:off x="24688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7" name="Shape 1645"/>
          <p:cNvSpPr/>
          <p:nvPr/>
        </p:nvSpPr>
        <p:spPr>
          <a:xfrm>
            <a:off x="25786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8" name="Shape 1646"/>
          <p:cNvSpPr/>
          <p:nvPr/>
        </p:nvSpPr>
        <p:spPr>
          <a:xfrm>
            <a:off x="26883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9" name="Shape 1647"/>
          <p:cNvSpPr/>
          <p:nvPr/>
        </p:nvSpPr>
        <p:spPr>
          <a:xfrm>
            <a:off x="27980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0" name="Shape 1648"/>
          <p:cNvSpPr/>
          <p:nvPr/>
        </p:nvSpPr>
        <p:spPr>
          <a:xfrm>
            <a:off x="29077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1" name="Shape 1649"/>
          <p:cNvSpPr/>
          <p:nvPr/>
        </p:nvSpPr>
        <p:spPr>
          <a:xfrm>
            <a:off x="30175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2" name="Shape 1650"/>
          <p:cNvSpPr/>
          <p:nvPr/>
        </p:nvSpPr>
        <p:spPr>
          <a:xfrm>
            <a:off x="31272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3" name="Shape 1651"/>
          <p:cNvSpPr/>
          <p:nvPr/>
        </p:nvSpPr>
        <p:spPr>
          <a:xfrm>
            <a:off x="32369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4" name="Shape 1652"/>
          <p:cNvSpPr/>
          <p:nvPr/>
        </p:nvSpPr>
        <p:spPr>
          <a:xfrm>
            <a:off x="33467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5" name="Shape 1653"/>
          <p:cNvSpPr/>
          <p:nvPr/>
        </p:nvSpPr>
        <p:spPr>
          <a:xfrm>
            <a:off x="34564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6" name="Shape 1654"/>
          <p:cNvSpPr/>
          <p:nvPr/>
        </p:nvSpPr>
        <p:spPr>
          <a:xfrm>
            <a:off x="35661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7" name="Shape 1655"/>
          <p:cNvSpPr/>
          <p:nvPr/>
        </p:nvSpPr>
        <p:spPr>
          <a:xfrm>
            <a:off x="36758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8" name="Shape 1656"/>
          <p:cNvSpPr/>
          <p:nvPr/>
        </p:nvSpPr>
        <p:spPr>
          <a:xfrm>
            <a:off x="37856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9" name="Shape 1657"/>
          <p:cNvSpPr/>
          <p:nvPr/>
        </p:nvSpPr>
        <p:spPr>
          <a:xfrm>
            <a:off x="38953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0" name="Shape 1658"/>
          <p:cNvSpPr/>
          <p:nvPr/>
        </p:nvSpPr>
        <p:spPr>
          <a:xfrm>
            <a:off x="40050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1" name="Shape 1659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2" name="Shape 1660"/>
          <p:cNvSpPr/>
          <p:nvPr/>
        </p:nvSpPr>
        <p:spPr>
          <a:xfrm>
            <a:off x="42245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3" name="Shape 1661"/>
          <p:cNvSpPr/>
          <p:nvPr/>
        </p:nvSpPr>
        <p:spPr>
          <a:xfrm>
            <a:off x="43342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4" name="Shape 1662"/>
          <p:cNvSpPr/>
          <p:nvPr/>
        </p:nvSpPr>
        <p:spPr>
          <a:xfrm>
            <a:off x="44439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5" name="Shape 1663"/>
          <p:cNvSpPr/>
          <p:nvPr/>
        </p:nvSpPr>
        <p:spPr>
          <a:xfrm>
            <a:off x="45537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6" name="Shape 1664"/>
          <p:cNvSpPr/>
          <p:nvPr/>
        </p:nvSpPr>
        <p:spPr>
          <a:xfrm>
            <a:off x="46634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7" name="Shape 1665"/>
          <p:cNvSpPr/>
          <p:nvPr/>
        </p:nvSpPr>
        <p:spPr>
          <a:xfrm>
            <a:off x="47731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8" name="Shape 1666"/>
          <p:cNvSpPr/>
          <p:nvPr/>
        </p:nvSpPr>
        <p:spPr>
          <a:xfrm>
            <a:off x="48828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9" name="Shape 1667"/>
          <p:cNvSpPr/>
          <p:nvPr/>
        </p:nvSpPr>
        <p:spPr>
          <a:xfrm>
            <a:off x="49926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0" name="Shape 1668"/>
          <p:cNvSpPr/>
          <p:nvPr/>
        </p:nvSpPr>
        <p:spPr>
          <a:xfrm>
            <a:off x="51023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1" name="Shape 1669"/>
          <p:cNvSpPr/>
          <p:nvPr/>
        </p:nvSpPr>
        <p:spPr>
          <a:xfrm>
            <a:off x="52120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2" name="Shape 1670"/>
          <p:cNvSpPr/>
          <p:nvPr/>
        </p:nvSpPr>
        <p:spPr>
          <a:xfrm>
            <a:off x="53218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3" name="Shape 1671"/>
          <p:cNvSpPr/>
          <p:nvPr/>
        </p:nvSpPr>
        <p:spPr>
          <a:xfrm>
            <a:off x="54315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4" name="Shape 1672"/>
          <p:cNvSpPr/>
          <p:nvPr/>
        </p:nvSpPr>
        <p:spPr>
          <a:xfrm>
            <a:off x="55412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5" name="Shape 1673"/>
          <p:cNvSpPr/>
          <p:nvPr/>
        </p:nvSpPr>
        <p:spPr>
          <a:xfrm>
            <a:off x="56509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6" name="Shape 1674"/>
          <p:cNvSpPr/>
          <p:nvPr/>
        </p:nvSpPr>
        <p:spPr>
          <a:xfrm>
            <a:off x="57607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7" name="Shape 1675"/>
          <p:cNvSpPr/>
          <p:nvPr/>
        </p:nvSpPr>
        <p:spPr>
          <a:xfrm>
            <a:off x="58704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8" name="Shape 1676"/>
          <p:cNvSpPr/>
          <p:nvPr/>
        </p:nvSpPr>
        <p:spPr>
          <a:xfrm>
            <a:off x="59801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9" name="Shape 1677"/>
          <p:cNvSpPr/>
          <p:nvPr/>
        </p:nvSpPr>
        <p:spPr>
          <a:xfrm>
            <a:off x="60899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0" name="Shape 1678"/>
          <p:cNvSpPr/>
          <p:nvPr/>
        </p:nvSpPr>
        <p:spPr>
          <a:xfrm>
            <a:off x="61996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1" name="Shape 1679"/>
          <p:cNvSpPr/>
          <p:nvPr/>
        </p:nvSpPr>
        <p:spPr>
          <a:xfrm>
            <a:off x="63093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2" name="Shape 1680"/>
          <p:cNvSpPr/>
          <p:nvPr/>
        </p:nvSpPr>
        <p:spPr>
          <a:xfrm>
            <a:off x="64190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3" name="Shape 1681"/>
          <p:cNvSpPr/>
          <p:nvPr/>
        </p:nvSpPr>
        <p:spPr>
          <a:xfrm>
            <a:off x="65288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4" name="Shape 1682"/>
          <p:cNvSpPr/>
          <p:nvPr/>
        </p:nvSpPr>
        <p:spPr>
          <a:xfrm>
            <a:off x="66385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5" name="Shape 1683"/>
          <p:cNvSpPr/>
          <p:nvPr/>
        </p:nvSpPr>
        <p:spPr>
          <a:xfrm>
            <a:off x="67482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6" name="Shape 1684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7" name="Shape 1685"/>
          <p:cNvSpPr/>
          <p:nvPr/>
        </p:nvSpPr>
        <p:spPr>
          <a:xfrm>
            <a:off x="69677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8" name="Shape 1686"/>
          <p:cNvSpPr/>
          <p:nvPr/>
        </p:nvSpPr>
        <p:spPr>
          <a:xfrm>
            <a:off x="70774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9" name="Shape 1687"/>
          <p:cNvSpPr/>
          <p:nvPr/>
        </p:nvSpPr>
        <p:spPr>
          <a:xfrm>
            <a:off x="71871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0" name="Shape 1688"/>
          <p:cNvSpPr/>
          <p:nvPr/>
        </p:nvSpPr>
        <p:spPr>
          <a:xfrm>
            <a:off x="72969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1" name="Shape 1689"/>
          <p:cNvSpPr/>
          <p:nvPr/>
        </p:nvSpPr>
        <p:spPr>
          <a:xfrm>
            <a:off x="74066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2" name="Shape 1690"/>
          <p:cNvSpPr/>
          <p:nvPr/>
        </p:nvSpPr>
        <p:spPr>
          <a:xfrm>
            <a:off x="75163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3" name="Shape 1691"/>
          <p:cNvSpPr/>
          <p:nvPr/>
        </p:nvSpPr>
        <p:spPr>
          <a:xfrm>
            <a:off x="76260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4" name="Shape 1692"/>
          <p:cNvSpPr/>
          <p:nvPr/>
        </p:nvSpPr>
        <p:spPr>
          <a:xfrm>
            <a:off x="77358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5" name="Shape 1693"/>
          <p:cNvSpPr/>
          <p:nvPr/>
        </p:nvSpPr>
        <p:spPr>
          <a:xfrm>
            <a:off x="78455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6" name="Shape 1694"/>
          <p:cNvSpPr/>
          <p:nvPr/>
        </p:nvSpPr>
        <p:spPr>
          <a:xfrm>
            <a:off x="79552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7" name="Shape 1695"/>
          <p:cNvSpPr/>
          <p:nvPr/>
        </p:nvSpPr>
        <p:spPr>
          <a:xfrm>
            <a:off x="80650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8" name="Shape 1696"/>
          <p:cNvSpPr/>
          <p:nvPr/>
        </p:nvSpPr>
        <p:spPr>
          <a:xfrm>
            <a:off x="81747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9" name="Shape 1697"/>
          <p:cNvSpPr/>
          <p:nvPr/>
        </p:nvSpPr>
        <p:spPr>
          <a:xfrm>
            <a:off x="82844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0" name="Shape 1698"/>
          <p:cNvSpPr/>
          <p:nvPr/>
        </p:nvSpPr>
        <p:spPr>
          <a:xfrm>
            <a:off x="83941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1" name="Shape 1699"/>
          <p:cNvSpPr/>
          <p:nvPr/>
        </p:nvSpPr>
        <p:spPr>
          <a:xfrm>
            <a:off x="85039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2" name="Shape 1700"/>
          <p:cNvSpPr/>
          <p:nvPr/>
        </p:nvSpPr>
        <p:spPr>
          <a:xfrm>
            <a:off x="86136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3" name="Shape 1701"/>
          <p:cNvSpPr/>
          <p:nvPr/>
        </p:nvSpPr>
        <p:spPr>
          <a:xfrm>
            <a:off x="87233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4" name="Shape 1702"/>
          <p:cNvSpPr/>
          <p:nvPr/>
        </p:nvSpPr>
        <p:spPr>
          <a:xfrm>
            <a:off x="88331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5" name="Shape 1703"/>
          <p:cNvSpPr/>
          <p:nvPr/>
        </p:nvSpPr>
        <p:spPr>
          <a:xfrm>
            <a:off x="89428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6" name="Shape 1704"/>
          <p:cNvSpPr/>
          <p:nvPr/>
        </p:nvSpPr>
        <p:spPr>
          <a:xfrm>
            <a:off x="90525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7" name="Shape 1705"/>
          <p:cNvSpPr/>
          <p:nvPr/>
        </p:nvSpPr>
        <p:spPr>
          <a:xfrm>
            <a:off x="91622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8" name="Shape 1706"/>
          <p:cNvSpPr/>
          <p:nvPr/>
        </p:nvSpPr>
        <p:spPr>
          <a:xfrm>
            <a:off x="92720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9" name="Shape 1707"/>
          <p:cNvSpPr/>
          <p:nvPr/>
        </p:nvSpPr>
        <p:spPr>
          <a:xfrm>
            <a:off x="93817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0" name="Shape 1708"/>
          <p:cNvSpPr/>
          <p:nvPr/>
        </p:nvSpPr>
        <p:spPr>
          <a:xfrm>
            <a:off x="94914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1" name="Shape 1709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2" name="Shape 1710"/>
          <p:cNvSpPr/>
          <p:nvPr/>
        </p:nvSpPr>
        <p:spPr>
          <a:xfrm>
            <a:off x="97109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3" name="Shape 1711"/>
          <p:cNvSpPr/>
          <p:nvPr/>
        </p:nvSpPr>
        <p:spPr>
          <a:xfrm>
            <a:off x="98206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4" name="Shape 1712"/>
          <p:cNvSpPr/>
          <p:nvPr/>
        </p:nvSpPr>
        <p:spPr>
          <a:xfrm>
            <a:off x="99303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5" name="Shape 1713"/>
          <p:cNvSpPr/>
          <p:nvPr/>
        </p:nvSpPr>
        <p:spPr>
          <a:xfrm>
            <a:off x="100401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6" name="Shape 1714"/>
          <p:cNvSpPr/>
          <p:nvPr/>
        </p:nvSpPr>
        <p:spPr>
          <a:xfrm>
            <a:off x="101498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7" name="Shape 1715"/>
          <p:cNvSpPr/>
          <p:nvPr/>
        </p:nvSpPr>
        <p:spPr>
          <a:xfrm>
            <a:off x="102595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8" name="Shape 1716"/>
          <p:cNvSpPr/>
          <p:nvPr/>
        </p:nvSpPr>
        <p:spPr>
          <a:xfrm>
            <a:off x="103692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9" name="Shape 1717"/>
          <p:cNvSpPr/>
          <p:nvPr/>
        </p:nvSpPr>
        <p:spPr>
          <a:xfrm>
            <a:off x="104790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0" name="Shape 1718"/>
          <p:cNvSpPr/>
          <p:nvPr/>
        </p:nvSpPr>
        <p:spPr>
          <a:xfrm>
            <a:off x="105887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1" name="Shape 1719"/>
          <p:cNvSpPr/>
          <p:nvPr/>
        </p:nvSpPr>
        <p:spPr>
          <a:xfrm>
            <a:off x="106984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2" name="Shape 1720"/>
          <p:cNvSpPr/>
          <p:nvPr/>
        </p:nvSpPr>
        <p:spPr>
          <a:xfrm>
            <a:off x="108082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3" name="Shape 1721"/>
          <p:cNvSpPr/>
          <p:nvPr/>
        </p:nvSpPr>
        <p:spPr>
          <a:xfrm>
            <a:off x="109179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4" name="Shape 1722"/>
          <p:cNvSpPr/>
          <p:nvPr/>
        </p:nvSpPr>
        <p:spPr>
          <a:xfrm>
            <a:off x="110276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5" name="Shape 1723"/>
          <p:cNvSpPr/>
          <p:nvPr/>
        </p:nvSpPr>
        <p:spPr>
          <a:xfrm>
            <a:off x="111373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6" name="Shape 1724"/>
          <p:cNvSpPr/>
          <p:nvPr/>
        </p:nvSpPr>
        <p:spPr>
          <a:xfrm>
            <a:off x="112471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7" name="Shape 1725"/>
          <p:cNvSpPr/>
          <p:nvPr/>
        </p:nvSpPr>
        <p:spPr>
          <a:xfrm>
            <a:off x="113568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8" name="Shape 1726"/>
          <p:cNvSpPr/>
          <p:nvPr/>
        </p:nvSpPr>
        <p:spPr>
          <a:xfrm>
            <a:off x="114665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9" name="Shape 1727"/>
          <p:cNvSpPr/>
          <p:nvPr/>
        </p:nvSpPr>
        <p:spPr>
          <a:xfrm>
            <a:off x="115763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0" name="Shape 1728"/>
          <p:cNvSpPr/>
          <p:nvPr/>
        </p:nvSpPr>
        <p:spPr>
          <a:xfrm>
            <a:off x="116860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1" name="Shape 1729"/>
          <p:cNvSpPr/>
          <p:nvPr/>
        </p:nvSpPr>
        <p:spPr>
          <a:xfrm>
            <a:off x="117957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2" name="Shape 1730"/>
          <p:cNvSpPr/>
          <p:nvPr/>
        </p:nvSpPr>
        <p:spPr>
          <a:xfrm>
            <a:off x="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3" name="Shape 1731"/>
          <p:cNvSpPr/>
          <p:nvPr/>
        </p:nvSpPr>
        <p:spPr>
          <a:xfrm>
            <a:off x="1097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4" name="Shape 1732"/>
          <p:cNvSpPr/>
          <p:nvPr/>
        </p:nvSpPr>
        <p:spPr>
          <a:xfrm>
            <a:off x="2194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5" name="Shape 1733"/>
          <p:cNvSpPr/>
          <p:nvPr/>
        </p:nvSpPr>
        <p:spPr>
          <a:xfrm>
            <a:off x="3291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6" name="Shape 1734"/>
          <p:cNvSpPr/>
          <p:nvPr/>
        </p:nvSpPr>
        <p:spPr>
          <a:xfrm>
            <a:off x="4389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7" name="Shape 1735"/>
          <p:cNvSpPr/>
          <p:nvPr/>
        </p:nvSpPr>
        <p:spPr>
          <a:xfrm>
            <a:off x="5486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8" name="Shape 1736"/>
          <p:cNvSpPr/>
          <p:nvPr/>
        </p:nvSpPr>
        <p:spPr>
          <a:xfrm>
            <a:off x="6583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9" name="Shape 1737"/>
          <p:cNvSpPr/>
          <p:nvPr/>
        </p:nvSpPr>
        <p:spPr>
          <a:xfrm>
            <a:off x="7680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0" name="Shape 1738"/>
          <p:cNvSpPr/>
          <p:nvPr/>
        </p:nvSpPr>
        <p:spPr>
          <a:xfrm>
            <a:off x="8778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1" name="Shape 1739"/>
          <p:cNvSpPr/>
          <p:nvPr/>
        </p:nvSpPr>
        <p:spPr>
          <a:xfrm>
            <a:off x="9875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2" name="Shape 1740"/>
          <p:cNvSpPr/>
          <p:nvPr/>
        </p:nvSpPr>
        <p:spPr>
          <a:xfrm>
            <a:off x="10972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3" name="Shape 1741"/>
          <p:cNvSpPr/>
          <p:nvPr/>
        </p:nvSpPr>
        <p:spPr>
          <a:xfrm>
            <a:off x="12070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4" name="Shape 1742"/>
          <p:cNvSpPr/>
          <p:nvPr/>
        </p:nvSpPr>
        <p:spPr>
          <a:xfrm>
            <a:off x="13167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5" name="Shape 1743"/>
          <p:cNvSpPr/>
          <p:nvPr/>
        </p:nvSpPr>
        <p:spPr>
          <a:xfrm>
            <a:off x="14264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6" name="Shape 1744"/>
          <p:cNvSpPr/>
          <p:nvPr/>
        </p:nvSpPr>
        <p:spPr>
          <a:xfrm>
            <a:off x="15361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7" name="Shape 1745"/>
          <p:cNvSpPr/>
          <p:nvPr/>
        </p:nvSpPr>
        <p:spPr>
          <a:xfrm>
            <a:off x="16459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8" name="Shape 1746"/>
          <p:cNvSpPr/>
          <p:nvPr/>
        </p:nvSpPr>
        <p:spPr>
          <a:xfrm>
            <a:off x="17556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9" name="Shape 1747"/>
          <p:cNvSpPr/>
          <p:nvPr/>
        </p:nvSpPr>
        <p:spPr>
          <a:xfrm>
            <a:off x="18653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0" name="Shape 1748"/>
          <p:cNvSpPr/>
          <p:nvPr/>
        </p:nvSpPr>
        <p:spPr>
          <a:xfrm>
            <a:off x="19751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1" name="Shape 1749"/>
          <p:cNvSpPr/>
          <p:nvPr/>
        </p:nvSpPr>
        <p:spPr>
          <a:xfrm>
            <a:off x="20848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2" name="Shape 1750"/>
          <p:cNvSpPr/>
          <p:nvPr/>
        </p:nvSpPr>
        <p:spPr>
          <a:xfrm>
            <a:off x="21945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3" name="Shape 1751"/>
          <p:cNvSpPr/>
          <p:nvPr/>
        </p:nvSpPr>
        <p:spPr>
          <a:xfrm>
            <a:off x="23042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4" name="Shape 1752"/>
          <p:cNvSpPr/>
          <p:nvPr/>
        </p:nvSpPr>
        <p:spPr>
          <a:xfrm>
            <a:off x="24140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5" name="Shape 1753"/>
          <p:cNvSpPr/>
          <p:nvPr/>
        </p:nvSpPr>
        <p:spPr>
          <a:xfrm>
            <a:off x="25237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6" name="Shape 1754"/>
          <p:cNvSpPr/>
          <p:nvPr/>
        </p:nvSpPr>
        <p:spPr>
          <a:xfrm>
            <a:off x="26334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7" name="Shape 1755"/>
          <p:cNvSpPr/>
          <p:nvPr/>
        </p:nvSpPr>
        <p:spPr>
          <a:xfrm>
            <a:off x="27432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8" name="Shape 1756"/>
          <p:cNvSpPr/>
          <p:nvPr/>
        </p:nvSpPr>
        <p:spPr>
          <a:xfrm>
            <a:off x="28529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9" name="Shape 1757"/>
          <p:cNvSpPr/>
          <p:nvPr/>
        </p:nvSpPr>
        <p:spPr>
          <a:xfrm>
            <a:off x="29626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0" name="Shape 1758"/>
          <p:cNvSpPr/>
          <p:nvPr/>
        </p:nvSpPr>
        <p:spPr>
          <a:xfrm>
            <a:off x="30723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1" name="Shape 1759"/>
          <p:cNvSpPr/>
          <p:nvPr/>
        </p:nvSpPr>
        <p:spPr>
          <a:xfrm>
            <a:off x="31821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2" name="Shape 1760"/>
          <p:cNvSpPr/>
          <p:nvPr/>
        </p:nvSpPr>
        <p:spPr>
          <a:xfrm>
            <a:off x="32918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3" name="Shape 1761"/>
          <p:cNvSpPr/>
          <p:nvPr/>
        </p:nvSpPr>
        <p:spPr>
          <a:xfrm>
            <a:off x="34015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4" name="Shape 1762"/>
          <p:cNvSpPr/>
          <p:nvPr/>
        </p:nvSpPr>
        <p:spPr>
          <a:xfrm>
            <a:off x="35112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5" name="Shape 1763"/>
          <p:cNvSpPr/>
          <p:nvPr/>
        </p:nvSpPr>
        <p:spPr>
          <a:xfrm>
            <a:off x="36210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6" name="Shape 1764"/>
          <p:cNvSpPr/>
          <p:nvPr/>
        </p:nvSpPr>
        <p:spPr>
          <a:xfrm>
            <a:off x="37307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7" name="Shape 1765"/>
          <p:cNvSpPr/>
          <p:nvPr/>
        </p:nvSpPr>
        <p:spPr>
          <a:xfrm>
            <a:off x="38404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8" name="Shape 1766"/>
          <p:cNvSpPr/>
          <p:nvPr/>
        </p:nvSpPr>
        <p:spPr>
          <a:xfrm>
            <a:off x="39502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9" name="Shape 1767"/>
          <p:cNvSpPr/>
          <p:nvPr/>
        </p:nvSpPr>
        <p:spPr>
          <a:xfrm>
            <a:off x="40599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0" name="Shape 1768"/>
          <p:cNvSpPr/>
          <p:nvPr/>
        </p:nvSpPr>
        <p:spPr>
          <a:xfrm>
            <a:off x="41696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1" name="Shape 1769"/>
          <p:cNvSpPr/>
          <p:nvPr/>
        </p:nvSpPr>
        <p:spPr>
          <a:xfrm>
            <a:off x="42793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2" name="Shape 1770"/>
          <p:cNvSpPr/>
          <p:nvPr/>
        </p:nvSpPr>
        <p:spPr>
          <a:xfrm>
            <a:off x="43891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3" name="Shape 1771"/>
          <p:cNvSpPr/>
          <p:nvPr/>
        </p:nvSpPr>
        <p:spPr>
          <a:xfrm>
            <a:off x="44988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4" name="Shape 1772"/>
          <p:cNvSpPr/>
          <p:nvPr/>
        </p:nvSpPr>
        <p:spPr>
          <a:xfrm>
            <a:off x="46085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5" name="Shape 1773"/>
          <p:cNvSpPr/>
          <p:nvPr/>
        </p:nvSpPr>
        <p:spPr>
          <a:xfrm>
            <a:off x="47183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6" name="Shape 1774"/>
          <p:cNvSpPr/>
          <p:nvPr/>
        </p:nvSpPr>
        <p:spPr>
          <a:xfrm>
            <a:off x="48280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7" name="Shape 1775"/>
          <p:cNvSpPr/>
          <p:nvPr/>
        </p:nvSpPr>
        <p:spPr>
          <a:xfrm>
            <a:off x="49377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8" name="Shape 1776"/>
          <p:cNvSpPr/>
          <p:nvPr/>
        </p:nvSpPr>
        <p:spPr>
          <a:xfrm>
            <a:off x="50474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9" name="Shape 1777"/>
          <p:cNvSpPr/>
          <p:nvPr/>
        </p:nvSpPr>
        <p:spPr>
          <a:xfrm>
            <a:off x="51572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0" name="Shape 1778"/>
          <p:cNvSpPr/>
          <p:nvPr/>
        </p:nvSpPr>
        <p:spPr>
          <a:xfrm>
            <a:off x="52669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1" name="Shape 1779"/>
          <p:cNvSpPr/>
          <p:nvPr/>
        </p:nvSpPr>
        <p:spPr>
          <a:xfrm>
            <a:off x="53766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2" name="Shape 1780"/>
          <p:cNvSpPr/>
          <p:nvPr/>
        </p:nvSpPr>
        <p:spPr>
          <a:xfrm>
            <a:off x="54864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3" name="Shape 1781"/>
          <p:cNvSpPr/>
          <p:nvPr/>
        </p:nvSpPr>
        <p:spPr>
          <a:xfrm>
            <a:off x="55961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4" name="Shape 1782"/>
          <p:cNvSpPr/>
          <p:nvPr/>
        </p:nvSpPr>
        <p:spPr>
          <a:xfrm>
            <a:off x="57058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5" name="Shape 1783"/>
          <p:cNvSpPr/>
          <p:nvPr/>
        </p:nvSpPr>
        <p:spPr>
          <a:xfrm>
            <a:off x="58155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6" name="Shape 1784"/>
          <p:cNvSpPr/>
          <p:nvPr/>
        </p:nvSpPr>
        <p:spPr>
          <a:xfrm>
            <a:off x="59253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7" name="Shape 1785"/>
          <p:cNvSpPr/>
          <p:nvPr/>
        </p:nvSpPr>
        <p:spPr>
          <a:xfrm>
            <a:off x="60350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8" name="Shape 1786"/>
          <p:cNvSpPr/>
          <p:nvPr/>
        </p:nvSpPr>
        <p:spPr>
          <a:xfrm>
            <a:off x="61447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9" name="Shape 1787"/>
          <p:cNvSpPr/>
          <p:nvPr/>
        </p:nvSpPr>
        <p:spPr>
          <a:xfrm>
            <a:off x="62544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0" name="Shape 1788"/>
          <p:cNvSpPr/>
          <p:nvPr/>
        </p:nvSpPr>
        <p:spPr>
          <a:xfrm>
            <a:off x="63642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1" name="Shape 1789"/>
          <p:cNvSpPr/>
          <p:nvPr/>
        </p:nvSpPr>
        <p:spPr>
          <a:xfrm>
            <a:off x="64739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2" name="Shape 1790"/>
          <p:cNvSpPr/>
          <p:nvPr/>
        </p:nvSpPr>
        <p:spPr>
          <a:xfrm>
            <a:off x="65836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3" name="Shape 1791"/>
          <p:cNvSpPr/>
          <p:nvPr/>
        </p:nvSpPr>
        <p:spPr>
          <a:xfrm>
            <a:off x="66934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4" name="Shape 1792"/>
          <p:cNvSpPr/>
          <p:nvPr/>
        </p:nvSpPr>
        <p:spPr>
          <a:xfrm>
            <a:off x="68031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5" name="Shape 1793"/>
          <p:cNvSpPr/>
          <p:nvPr/>
        </p:nvSpPr>
        <p:spPr>
          <a:xfrm>
            <a:off x="69128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6" name="Shape 1794"/>
          <p:cNvSpPr/>
          <p:nvPr/>
        </p:nvSpPr>
        <p:spPr>
          <a:xfrm>
            <a:off x="70225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7" name="Shape 1795"/>
          <p:cNvSpPr/>
          <p:nvPr/>
        </p:nvSpPr>
        <p:spPr>
          <a:xfrm>
            <a:off x="71323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8" name="Shape 1796"/>
          <p:cNvSpPr/>
          <p:nvPr/>
        </p:nvSpPr>
        <p:spPr>
          <a:xfrm>
            <a:off x="72420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9" name="Shape 1797"/>
          <p:cNvSpPr/>
          <p:nvPr/>
        </p:nvSpPr>
        <p:spPr>
          <a:xfrm>
            <a:off x="73517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0" name="Shape 1798"/>
          <p:cNvSpPr/>
          <p:nvPr/>
        </p:nvSpPr>
        <p:spPr>
          <a:xfrm>
            <a:off x="74615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1" name="Shape 1799"/>
          <p:cNvSpPr/>
          <p:nvPr/>
        </p:nvSpPr>
        <p:spPr>
          <a:xfrm>
            <a:off x="75712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2" name="Shape 1800"/>
          <p:cNvSpPr/>
          <p:nvPr/>
        </p:nvSpPr>
        <p:spPr>
          <a:xfrm>
            <a:off x="76809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3" name="Shape 1801"/>
          <p:cNvSpPr/>
          <p:nvPr/>
        </p:nvSpPr>
        <p:spPr>
          <a:xfrm>
            <a:off x="77906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4" name="Shape 1802"/>
          <p:cNvSpPr/>
          <p:nvPr/>
        </p:nvSpPr>
        <p:spPr>
          <a:xfrm>
            <a:off x="79004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5" name="Shape 1803"/>
          <p:cNvSpPr/>
          <p:nvPr/>
        </p:nvSpPr>
        <p:spPr>
          <a:xfrm>
            <a:off x="80101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6" name="Shape 1804"/>
          <p:cNvSpPr/>
          <p:nvPr/>
        </p:nvSpPr>
        <p:spPr>
          <a:xfrm>
            <a:off x="81198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7" name="Shape 1805"/>
          <p:cNvSpPr/>
          <p:nvPr/>
        </p:nvSpPr>
        <p:spPr>
          <a:xfrm>
            <a:off x="82296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8" name="Shape 1806"/>
          <p:cNvSpPr/>
          <p:nvPr/>
        </p:nvSpPr>
        <p:spPr>
          <a:xfrm>
            <a:off x="83393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9" name="Shape 1807"/>
          <p:cNvSpPr/>
          <p:nvPr/>
        </p:nvSpPr>
        <p:spPr>
          <a:xfrm>
            <a:off x="84490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0" name="Shape 1808"/>
          <p:cNvSpPr/>
          <p:nvPr/>
        </p:nvSpPr>
        <p:spPr>
          <a:xfrm>
            <a:off x="85587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1" name="Shape 1809"/>
          <p:cNvSpPr/>
          <p:nvPr/>
        </p:nvSpPr>
        <p:spPr>
          <a:xfrm>
            <a:off x="86685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2" name="Shape 1810"/>
          <p:cNvSpPr/>
          <p:nvPr/>
        </p:nvSpPr>
        <p:spPr>
          <a:xfrm>
            <a:off x="87782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3" name="Shape 1811"/>
          <p:cNvSpPr/>
          <p:nvPr/>
        </p:nvSpPr>
        <p:spPr>
          <a:xfrm>
            <a:off x="88879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4" name="Shape 1812"/>
          <p:cNvSpPr/>
          <p:nvPr/>
        </p:nvSpPr>
        <p:spPr>
          <a:xfrm>
            <a:off x="89976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5" name="Shape 1813"/>
          <p:cNvSpPr/>
          <p:nvPr/>
        </p:nvSpPr>
        <p:spPr>
          <a:xfrm>
            <a:off x="91074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6" name="Shape 1814"/>
          <p:cNvSpPr/>
          <p:nvPr/>
        </p:nvSpPr>
        <p:spPr>
          <a:xfrm>
            <a:off x="92171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7" name="Shape 1815"/>
          <p:cNvSpPr/>
          <p:nvPr/>
        </p:nvSpPr>
        <p:spPr>
          <a:xfrm>
            <a:off x="93268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8" name="Shape 1816"/>
          <p:cNvSpPr/>
          <p:nvPr/>
        </p:nvSpPr>
        <p:spPr>
          <a:xfrm>
            <a:off x="94366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9" name="Shape 1817"/>
          <p:cNvSpPr/>
          <p:nvPr/>
        </p:nvSpPr>
        <p:spPr>
          <a:xfrm>
            <a:off x="95463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0" name="Shape 1818"/>
          <p:cNvSpPr/>
          <p:nvPr/>
        </p:nvSpPr>
        <p:spPr>
          <a:xfrm>
            <a:off x="96560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1" name="Shape 1819"/>
          <p:cNvSpPr/>
          <p:nvPr/>
        </p:nvSpPr>
        <p:spPr>
          <a:xfrm>
            <a:off x="97657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2" name="Shape 1820"/>
          <p:cNvSpPr/>
          <p:nvPr/>
        </p:nvSpPr>
        <p:spPr>
          <a:xfrm>
            <a:off x="98755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3" name="Shape 1821"/>
          <p:cNvSpPr/>
          <p:nvPr/>
        </p:nvSpPr>
        <p:spPr>
          <a:xfrm>
            <a:off x="99852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4" name="Shape 1822"/>
          <p:cNvSpPr/>
          <p:nvPr/>
        </p:nvSpPr>
        <p:spPr>
          <a:xfrm>
            <a:off x="100949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5" name="Shape 1823"/>
          <p:cNvSpPr/>
          <p:nvPr/>
        </p:nvSpPr>
        <p:spPr>
          <a:xfrm>
            <a:off x="102047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6" name="Shape 1824"/>
          <p:cNvSpPr/>
          <p:nvPr/>
        </p:nvSpPr>
        <p:spPr>
          <a:xfrm>
            <a:off x="103144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7" name="Shape 1825"/>
          <p:cNvSpPr/>
          <p:nvPr/>
        </p:nvSpPr>
        <p:spPr>
          <a:xfrm>
            <a:off x="104241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8" name="Shape 1826"/>
          <p:cNvSpPr/>
          <p:nvPr/>
        </p:nvSpPr>
        <p:spPr>
          <a:xfrm>
            <a:off x="105338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9" name="Shape 1827"/>
          <p:cNvSpPr/>
          <p:nvPr/>
        </p:nvSpPr>
        <p:spPr>
          <a:xfrm>
            <a:off x="106436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0" name="Shape 1828"/>
          <p:cNvSpPr/>
          <p:nvPr/>
        </p:nvSpPr>
        <p:spPr>
          <a:xfrm>
            <a:off x="107533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1" name="Shape 1829"/>
          <p:cNvSpPr/>
          <p:nvPr/>
        </p:nvSpPr>
        <p:spPr>
          <a:xfrm>
            <a:off x="108630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2" name="Shape 1830"/>
          <p:cNvSpPr/>
          <p:nvPr/>
        </p:nvSpPr>
        <p:spPr>
          <a:xfrm>
            <a:off x="109728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3" name="Shape 1831"/>
          <p:cNvSpPr/>
          <p:nvPr/>
        </p:nvSpPr>
        <p:spPr>
          <a:xfrm>
            <a:off x="110825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4" name="Shape 1832"/>
          <p:cNvSpPr/>
          <p:nvPr/>
        </p:nvSpPr>
        <p:spPr>
          <a:xfrm>
            <a:off x="111922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5" name="Shape 1833"/>
          <p:cNvSpPr/>
          <p:nvPr/>
        </p:nvSpPr>
        <p:spPr>
          <a:xfrm>
            <a:off x="113019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6" name="Shape 1834"/>
          <p:cNvSpPr/>
          <p:nvPr/>
        </p:nvSpPr>
        <p:spPr>
          <a:xfrm>
            <a:off x="114117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7" name="Shape 1835"/>
          <p:cNvSpPr/>
          <p:nvPr/>
        </p:nvSpPr>
        <p:spPr>
          <a:xfrm>
            <a:off x="115214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8" name="Shape 1836"/>
          <p:cNvSpPr/>
          <p:nvPr/>
        </p:nvSpPr>
        <p:spPr>
          <a:xfrm>
            <a:off x="116311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9" name="Shape 1837"/>
          <p:cNvSpPr/>
          <p:nvPr/>
        </p:nvSpPr>
        <p:spPr>
          <a:xfrm>
            <a:off x="117408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0" name="Shape 1838"/>
          <p:cNvSpPr/>
          <p:nvPr/>
        </p:nvSpPr>
        <p:spPr>
          <a:xfrm>
            <a:off x="548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1" name="Shape 1839"/>
          <p:cNvSpPr/>
          <p:nvPr/>
        </p:nvSpPr>
        <p:spPr>
          <a:xfrm>
            <a:off x="1645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2" name="Shape 1840"/>
          <p:cNvSpPr/>
          <p:nvPr/>
        </p:nvSpPr>
        <p:spPr>
          <a:xfrm>
            <a:off x="2743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3" name="Shape 1841"/>
          <p:cNvSpPr/>
          <p:nvPr/>
        </p:nvSpPr>
        <p:spPr>
          <a:xfrm>
            <a:off x="3840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4" name="Shape 1842"/>
          <p:cNvSpPr/>
          <p:nvPr/>
        </p:nvSpPr>
        <p:spPr>
          <a:xfrm>
            <a:off x="4937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5" name="Shape 1843"/>
          <p:cNvSpPr/>
          <p:nvPr/>
        </p:nvSpPr>
        <p:spPr>
          <a:xfrm>
            <a:off x="6035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6" name="Shape 1844"/>
          <p:cNvSpPr/>
          <p:nvPr/>
        </p:nvSpPr>
        <p:spPr>
          <a:xfrm>
            <a:off x="7132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7" name="Shape 1845"/>
          <p:cNvSpPr/>
          <p:nvPr/>
        </p:nvSpPr>
        <p:spPr>
          <a:xfrm>
            <a:off x="8229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8" name="Shape 1846"/>
          <p:cNvSpPr/>
          <p:nvPr/>
        </p:nvSpPr>
        <p:spPr>
          <a:xfrm>
            <a:off x="9326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9" name="Shape 1847"/>
          <p:cNvSpPr/>
          <p:nvPr/>
        </p:nvSpPr>
        <p:spPr>
          <a:xfrm>
            <a:off x="10424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0" name="Shape 1848"/>
          <p:cNvSpPr/>
          <p:nvPr/>
        </p:nvSpPr>
        <p:spPr>
          <a:xfrm>
            <a:off x="11521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1" name="Shape 1849"/>
          <p:cNvSpPr/>
          <p:nvPr/>
        </p:nvSpPr>
        <p:spPr>
          <a:xfrm>
            <a:off x="12618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2" name="Shape 1850"/>
          <p:cNvSpPr/>
          <p:nvPr/>
        </p:nvSpPr>
        <p:spPr>
          <a:xfrm>
            <a:off x="13716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3" name="Shape 1851"/>
          <p:cNvSpPr/>
          <p:nvPr/>
        </p:nvSpPr>
        <p:spPr>
          <a:xfrm>
            <a:off x="14813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4" name="Shape 1852"/>
          <p:cNvSpPr/>
          <p:nvPr/>
        </p:nvSpPr>
        <p:spPr>
          <a:xfrm>
            <a:off x="15910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5" name="Shape 1853"/>
          <p:cNvSpPr/>
          <p:nvPr/>
        </p:nvSpPr>
        <p:spPr>
          <a:xfrm>
            <a:off x="17007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6" name="Shape 1854"/>
          <p:cNvSpPr/>
          <p:nvPr/>
        </p:nvSpPr>
        <p:spPr>
          <a:xfrm>
            <a:off x="18105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7" name="Shape 1855"/>
          <p:cNvSpPr/>
          <p:nvPr/>
        </p:nvSpPr>
        <p:spPr>
          <a:xfrm>
            <a:off x="19202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8" name="Shape 1856"/>
          <p:cNvSpPr/>
          <p:nvPr/>
        </p:nvSpPr>
        <p:spPr>
          <a:xfrm>
            <a:off x="20299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9" name="Shape 1857"/>
          <p:cNvSpPr/>
          <p:nvPr/>
        </p:nvSpPr>
        <p:spPr>
          <a:xfrm>
            <a:off x="21396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0" name="Shape 1858"/>
          <p:cNvSpPr/>
          <p:nvPr/>
        </p:nvSpPr>
        <p:spPr>
          <a:xfrm>
            <a:off x="22494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1" name="Shape 1859"/>
          <p:cNvSpPr/>
          <p:nvPr/>
        </p:nvSpPr>
        <p:spPr>
          <a:xfrm>
            <a:off x="23591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2" name="Shape 1860"/>
          <p:cNvSpPr/>
          <p:nvPr/>
        </p:nvSpPr>
        <p:spPr>
          <a:xfrm>
            <a:off x="24688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3" name="Shape 1861"/>
          <p:cNvSpPr/>
          <p:nvPr/>
        </p:nvSpPr>
        <p:spPr>
          <a:xfrm>
            <a:off x="25786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4" name="Shape 1862"/>
          <p:cNvSpPr/>
          <p:nvPr/>
        </p:nvSpPr>
        <p:spPr>
          <a:xfrm>
            <a:off x="26883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5" name="Shape 1863"/>
          <p:cNvSpPr/>
          <p:nvPr/>
        </p:nvSpPr>
        <p:spPr>
          <a:xfrm>
            <a:off x="27980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6" name="Shape 1864"/>
          <p:cNvSpPr/>
          <p:nvPr/>
        </p:nvSpPr>
        <p:spPr>
          <a:xfrm>
            <a:off x="29077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7" name="Shape 1865"/>
          <p:cNvSpPr/>
          <p:nvPr/>
        </p:nvSpPr>
        <p:spPr>
          <a:xfrm>
            <a:off x="30175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8" name="Shape 1866"/>
          <p:cNvSpPr/>
          <p:nvPr/>
        </p:nvSpPr>
        <p:spPr>
          <a:xfrm>
            <a:off x="31272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9" name="Shape 1867"/>
          <p:cNvSpPr/>
          <p:nvPr/>
        </p:nvSpPr>
        <p:spPr>
          <a:xfrm>
            <a:off x="32369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0" name="Shape 1868"/>
          <p:cNvSpPr/>
          <p:nvPr/>
        </p:nvSpPr>
        <p:spPr>
          <a:xfrm>
            <a:off x="33467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1" name="Shape 1869"/>
          <p:cNvSpPr/>
          <p:nvPr/>
        </p:nvSpPr>
        <p:spPr>
          <a:xfrm>
            <a:off x="34564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2" name="Shape 1870"/>
          <p:cNvSpPr/>
          <p:nvPr/>
        </p:nvSpPr>
        <p:spPr>
          <a:xfrm>
            <a:off x="35661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3" name="Shape 1871"/>
          <p:cNvSpPr/>
          <p:nvPr/>
        </p:nvSpPr>
        <p:spPr>
          <a:xfrm>
            <a:off x="36758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4" name="Shape 1872"/>
          <p:cNvSpPr/>
          <p:nvPr/>
        </p:nvSpPr>
        <p:spPr>
          <a:xfrm>
            <a:off x="37856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5" name="Shape 1873"/>
          <p:cNvSpPr/>
          <p:nvPr/>
        </p:nvSpPr>
        <p:spPr>
          <a:xfrm>
            <a:off x="38953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6" name="Shape 1874"/>
          <p:cNvSpPr/>
          <p:nvPr/>
        </p:nvSpPr>
        <p:spPr>
          <a:xfrm>
            <a:off x="40050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7" name="Shape 1875"/>
          <p:cNvSpPr/>
          <p:nvPr/>
        </p:nvSpPr>
        <p:spPr>
          <a:xfrm>
            <a:off x="41148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8" name="Shape 1876"/>
          <p:cNvSpPr/>
          <p:nvPr/>
        </p:nvSpPr>
        <p:spPr>
          <a:xfrm>
            <a:off x="42245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9" name="Shape 1877"/>
          <p:cNvSpPr/>
          <p:nvPr/>
        </p:nvSpPr>
        <p:spPr>
          <a:xfrm>
            <a:off x="43342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0" name="Shape 1878"/>
          <p:cNvSpPr/>
          <p:nvPr/>
        </p:nvSpPr>
        <p:spPr>
          <a:xfrm>
            <a:off x="44439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1" name="Shape 1879"/>
          <p:cNvSpPr/>
          <p:nvPr/>
        </p:nvSpPr>
        <p:spPr>
          <a:xfrm>
            <a:off x="45537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2" name="Shape 1880"/>
          <p:cNvSpPr/>
          <p:nvPr/>
        </p:nvSpPr>
        <p:spPr>
          <a:xfrm>
            <a:off x="46634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3" name="Shape 1881"/>
          <p:cNvSpPr/>
          <p:nvPr/>
        </p:nvSpPr>
        <p:spPr>
          <a:xfrm>
            <a:off x="47731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4" name="Shape 1882"/>
          <p:cNvSpPr/>
          <p:nvPr/>
        </p:nvSpPr>
        <p:spPr>
          <a:xfrm>
            <a:off x="48828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5" name="Shape 1883"/>
          <p:cNvSpPr/>
          <p:nvPr/>
        </p:nvSpPr>
        <p:spPr>
          <a:xfrm>
            <a:off x="49926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6" name="Shape 1884"/>
          <p:cNvSpPr/>
          <p:nvPr/>
        </p:nvSpPr>
        <p:spPr>
          <a:xfrm>
            <a:off x="51023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7" name="Shape 1885"/>
          <p:cNvSpPr/>
          <p:nvPr/>
        </p:nvSpPr>
        <p:spPr>
          <a:xfrm>
            <a:off x="52120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8" name="Shape 1886"/>
          <p:cNvSpPr/>
          <p:nvPr/>
        </p:nvSpPr>
        <p:spPr>
          <a:xfrm>
            <a:off x="53218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9" name="Shape 1887"/>
          <p:cNvSpPr/>
          <p:nvPr/>
        </p:nvSpPr>
        <p:spPr>
          <a:xfrm>
            <a:off x="54315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0" name="Shape 1888"/>
          <p:cNvSpPr/>
          <p:nvPr/>
        </p:nvSpPr>
        <p:spPr>
          <a:xfrm>
            <a:off x="55412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1" name="Shape 1889"/>
          <p:cNvSpPr/>
          <p:nvPr/>
        </p:nvSpPr>
        <p:spPr>
          <a:xfrm>
            <a:off x="56509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2" name="Shape 1890"/>
          <p:cNvSpPr/>
          <p:nvPr/>
        </p:nvSpPr>
        <p:spPr>
          <a:xfrm>
            <a:off x="57607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3" name="Shape 1891"/>
          <p:cNvSpPr/>
          <p:nvPr/>
        </p:nvSpPr>
        <p:spPr>
          <a:xfrm>
            <a:off x="58704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4" name="Shape 1892"/>
          <p:cNvSpPr/>
          <p:nvPr/>
        </p:nvSpPr>
        <p:spPr>
          <a:xfrm>
            <a:off x="59801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5" name="Shape 1893"/>
          <p:cNvSpPr/>
          <p:nvPr/>
        </p:nvSpPr>
        <p:spPr>
          <a:xfrm>
            <a:off x="60899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6" name="Shape 1894"/>
          <p:cNvSpPr/>
          <p:nvPr/>
        </p:nvSpPr>
        <p:spPr>
          <a:xfrm>
            <a:off x="61996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7" name="Shape 1895"/>
          <p:cNvSpPr/>
          <p:nvPr/>
        </p:nvSpPr>
        <p:spPr>
          <a:xfrm>
            <a:off x="63093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8" name="Shape 1896"/>
          <p:cNvSpPr/>
          <p:nvPr/>
        </p:nvSpPr>
        <p:spPr>
          <a:xfrm>
            <a:off x="64190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9" name="Shape 1897"/>
          <p:cNvSpPr/>
          <p:nvPr/>
        </p:nvSpPr>
        <p:spPr>
          <a:xfrm>
            <a:off x="65288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0" name="Shape 1898"/>
          <p:cNvSpPr/>
          <p:nvPr/>
        </p:nvSpPr>
        <p:spPr>
          <a:xfrm>
            <a:off x="66385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1" name="Shape 1899"/>
          <p:cNvSpPr/>
          <p:nvPr/>
        </p:nvSpPr>
        <p:spPr>
          <a:xfrm>
            <a:off x="67482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2" name="Shape 1900"/>
          <p:cNvSpPr/>
          <p:nvPr/>
        </p:nvSpPr>
        <p:spPr>
          <a:xfrm>
            <a:off x="68580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3" name="Shape 1901"/>
          <p:cNvSpPr/>
          <p:nvPr/>
        </p:nvSpPr>
        <p:spPr>
          <a:xfrm>
            <a:off x="69677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4" name="Shape 1902"/>
          <p:cNvSpPr/>
          <p:nvPr/>
        </p:nvSpPr>
        <p:spPr>
          <a:xfrm>
            <a:off x="70774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5" name="Shape 1903"/>
          <p:cNvSpPr/>
          <p:nvPr/>
        </p:nvSpPr>
        <p:spPr>
          <a:xfrm>
            <a:off x="71871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6" name="Shape 1904"/>
          <p:cNvSpPr/>
          <p:nvPr/>
        </p:nvSpPr>
        <p:spPr>
          <a:xfrm>
            <a:off x="72969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7" name="Shape 1905"/>
          <p:cNvSpPr/>
          <p:nvPr/>
        </p:nvSpPr>
        <p:spPr>
          <a:xfrm>
            <a:off x="74066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8" name="Shape 1906"/>
          <p:cNvSpPr/>
          <p:nvPr/>
        </p:nvSpPr>
        <p:spPr>
          <a:xfrm>
            <a:off x="75163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9" name="Shape 1907"/>
          <p:cNvSpPr/>
          <p:nvPr/>
        </p:nvSpPr>
        <p:spPr>
          <a:xfrm>
            <a:off x="76260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0" name="Shape 1908"/>
          <p:cNvSpPr/>
          <p:nvPr/>
        </p:nvSpPr>
        <p:spPr>
          <a:xfrm>
            <a:off x="77358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1" name="Shape 1909"/>
          <p:cNvSpPr/>
          <p:nvPr/>
        </p:nvSpPr>
        <p:spPr>
          <a:xfrm>
            <a:off x="78455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2" name="Shape 1910"/>
          <p:cNvSpPr/>
          <p:nvPr/>
        </p:nvSpPr>
        <p:spPr>
          <a:xfrm>
            <a:off x="79552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3" name="Shape 1911"/>
          <p:cNvSpPr/>
          <p:nvPr/>
        </p:nvSpPr>
        <p:spPr>
          <a:xfrm>
            <a:off x="80650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4" name="Shape 1912"/>
          <p:cNvSpPr/>
          <p:nvPr/>
        </p:nvSpPr>
        <p:spPr>
          <a:xfrm>
            <a:off x="81747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5" name="Shape 1913"/>
          <p:cNvSpPr/>
          <p:nvPr/>
        </p:nvSpPr>
        <p:spPr>
          <a:xfrm>
            <a:off x="82844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6" name="Shape 1914"/>
          <p:cNvSpPr/>
          <p:nvPr/>
        </p:nvSpPr>
        <p:spPr>
          <a:xfrm>
            <a:off x="83941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7" name="Shape 1915"/>
          <p:cNvSpPr/>
          <p:nvPr/>
        </p:nvSpPr>
        <p:spPr>
          <a:xfrm>
            <a:off x="85039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8" name="Shape 1916"/>
          <p:cNvSpPr/>
          <p:nvPr/>
        </p:nvSpPr>
        <p:spPr>
          <a:xfrm>
            <a:off x="86136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9" name="Shape 1917"/>
          <p:cNvSpPr/>
          <p:nvPr/>
        </p:nvSpPr>
        <p:spPr>
          <a:xfrm>
            <a:off x="87233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0" name="Shape 1918"/>
          <p:cNvSpPr/>
          <p:nvPr/>
        </p:nvSpPr>
        <p:spPr>
          <a:xfrm>
            <a:off x="88331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1" name="Shape 1919"/>
          <p:cNvSpPr/>
          <p:nvPr/>
        </p:nvSpPr>
        <p:spPr>
          <a:xfrm>
            <a:off x="89428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2" name="Shape 1920"/>
          <p:cNvSpPr/>
          <p:nvPr/>
        </p:nvSpPr>
        <p:spPr>
          <a:xfrm>
            <a:off x="90525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3" name="Shape 1921"/>
          <p:cNvSpPr/>
          <p:nvPr/>
        </p:nvSpPr>
        <p:spPr>
          <a:xfrm>
            <a:off x="91622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4" name="Shape 1922"/>
          <p:cNvSpPr/>
          <p:nvPr/>
        </p:nvSpPr>
        <p:spPr>
          <a:xfrm>
            <a:off x="92720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5" name="Shape 1923"/>
          <p:cNvSpPr/>
          <p:nvPr/>
        </p:nvSpPr>
        <p:spPr>
          <a:xfrm>
            <a:off x="93817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6" name="Shape 1924"/>
          <p:cNvSpPr/>
          <p:nvPr/>
        </p:nvSpPr>
        <p:spPr>
          <a:xfrm>
            <a:off x="94914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7" name="Shape 1925"/>
          <p:cNvSpPr/>
          <p:nvPr/>
        </p:nvSpPr>
        <p:spPr>
          <a:xfrm>
            <a:off x="96012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8" name="Shape 1926"/>
          <p:cNvSpPr/>
          <p:nvPr/>
        </p:nvSpPr>
        <p:spPr>
          <a:xfrm>
            <a:off x="97109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9" name="Shape 1927"/>
          <p:cNvSpPr/>
          <p:nvPr/>
        </p:nvSpPr>
        <p:spPr>
          <a:xfrm>
            <a:off x="98206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0" name="Shape 1928"/>
          <p:cNvSpPr/>
          <p:nvPr/>
        </p:nvSpPr>
        <p:spPr>
          <a:xfrm>
            <a:off x="99303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1" name="Shape 1929"/>
          <p:cNvSpPr/>
          <p:nvPr/>
        </p:nvSpPr>
        <p:spPr>
          <a:xfrm>
            <a:off x="100401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2" name="Shape 1930"/>
          <p:cNvSpPr/>
          <p:nvPr/>
        </p:nvSpPr>
        <p:spPr>
          <a:xfrm>
            <a:off x="101498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3" name="Shape 1931"/>
          <p:cNvSpPr/>
          <p:nvPr/>
        </p:nvSpPr>
        <p:spPr>
          <a:xfrm>
            <a:off x="102595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4" name="Shape 1932"/>
          <p:cNvSpPr/>
          <p:nvPr/>
        </p:nvSpPr>
        <p:spPr>
          <a:xfrm>
            <a:off x="103692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5" name="Shape 1933"/>
          <p:cNvSpPr/>
          <p:nvPr/>
        </p:nvSpPr>
        <p:spPr>
          <a:xfrm>
            <a:off x="104790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6" name="Shape 1934"/>
          <p:cNvSpPr/>
          <p:nvPr/>
        </p:nvSpPr>
        <p:spPr>
          <a:xfrm>
            <a:off x="105887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7" name="Shape 1935"/>
          <p:cNvSpPr/>
          <p:nvPr/>
        </p:nvSpPr>
        <p:spPr>
          <a:xfrm>
            <a:off x="106984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8" name="Shape 1936"/>
          <p:cNvSpPr/>
          <p:nvPr/>
        </p:nvSpPr>
        <p:spPr>
          <a:xfrm>
            <a:off x="108082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9" name="Shape 1937"/>
          <p:cNvSpPr/>
          <p:nvPr/>
        </p:nvSpPr>
        <p:spPr>
          <a:xfrm>
            <a:off x="109179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0" name="Shape 1938"/>
          <p:cNvSpPr/>
          <p:nvPr/>
        </p:nvSpPr>
        <p:spPr>
          <a:xfrm>
            <a:off x="110276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1" name="Shape 1939"/>
          <p:cNvSpPr/>
          <p:nvPr/>
        </p:nvSpPr>
        <p:spPr>
          <a:xfrm>
            <a:off x="111373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2" name="Shape 1940"/>
          <p:cNvSpPr/>
          <p:nvPr/>
        </p:nvSpPr>
        <p:spPr>
          <a:xfrm>
            <a:off x="112471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3" name="Shape 1941"/>
          <p:cNvSpPr/>
          <p:nvPr/>
        </p:nvSpPr>
        <p:spPr>
          <a:xfrm>
            <a:off x="113568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4" name="Shape 1942"/>
          <p:cNvSpPr/>
          <p:nvPr/>
        </p:nvSpPr>
        <p:spPr>
          <a:xfrm>
            <a:off x="114665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5" name="Shape 1943"/>
          <p:cNvSpPr/>
          <p:nvPr/>
        </p:nvSpPr>
        <p:spPr>
          <a:xfrm>
            <a:off x="115763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6" name="Shape 1944"/>
          <p:cNvSpPr/>
          <p:nvPr/>
        </p:nvSpPr>
        <p:spPr>
          <a:xfrm>
            <a:off x="116860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7" name="Shape 1945"/>
          <p:cNvSpPr/>
          <p:nvPr/>
        </p:nvSpPr>
        <p:spPr>
          <a:xfrm>
            <a:off x="117957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8" name="Shape 1946"/>
          <p:cNvSpPr/>
          <p:nvPr/>
        </p:nvSpPr>
        <p:spPr>
          <a:xfrm>
            <a:off x="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9" name="Shape 1947"/>
          <p:cNvSpPr/>
          <p:nvPr/>
        </p:nvSpPr>
        <p:spPr>
          <a:xfrm>
            <a:off x="1097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0" name="Shape 1948"/>
          <p:cNvSpPr/>
          <p:nvPr/>
        </p:nvSpPr>
        <p:spPr>
          <a:xfrm>
            <a:off x="2194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1" name="Shape 1949"/>
          <p:cNvSpPr/>
          <p:nvPr/>
        </p:nvSpPr>
        <p:spPr>
          <a:xfrm>
            <a:off x="3291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2" name="Shape 1950"/>
          <p:cNvSpPr/>
          <p:nvPr/>
        </p:nvSpPr>
        <p:spPr>
          <a:xfrm>
            <a:off x="4389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3" name="Shape 1951"/>
          <p:cNvSpPr/>
          <p:nvPr/>
        </p:nvSpPr>
        <p:spPr>
          <a:xfrm>
            <a:off x="5486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4" name="Shape 1952"/>
          <p:cNvSpPr/>
          <p:nvPr/>
        </p:nvSpPr>
        <p:spPr>
          <a:xfrm>
            <a:off x="6583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5" name="Shape 1953"/>
          <p:cNvSpPr/>
          <p:nvPr/>
        </p:nvSpPr>
        <p:spPr>
          <a:xfrm>
            <a:off x="7680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6" name="Shape 1954"/>
          <p:cNvSpPr/>
          <p:nvPr/>
        </p:nvSpPr>
        <p:spPr>
          <a:xfrm>
            <a:off x="8778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7" name="Shape 1955"/>
          <p:cNvSpPr/>
          <p:nvPr/>
        </p:nvSpPr>
        <p:spPr>
          <a:xfrm>
            <a:off x="9875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8" name="Shape 1956"/>
          <p:cNvSpPr/>
          <p:nvPr/>
        </p:nvSpPr>
        <p:spPr>
          <a:xfrm>
            <a:off x="10972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9" name="Shape 1957"/>
          <p:cNvSpPr/>
          <p:nvPr/>
        </p:nvSpPr>
        <p:spPr>
          <a:xfrm>
            <a:off x="12070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0" name="Shape 1958"/>
          <p:cNvSpPr/>
          <p:nvPr/>
        </p:nvSpPr>
        <p:spPr>
          <a:xfrm>
            <a:off x="13167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1" name="Shape 1959"/>
          <p:cNvSpPr/>
          <p:nvPr/>
        </p:nvSpPr>
        <p:spPr>
          <a:xfrm>
            <a:off x="14264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2" name="Shape 1960"/>
          <p:cNvSpPr/>
          <p:nvPr/>
        </p:nvSpPr>
        <p:spPr>
          <a:xfrm>
            <a:off x="15361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3" name="Shape 1961"/>
          <p:cNvSpPr/>
          <p:nvPr/>
        </p:nvSpPr>
        <p:spPr>
          <a:xfrm>
            <a:off x="16459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4" name="Shape 1962"/>
          <p:cNvSpPr/>
          <p:nvPr/>
        </p:nvSpPr>
        <p:spPr>
          <a:xfrm>
            <a:off x="17556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5" name="Shape 1963"/>
          <p:cNvSpPr/>
          <p:nvPr/>
        </p:nvSpPr>
        <p:spPr>
          <a:xfrm>
            <a:off x="18653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6" name="Shape 1964"/>
          <p:cNvSpPr/>
          <p:nvPr/>
        </p:nvSpPr>
        <p:spPr>
          <a:xfrm>
            <a:off x="19751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7" name="Shape 1965"/>
          <p:cNvSpPr/>
          <p:nvPr/>
        </p:nvSpPr>
        <p:spPr>
          <a:xfrm>
            <a:off x="20848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8" name="Shape 1966"/>
          <p:cNvSpPr/>
          <p:nvPr/>
        </p:nvSpPr>
        <p:spPr>
          <a:xfrm>
            <a:off x="21945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9" name="Shape 1967"/>
          <p:cNvSpPr/>
          <p:nvPr/>
        </p:nvSpPr>
        <p:spPr>
          <a:xfrm>
            <a:off x="23042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0" name="Shape 1968"/>
          <p:cNvSpPr/>
          <p:nvPr/>
        </p:nvSpPr>
        <p:spPr>
          <a:xfrm>
            <a:off x="24140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1" name="Shape 1969"/>
          <p:cNvSpPr/>
          <p:nvPr/>
        </p:nvSpPr>
        <p:spPr>
          <a:xfrm>
            <a:off x="25237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2" name="Shape 1970"/>
          <p:cNvSpPr/>
          <p:nvPr/>
        </p:nvSpPr>
        <p:spPr>
          <a:xfrm>
            <a:off x="26334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3" name="Shape 1971"/>
          <p:cNvSpPr/>
          <p:nvPr/>
        </p:nvSpPr>
        <p:spPr>
          <a:xfrm>
            <a:off x="27432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4" name="Shape 1972"/>
          <p:cNvSpPr/>
          <p:nvPr/>
        </p:nvSpPr>
        <p:spPr>
          <a:xfrm>
            <a:off x="28529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5" name="Shape 1973"/>
          <p:cNvSpPr/>
          <p:nvPr/>
        </p:nvSpPr>
        <p:spPr>
          <a:xfrm>
            <a:off x="29626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6" name="Shape 1974"/>
          <p:cNvSpPr/>
          <p:nvPr/>
        </p:nvSpPr>
        <p:spPr>
          <a:xfrm>
            <a:off x="30723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7" name="Shape 1975"/>
          <p:cNvSpPr/>
          <p:nvPr/>
        </p:nvSpPr>
        <p:spPr>
          <a:xfrm>
            <a:off x="31821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8" name="Shape 1976"/>
          <p:cNvSpPr/>
          <p:nvPr/>
        </p:nvSpPr>
        <p:spPr>
          <a:xfrm>
            <a:off x="32918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9" name="Shape 1977"/>
          <p:cNvSpPr/>
          <p:nvPr/>
        </p:nvSpPr>
        <p:spPr>
          <a:xfrm>
            <a:off x="34015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0" name="Shape 1978"/>
          <p:cNvSpPr/>
          <p:nvPr/>
        </p:nvSpPr>
        <p:spPr>
          <a:xfrm>
            <a:off x="35112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1" name="Shape 1979"/>
          <p:cNvSpPr/>
          <p:nvPr/>
        </p:nvSpPr>
        <p:spPr>
          <a:xfrm>
            <a:off x="36210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2" name="Shape 1980"/>
          <p:cNvSpPr/>
          <p:nvPr/>
        </p:nvSpPr>
        <p:spPr>
          <a:xfrm>
            <a:off x="37307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3" name="Shape 1981"/>
          <p:cNvSpPr/>
          <p:nvPr/>
        </p:nvSpPr>
        <p:spPr>
          <a:xfrm>
            <a:off x="38404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4" name="Shape 1982"/>
          <p:cNvSpPr/>
          <p:nvPr/>
        </p:nvSpPr>
        <p:spPr>
          <a:xfrm>
            <a:off x="39502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5" name="Shape 1983"/>
          <p:cNvSpPr/>
          <p:nvPr/>
        </p:nvSpPr>
        <p:spPr>
          <a:xfrm>
            <a:off x="40599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6" name="Shape 1984"/>
          <p:cNvSpPr/>
          <p:nvPr/>
        </p:nvSpPr>
        <p:spPr>
          <a:xfrm>
            <a:off x="41696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7" name="Shape 1985"/>
          <p:cNvSpPr/>
          <p:nvPr/>
        </p:nvSpPr>
        <p:spPr>
          <a:xfrm>
            <a:off x="42793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8" name="Shape 1986"/>
          <p:cNvSpPr/>
          <p:nvPr/>
        </p:nvSpPr>
        <p:spPr>
          <a:xfrm>
            <a:off x="43891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9" name="Shape 1987"/>
          <p:cNvSpPr/>
          <p:nvPr/>
        </p:nvSpPr>
        <p:spPr>
          <a:xfrm>
            <a:off x="44988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0" name="Shape 1988"/>
          <p:cNvSpPr/>
          <p:nvPr/>
        </p:nvSpPr>
        <p:spPr>
          <a:xfrm>
            <a:off x="46085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1" name="Shape 1989"/>
          <p:cNvSpPr/>
          <p:nvPr/>
        </p:nvSpPr>
        <p:spPr>
          <a:xfrm>
            <a:off x="47183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2" name="Shape 1990"/>
          <p:cNvSpPr/>
          <p:nvPr/>
        </p:nvSpPr>
        <p:spPr>
          <a:xfrm>
            <a:off x="48280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3" name="Shape 1991"/>
          <p:cNvSpPr/>
          <p:nvPr/>
        </p:nvSpPr>
        <p:spPr>
          <a:xfrm>
            <a:off x="49377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4" name="Shape 1992"/>
          <p:cNvSpPr/>
          <p:nvPr/>
        </p:nvSpPr>
        <p:spPr>
          <a:xfrm>
            <a:off x="50474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5" name="Shape 1993"/>
          <p:cNvSpPr/>
          <p:nvPr/>
        </p:nvSpPr>
        <p:spPr>
          <a:xfrm>
            <a:off x="51572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6" name="Shape 1994"/>
          <p:cNvSpPr/>
          <p:nvPr/>
        </p:nvSpPr>
        <p:spPr>
          <a:xfrm>
            <a:off x="52669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7" name="Shape 1995"/>
          <p:cNvSpPr/>
          <p:nvPr/>
        </p:nvSpPr>
        <p:spPr>
          <a:xfrm>
            <a:off x="53766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8" name="Shape 1996"/>
          <p:cNvSpPr/>
          <p:nvPr/>
        </p:nvSpPr>
        <p:spPr>
          <a:xfrm>
            <a:off x="54864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9" name="Shape 1997"/>
          <p:cNvSpPr/>
          <p:nvPr/>
        </p:nvSpPr>
        <p:spPr>
          <a:xfrm>
            <a:off x="55961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0" name="Shape 1998"/>
          <p:cNvSpPr/>
          <p:nvPr/>
        </p:nvSpPr>
        <p:spPr>
          <a:xfrm>
            <a:off x="57058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1" name="Shape 1999"/>
          <p:cNvSpPr/>
          <p:nvPr/>
        </p:nvSpPr>
        <p:spPr>
          <a:xfrm>
            <a:off x="58155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2" name="Shape 2000"/>
          <p:cNvSpPr/>
          <p:nvPr/>
        </p:nvSpPr>
        <p:spPr>
          <a:xfrm>
            <a:off x="59253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3" name="Shape 2001"/>
          <p:cNvSpPr/>
          <p:nvPr/>
        </p:nvSpPr>
        <p:spPr>
          <a:xfrm>
            <a:off x="60350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4" name="Shape 2002"/>
          <p:cNvSpPr/>
          <p:nvPr/>
        </p:nvSpPr>
        <p:spPr>
          <a:xfrm>
            <a:off x="61447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5" name="Shape 2003"/>
          <p:cNvSpPr/>
          <p:nvPr/>
        </p:nvSpPr>
        <p:spPr>
          <a:xfrm>
            <a:off x="62544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6" name="Shape 2004"/>
          <p:cNvSpPr/>
          <p:nvPr/>
        </p:nvSpPr>
        <p:spPr>
          <a:xfrm>
            <a:off x="63642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7" name="Shape 2005"/>
          <p:cNvSpPr/>
          <p:nvPr/>
        </p:nvSpPr>
        <p:spPr>
          <a:xfrm>
            <a:off x="64739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8" name="Shape 2006"/>
          <p:cNvSpPr/>
          <p:nvPr/>
        </p:nvSpPr>
        <p:spPr>
          <a:xfrm>
            <a:off x="65836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9" name="Shape 2007"/>
          <p:cNvSpPr/>
          <p:nvPr/>
        </p:nvSpPr>
        <p:spPr>
          <a:xfrm>
            <a:off x="66934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0" name="Shape 2008"/>
          <p:cNvSpPr/>
          <p:nvPr/>
        </p:nvSpPr>
        <p:spPr>
          <a:xfrm>
            <a:off x="68031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1" name="Shape 2009"/>
          <p:cNvSpPr/>
          <p:nvPr/>
        </p:nvSpPr>
        <p:spPr>
          <a:xfrm>
            <a:off x="69128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2" name="Shape 2010"/>
          <p:cNvSpPr/>
          <p:nvPr/>
        </p:nvSpPr>
        <p:spPr>
          <a:xfrm>
            <a:off x="70225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3" name="Shape 2011"/>
          <p:cNvSpPr/>
          <p:nvPr/>
        </p:nvSpPr>
        <p:spPr>
          <a:xfrm>
            <a:off x="71323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4" name="Shape 2012"/>
          <p:cNvSpPr/>
          <p:nvPr/>
        </p:nvSpPr>
        <p:spPr>
          <a:xfrm>
            <a:off x="72420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5" name="Shape 2013"/>
          <p:cNvSpPr/>
          <p:nvPr/>
        </p:nvSpPr>
        <p:spPr>
          <a:xfrm>
            <a:off x="73517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6" name="Shape 2014"/>
          <p:cNvSpPr/>
          <p:nvPr/>
        </p:nvSpPr>
        <p:spPr>
          <a:xfrm>
            <a:off x="74615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7" name="Shape 2015"/>
          <p:cNvSpPr/>
          <p:nvPr/>
        </p:nvSpPr>
        <p:spPr>
          <a:xfrm>
            <a:off x="75712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8" name="Shape 2016"/>
          <p:cNvSpPr/>
          <p:nvPr/>
        </p:nvSpPr>
        <p:spPr>
          <a:xfrm>
            <a:off x="76809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9" name="Shape 2017"/>
          <p:cNvSpPr/>
          <p:nvPr/>
        </p:nvSpPr>
        <p:spPr>
          <a:xfrm>
            <a:off x="77906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0" name="Shape 2018"/>
          <p:cNvSpPr/>
          <p:nvPr/>
        </p:nvSpPr>
        <p:spPr>
          <a:xfrm>
            <a:off x="79004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1" name="Shape 2019"/>
          <p:cNvSpPr/>
          <p:nvPr/>
        </p:nvSpPr>
        <p:spPr>
          <a:xfrm>
            <a:off x="80101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2" name="Shape 2020"/>
          <p:cNvSpPr/>
          <p:nvPr/>
        </p:nvSpPr>
        <p:spPr>
          <a:xfrm>
            <a:off x="81198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3" name="Shape 2021"/>
          <p:cNvSpPr/>
          <p:nvPr/>
        </p:nvSpPr>
        <p:spPr>
          <a:xfrm>
            <a:off x="82296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4" name="Shape 2022"/>
          <p:cNvSpPr/>
          <p:nvPr/>
        </p:nvSpPr>
        <p:spPr>
          <a:xfrm>
            <a:off x="83393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5" name="Shape 2023"/>
          <p:cNvSpPr/>
          <p:nvPr/>
        </p:nvSpPr>
        <p:spPr>
          <a:xfrm>
            <a:off x="84490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6" name="Shape 2024"/>
          <p:cNvSpPr/>
          <p:nvPr/>
        </p:nvSpPr>
        <p:spPr>
          <a:xfrm>
            <a:off x="85587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7" name="Shape 2025"/>
          <p:cNvSpPr/>
          <p:nvPr/>
        </p:nvSpPr>
        <p:spPr>
          <a:xfrm>
            <a:off x="86685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8" name="Shape 2026"/>
          <p:cNvSpPr/>
          <p:nvPr/>
        </p:nvSpPr>
        <p:spPr>
          <a:xfrm>
            <a:off x="87782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9" name="Shape 2027"/>
          <p:cNvSpPr/>
          <p:nvPr/>
        </p:nvSpPr>
        <p:spPr>
          <a:xfrm>
            <a:off x="88879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0" name="Shape 2028"/>
          <p:cNvSpPr/>
          <p:nvPr/>
        </p:nvSpPr>
        <p:spPr>
          <a:xfrm>
            <a:off x="89976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1" name="Shape 2029"/>
          <p:cNvSpPr/>
          <p:nvPr/>
        </p:nvSpPr>
        <p:spPr>
          <a:xfrm>
            <a:off x="91074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2" name="Shape 2030"/>
          <p:cNvSpPr/>
          <p:nvPr/>
        </p:nvSpPr>
        <p:spPr>
          <a:xfrm>
            <a:off x="92171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3" name="Shape 2031"/>
          <p:cNvSpPr/>
          <p:nvPr/>
        </p:nvSpPr>
        <p:spPr>
          <a:xfrm>
            <a:off x="93268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4" name="Shape 2032"/>
          <p:cNvSpPr/>
          <p:nvPr/>
        </p:nvSpPr>
        <p:spPr>
          <a:xfrm>
            <a:off x="94366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5" name="Shape 2033"/>
          <p:cNvSpPr/>
          <p:nvPr/>
        </p:nvSpPr>
        <p:spPr>
          <a:xfrm>
            <a:off x="95463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6" name="Shape 2034"/>
          <p:cNvSpPr/>
          <p:nvPr/>
        </p:nvSpPr>
        <p:spPr>
          <a:xfrm>
            <a:off x="96560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7" name="Shape 2035"/>
          <p:cNvSpPr/>
          <p:nvPr/>
        </p:nvSpPr>
        <p:spPr>
          <a:xfrm>
            <a:off x="97657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8" name="Shape 2036"/>
          <p:cNvSpPr/>
          <p:nvPr/>
        </p:nvSpPr>
        <p:spPr>
          <a:xfrm>
            <a:off x="98755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9" name="Shape 2037"/>
          <p:cNvSpPr/>
          <p:nvPr/>
        </p:nvSpPr>
        <p:spPr>
          <a:xfrm>
            <a:off x="99852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0" name="Shape 2038"/>
          <p:cNvSpPr/>
          <p:nvPr/>
        </p:nvSpPr>
        <p:spPr>
          <a:xfrm>
            <a:off x="100949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1" name="Shape 2039"/>
          <p:cNvSpPr/>
          <p:nvPr/>
        </p:nvSpPr>
        <p:spPr>
          <a:xfrm>
            <a:off x="102047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2" name="Shape 2040"/>
          <p:cNvSpPr/>
          <p:nvPr/>
        </p:nvSpPr>
        <p:spPr>
          <a:xfrm>
            <a:off x="103144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3" name="Shape 2041"/>
          <p:cNvSpPr/>
          <p:nvPr/>
        </p:nvSpPr>
        <p:spPr>
          <a:xfrm>
            <a:off x="104241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4" name="Shape 2042"/>
          <p:cNvSpPr/>
          <p:nvPr/>
        </p:nvSpPr>
        <p:spPr>
          <a:xfrm>
            <a:off x="105338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5" name="Shape 2043"/>
          <p:cNvSpPr/>
          <p:nvPr/>
        </p:nvSpPr>
        <p:spPr>
          <a:xfrm>
            <a:off x="106436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6" name="Shape 2044"/>
          <p:cNvSpPr/>
          <p:nvPr/>
        </p:nvSpPr>
        <p:spPr>
          <a:xfrm>
            <a:off x="107533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7" name="Shape 2045"/>
          <p:cNvSpPr/>
          <p:nvPr/>
        </p:nvSpPr>
        <p:spPr>
          <a:xfrm>
            <a:off x="108630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8" name="Shape 2046"/>
          <p:cNvSpPr/>
          <p:nvPr/>
        </p:nvSpPr>
        <p:spPr>
          <a:xfrm>
            <a:off x="109728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9" name="Shape 2047"/>
          <p:cNvSpPr/>
          <p:nvPr/>
        </p:nvSpPr>
        <p:spPr>
          <a:xfrm>
            <a:off x="110825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0" name="Shape 2048"/>
          <p:cNvSpPr/>
          <p:nvPr/>
        </p:nvSpPr>
        <p:spPr>
          <a:xfrm>
            <a:off x="111922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1" name="Shape 2049"/>
          <p:cNvSpPr/>
          <p:nvPr/>
        </p:nvSpPr>
        <p:spPr>
          <a:xfrm>
            <a:off x="113019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2" name="Shape 2050"/>
          <p:cNvSpPr/>
          <p:nvPr/>
        </p:nvSpPr>
        <p:spPr>
          <a:xfrm>
            <a:off x="114117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3" name="Shape 2051"/>
          <p:cNvSpPr/>
          <p:nvPr/>
        </p:nvSpPr>
        <p:spPr>
          <a:xfrm>
            <a:off x="115214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4" name="Shape 2052"/>
          <p:cNvSpPr/>
          <p:nvPr/>
        </p:nvSpPr>
        <p:spPr>
          <a:xfrm>
            <a:off x="116311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5" name="Shape 2053"/>
          <p:cNvSpPr/>
          <p:nvPr/>
        </p:nvSpPr>
        <p:spPr>
          <a:xfrm>
            <a:off x="117408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6" name="Shape 2054"/>
          <p:cNvSpPr/>
          <p:nvPr/>
        </p:nvSpPr>
        <p:spPr>
          <a:xfrm>
            <a:off x="548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7" name="Shape 2055"/>
          <p:cNvSpPr/>
          <p:nvPr/>
        </p:nvSpPr>
        <p:spPr>
          <a:xfrm>
            <a:off x="1645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8" name="Shape 2056"/>
          <p:cNvSpPr/>
          <p:nvPr/>
        </p:nvSpPr>
        <p:spPr>
          <a:xfrm>
            <a:off x="2743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9" name="Shape 2057"/>
          <p:cNvSpPr/>
          <p:nvPr/>
        </p:nvSpPr>
        <p:spPr>
          <a:xfrm>
            <a:off x="3840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0" name="Shape 2058"/>
          <p:cNvSpPr/>
          <p:nvPr/>
        </p:nvSpPr>
        <p:spPr>
          <a:xfrm>
            <a:off x="4937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1" name="Shape 2059"/>
          <p:cNvSpPr/>
          <p:nvPr/>
        </p:nvSpPr>
        <p:spPr>
          <a:xfrm>
            <a:off x="6035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2" name="Shape 2060"/>
          <p:cNvSpPr/>
          <p:nvPr/>
        </p:nvSpPr>
        <p:spPr>
          <a:xfrm>
            <a:off x="7132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3" name="Shape 2061"/>
          <p:cNvSpPr/>
          <p:nvPr/>
        </p:nvSpPr>
        <p:spPr>
          <a:xfrm>
            <a:off x="8229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4" name="Shape 2062"/>
          <p:cNvSpPr/>
          <p:nvPr/>
        </p:nvSpPr>
        <p:spPr>
          <a:xfrm>
            <a:off x="9326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5" name="Shape 2063"/>
          <p:cNvSpPr/>
          <p:nvPr/>
        </p:nvSpPr>
        <p:spPr>
          <a:xfrm>
            <a:off x="10424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6" name="Shape 2064"/>
          <p:cNvSpPr/>
          <p:nvPr/>
        </p:nvSpPr>
        <p:spPr>
          <a:xfrm>
            <a:off x="11521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7" name="Shape 2065"/>
          <p:cNvSpPr/>
          <p:nvPr/>
        </p:nvSpPr>
        <p:spPr>
          <a:xfrm>
            <a:off x="12618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8" name="Shape 2066"/>
          <p:cNvSpPr/>
          <p:nvPr/>
        </p:nvSpPr>
        <p:spPr>
          <a:xfrm>
            <a:off x="13716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9" name="Shape 2067"/>
          <p:cNvSpPr/>
          <p:nvPr/>
        </p:nvSpPr>
        <p:spPr>
          <a:xfrm>
            <a:off x="14813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0" name="Shape 2068"/>
          <p:cNvSpPr/>
          <p:nvPr/>
        </p:nvSpPr>
        <p:spPr>
          <a:xfrm>
            <a:off x="15910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1" name="Shape 2069"/>
          <p:cNvSpPr/>
          <p:nvPr/>
        </p:nvSpPr>
        <p:spPr>
          <a:xfrm>
            <a:off x="17007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2" name="Shape 2070"/>
          <p:cNvSpPr/>
          <p:nvPr/>
        </p:nvSpPr>
        <p:spPr>
          <a:xfrm>
            <a:off x="18105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3" name="Shape 2071"/>
          <p:cNvSpPr/>
          <p:nvPr/>
        </p:nvSpPr>
        <p:spPr>
          <a:xfrm>
            <a:off x="19202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4" name="Shape 2072"/>
          <p:cNvSpPr/>
          <p:nvPr/>
        </p:nvSpPr>
        <p:spPr>
          <a:xfrm>
            <a:off x="20299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5" name="Shape 2073"/>
          <p:cNvSpPr/>
          <p:nvPr/>
        </p:nvSpPr>
        <p:spPr>
          <a:xfrm>
            <a:off x="21396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6" name="Shape 2074"/>
          <p:cNvSpPr/>
          <p:nvPr/>
        </p:nvSpPr>
        <p:spPr>
          <a:xfrm>
            <a:off x="22494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7" name="Shape 2075"/>
          <p:cNvSpPr/>
          <p:nvPr/>
        </p:nvSpPr>
        <p:spPr>
          <a:xfrm>
            <a:off x="23591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8" name="Shape 2076"/>
          <p:cNvSpPr/>
          <p:nvPr/>
        </p:nvSpPr>
        <p:spPr>
          <a:xfrm>
            <a:off x="24688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9" name="Shape 2077"/>
          <p:cNvSpPr/>
          <p:nvPr/>
        </p:nvSpPr>
        <p:spPr>
          <a:xfrm>
            <a:off x="25786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0" name="Shape 2078"/>
          <p:cNvSpPr/>
          <p:nvPr/>
        </p:nvSpPr>
        <p:spPr>
          <a:xfrm>
            <a:off x="26883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1" name="Shape 2079"/>
          <p:cNvSpPr/>
          <p:nvPr/>
        </p:nvSpPr>
        <p:spPr>
          <a:xfrm>
            <a:off x="27980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2" name="Shape 2080"/>
          <p:cNvSpPr/>
          <p:nvPr/>
        </p:nvSpPr>
        <p:spPr>
          <a:xfrm>
            <a:off x="29077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3" name="Shape 2081"/>
          <p:cNvSpPr/>
          <p:nvPr/>
        </p:nvSpPr>
        <p:spPr>
          <a:xfrm>
            <a:off x="30175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4" name="Shape 2082"/>
          <p:cNvSpPr/>
          <p:nvPr/>
        </p:nvSpPr>
        <p:spPr>
          <a:xfrm>
            <a:off x="31272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5" name="Shape 2083"/>
          <p:cNvSpPr/>
          <p:nvPr/>
        </p:nvSpPr>
        <p:spPr>
          <a:xfrm>
            <a:off x="32369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6" name="Shape 2084"/>
          <p:cNvSpPr/>
          <p:nvPr/>
        </p:nvSpPr>
        <p:spPr>
          <a:xfrm>
            <a:off x="33467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7" name="Shape 2085"/>
          <p:cNvSpPr/>
          <p:nvPr/>
        </p:nvSpPr>
        <p:spPr>
          <a:xfrm>
            <a:off x="34564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8" name="Shape 2086"/>
          <p:cNvSpPr/>
          <p:nvPr/>
        </p:nvSpPr>
        <p:spPr>
          <a:xfrm>
            <a:off x="35661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9" name="Shape 2087"/>
          <p:cNvSpPr/>
          <p:nvPr/>
        </p:nvSpPr>
        <p:spPr>
          <a:xfrm>
            <a:off x="36758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0" name="Shape 2088"/>
          <p:cNvSpPr/>
          <p:nvPr/>
        </p:nvSpPr>
        <p:spPr>
          <a:xfrm>
            <a:off x="37856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1" name="Shape 2089"/>
          <p:cNvSpPr/>
          <p:nvPr/>
        </p:nvSpPr>
        <p:spPr>
          <a:xfrm>
            <a:off x="38953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2" name="Shape 2090"/>
          <p:cNvSpPr/>
          <p:nvPr/>
        </p:nvSpPr>
        <p:spPr>
          <a:xfrm>
            <a:off x="40050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3" name="Shape 2091"/>
          <p:cNvSpPr/>
          <p:nvPr/>
        </p:nvSpPr>
        <p:spPr>
          <a:xfrm>
            <a:off x="41148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4" name="Shape 2092"/>
          <p:cNvSpPr/>
          <p:nvPr/>
        </p:nvSpPr>
        <p:spPr>
          <a:xfrm>
            <a:off x="42245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5" name="Shape 2093"/>
          <p:cNvSpPr/>
          <p:nvPr/>
        </p:nvSpPr>
        <p:spPr>
          <a:xfrm>
            <a:off x="43342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6" name="Shape 2094"/>
          <p:cNvSpPr/>
          <p:nvPr/>
        </p:nvSpPr>
        <p:spPr>
          <a:xfrm>
            <a:off x="44439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7" name="Shape 2095"/>
          <p:cNvSpPr/>
          <p:nvPr/>
        </p:nvSpPr>
        <p:spPr>
          <a:xfrm>
            <a:off x="45537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8" name="Shape 2096"/>
          <p:cNvSpPr/>
          <p:nvPr/>
        </p:nvSpPr>
        <p:spPr>
          <a:xfrm>
            <a:off x="46634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9" name="Shape 2097"/>
          <p:cNvSpPr/>
          <p:nvPr/>
        </p:nvSpPr>
        <p:spPr>
          <a:xfrm>
            <a:off x="47731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0" name="Shape 2098"/>
          <p:cNvSpPr/>
          <p:nvPr/>
        </p:nvSpPr>
        <p:spPr>
          <a:xfrm>
            <a:off x="48828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1" name="Shape 2099"/>
          <p:cNvSpPr/>
          <p:nvPr/>
        </p:nvSpPr>
        <p:spPr>
          <a:xfrm>
            <a:off x="49926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2" name="Shape 2100"/>
          <p:cNvSpPr/>
          <p:nvPr/>
        </p:nvSpPr>
        <p:spPr>
          <a:xfrm>
            <a:off x="51023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3" name="Shape 2101"/>
          <p:cNvSpPr/>
          <p:nvPr/>
        </p:nvSpPr>
        <p:spPr>
          <a:xfrm>
            <a:off x="52120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4" name="Shape 2102"/>
          <p:cNvSpPr/>
          <p:nvPr/>
        </p:nvSpPr>
        <p:spPr>
          <a:xfrm>
            <a:off x="53218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5" name="Shape 2103"/>
          <p:cNvSpPr/>
          <p:nvPr/>
        </p:nvSpPr>
        <p:spPr>
          <a:xfrm>
            <a:off x="54315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6" name="Shape 2104"/>
          <p:cNvSpPr/>
          <p:nvPr/>
        </p:nvSpPr>
        <p:spPr>
          <a:xfrm>
            <a:off x="55412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7" name="Shape 2105"/>
          <p:cNvSpPr/>
          <p:nvPr/>
        </p:nvSpPr>
        <p:spPr>
          <a:xfrm>
            <a:off x="56509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8" name="Shape 2106"/>
          <p:cNvSpPr/>
          <p:nvPr/>
        </p:nvSpPr>
        <p:spPr>
          <a:xfrm>
            <a:off x="57607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9" name="Shape 2107"/>
          <p:cNvSpPr/>
          <p:nvPr/>
        </p:nvSpPr>
        <p:spPr>
          <a:xfrm>
            <a:off x="58704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0" name="Shape 2108"/>
          <p:cNvSpPr/>
          <p:nvPr/>
        </p:nvSpPr>
        <p:spPr>
          <a:xfrm>
            <a:off x="59801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1" name="Shape 2109"/>
          <p:cNvSpPr/>
          <p:nvPr/>
        </p:nvSpPr>
        <p:spPr>
          <a:xfrm>
            <a:off x="60899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2" name="Shape 2110"/>
          <p:cNvSpPr/>
          <p:nvPr/>
        </p:nvSpPr>
        <p:spPr>
          <a:xfrm>
            <a:off x="61996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3" name="Shape 2111"/>
          <p:cNvSpPr/>
          <p:nvPr/>
        </p:nvSpPr>
        <p:spPr>
          <a:xfrm>
            <a:off x="63093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4" name="Shape 2112"/>
          <p:cNvSpPr/>
          <p:nvPr/>
        </p:nvSpPr>
        <p:spPr>
          <a:xfrm>
            <a:off x="64190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5" name="Shape 2113"/>
          <p:cNvSpPr/>
          <p:nvPr/>
        </p:nvSpPr>
        <p:spPr>
          <a:xfrm>
            <a:off x="65288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6" name="Shape 2114"/>
          <p:cNvSpPr/>
          <p:nvPr/>
        </p:nvSpPr>
        <p:spPr>
          <a:xfrm>
            <a:off x="66385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7" name="Shape 2115"/>
          <p:cNvSpPr/>
          <p:nvPr/>
        </p:nvSpPr>
        <p:spPr>
          <a:xfrm>
            <a:off x="67482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8" name="Shape 2116"/>
          <p:cNvSpPr/>
          <p:nvPr/>
        </p:nvSpPr>
        <p:spPr>
          <a:xfrm>
            <a:off x="68580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9" name="Shape 2117"/>
          <p:cNvSpPr/>
          <p:nvPr/>
        </p:nvSpPr>
        <p:spPr>
          <a:xfrm>
            <a:off x="69677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0" name="Shape 2118"/>
          <p:cNvSpPr/>
          <p:nvPr/>
        </p:nvSpPr>
        <p:spPr>
          <a:xfrm>
            <a:off x="70774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1" name="Shape 2119"/>
          <p:cNvSpPr/>
          <p:nvPr/>
        </p:nvSpPr>
        <p:spPr>
          <a:xfrm>
            <a:off x="71871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2" name="Shape 2120"/>
          <p:cNvSpPr/>
          <p:nvPr/>
        </p:nvSpPr>
        <p:spPr>
          <a:xfrm>
            <a:off x="72969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3" name="Shape 2121"/>
          <p:cNvSpPr/>
          <p:nvPr/>
        </p:nvSpPr>
        <p:spPr>
          <a:xfrm>
            <a:off x="74066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4" name="Shape 2122"/>
          <p:cNvSpPr/>
          <p:nvPr/>
        </p:nvSpPr>
        <p:spPr>
          <a:xfrm>
            <a:off x="75163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5" name="Shape 2123"/>
          <p:cNvSpPr/>
          <p:nvPr/>
        </p:nvSpPr>
        <p:spPr>
          <a:xfrm>
            <a:off x="76260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6" name="Shape 2124"/>
          <p:cNvSpPr/>
          <p:nvPr/>
        </p:nvSpPr>
        <p:spPr>
          <a:xfrm>
            <a:off x="77358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7" name="Shape 2125"/>
          <p:cNvSpPr/>
          <p:nvPr/>
        </p:nvSpPr>
        <p:spPr>
          <a:xfrm>
            <a:off x="78455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8" name="Shape 2126"/>
          <p:cNvSpPr/>
          <p:nvPr/>
        </p:nvSpPr>
        <p:spPr>
          <a:xfrm>
            <a:off x="79552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9" name="Shape 2127"/>
          <p:cNvSpPr/>
          <p:nvPr/>
        </p:nvSpPr>
        <p:spPr>
          <a:xfrm>
            <a:off x="80650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0" name="Shape 2128"/>
          <p:cNvSpPr/>
          <p:nvPr/>
        </p:nvSpPr>
        <p:spPr>
          <a:xfrm>
            <a:off x="81747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1" name="Shape 2129"/>
          <p:cNvSpPr/>
          <p:nvPr/>
        </p:nvSpPr>
        <p:spPr>
          <a:xfrm>
            <a:off x="82844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2" name="Shape 2130"/>
          <p:cNvSpPr/>
          <p:nvPr/>
        </p:nvSpPr>
        <p:spPr>
          <a:xfrm>
            <a:off x="83941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3" name="Shape 2131"/>
          <p:cNvSpPr/>
          <p:nvPr/>
        </p:nvSpPr>
        <p:spPr>
          <a:xfrm>
            <a:off x="85039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4" name="Shape 2132"/>
          <p:cNvSpPr/>
          <p:nvPr/>
        </p:nvSpPr>
        <p:spPr>
          <a:xfrm>
            <a:off x="86136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5" name="Shape 2133"/>
          <p:cNvSpPr/>
          <p:nvPr/>
        </p:nvSpPr>
        <p:spPr>
          <a:xfrm>
            <a:off x="87233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6" name="Shape 2134"/>
          <p:cNvSpPr/>
          <p:nvPr/>
        </p:nvSpPr>
        <p:spPr>
          <a:xfrm>
            <a:off x="88331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7" name="Shape 2135"/>
          <p:cNvSpPr/>
          <p:nvPr/>
        </p:nvSpPr>
        <p:spPr>
          <a:xfrm>
            <a:off x="89428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8" name="Shape 2136"/>
          <p:cNvSpPr/>
          <p:nvPr/>
        </p:nvSpPr>
        <p:spPr>
          <a:xfrm>
            <a:off x="90525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9" name="Shape 2137"/>
          <p:cNvSpPr/>
          <p:nvPr/>
        </p:nvSpPr>
        <p:spPr>
          <a:xfrm>
            <a:off x="91622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0" name="Shape 2138"/>
          <p:cNvSpPr/>
          <p:nvPr/>
        </p:nvSpPr>
        <p:spPr>
          <a:xfrm>
            <a:off x="92720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1" name="Shape 2139"/>
          <p:cNvSpPr/>
          <p:nvPr/>
        </p:nvSpPr>
        <p:spPr>
          <a:xfrm>
            <a:off x="93817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2" name="Shape 2140"/>
          <p:cNvSpPr/>
          <p:nvPr/>
        </p:nvSpPr>
        <p:spPr>
          <a:xfrm>
            <a:off x="94914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3" name="Shape 2141"/>
          <p:cNvSpPr/>
          <p:nvPr/>
        </p:nvSpPr>
        <p:spPr>
          <a:xfrm>
            <a:off x="96012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4" name="Shape 2142"/>
          <p:cNvSpPr/>
          <p:nvPr/>
        </p:nvSpPr>
        <p:spPr>
          <a:xfrm>
            <a:off x="97109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5" name="Shape 2143"/>
          <p:cNvSpPr/>
          <p:nvPr/>
        </p:nvSpPr>
        <p:spPr>
          <a:xfrm>
            <a:off x="98206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6" name="Shape 2144"/>
          <p:cNvSpPr/>
          <p:nvPr/>
        </p:nvSpPr>
        <p:spPr>
          <a:xfrm>
            <a:off x="99303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7" name="Shape 2145"/>
          <p:cNvSpPr/>
          <p:nvPr/>
        </p:nvSpPr>
        <p:spPr>
          <a:xfrm>
            <a:off x="100401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8" name="Shape 2146"/>
          <p:cNvSpPr/>
          <p:nvPr/>
        </p:nvSpPr>
        <p:spPr>
          <a:xfrm>
            <a:off x="101498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9" name="Shape 2147"/>
          <p:cNvSpPr/>
          <p:nvPr/>
        </p:nvSpPr>
        <p:spPr>
          <a:xfrm>
            <a:off x="102595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0" name="Shape 2148"/>
          <p:cNvSpPr/>
          <p:nvPr/>
        </p:nvSpPr>
        <p:spPr>
          <a:xfrm>
            <a:off x="103692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1" name="Shape 2149"/>
          <p:cNvSpPr/>
          <p:nvPr/>
        </p:nvSpPr>
        <p:spPr>
          <a:xfrm>
            <a:off x="104790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2" name="Shape 2150"/>
          <p:cNvSpPr/>
          <p:nvPr/>
        </p:nvSpPr>
        <p:spPr>
          <a:xfrm>
            <a:off x="105887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3" name="Shape 2151"/>
          <p:cNvSpPr/>
          <p:nvPr/>
        </p:nvSpPr>
        <p:spPr>
          <a:xfrm>
            <a:off x="106984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4" name="Shape 2152"/>
          <p:cNvSpPr/>
          <p:nvPr/>
        </p:nvSpPr>
        <p:spPr>
          <a:xfrm>
            <a:off x="108082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5" name="Shape 2153"/>
          <p:cNvSpPr/>
          <p:nvPr/>
        </p:nvSpPr>
        <p:spPr>
          <a:xfrm>
            <a:off x="109179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6" name="Shape 2154"/>
          <p:cNvSpPr/>
          <p:nvPr/>
        </p:nvSpPr>
        <p:spPr>
          <a:xfrm>
            <a:off x="110276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7" name="Shape 2155"/>
          <p:cNvSpPr/>
          <p:nvPr/>
        </p:nvSpPr>
        <p:spPr>
          <a:xfrm>
            <a:off x="111373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8" name="Shape 2156"/>
          <p:cNvSpPr/>
          <p:nvPr/>
        </p:nvSpPr>
        <p:spPr>
          <a:xfrm>
            <a:off x="112471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9" name="Shape 2157"/>
          <p:cNvSpPr/>
          <p:nvPr/>
        </p:nvSpPr>
        <p:spPr>
          <a:xfrm>
            <a:off x="113568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0" name="Shape 2158"/>
          <p:cNvSpPr/>
          <p:nvPr/>
        </p:nvSpPr>
        <p:spPr>
          <a:xfrm>
            <a:off x="114665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1" name="Shape 2159"/>
          <p:cNvSpPr/>
          <p:nvPr/>
        </p:nvSpPr>
        <p:spPr>
          <a:xfrm>
            <a:off x="115763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2" name="Shape 2160"/>
          <p:cNvSpPr/>
          <p:nvPr/>
        </p:nvSpPr>
        <p:spPr>
          <a:xfrm>
            <a:off x="116860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3" name="Shape 2161"/>
          <p:cNvSpPr/>
          <p:nvPr/>
        </p:nvSpPr>
        <p:spPr>
          <a:xfrm>
            <a:off x="117957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4" name="Shape 2162"/>
          <p:cNvSpPr/>
          <p:nvPr/>
        </p:nvSpPr>
        <p:spPr>
          <a:xfrm>
            <a:off x="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5" name="Shape 2163"/>
          <p:cNvSpPr/>
          <p:nvPr/>
        </p:nvSpPr>
        <p:spPr>
          <a:xfrm>
            <a:off x="1097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6" name="Shape 2164"/>
          <p:cNvSpPr/>
          <p:nvPr/>
        </p:nvSpPr>
        <p:spPr>
          <a:xfrm>
            <a:off x="2194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7" name="Shape 2165"/>
          <p:cNvSpPr/>
          <p:nvPr/>
        </p:nvSpPr>
        <p:spPr>
          <a:xfrm>
            <a:off x="3291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8" name="Shape 2166"/>
          <p:cNvSpPr/>
          <p:nvPr/>
        </p:nvSpPr>
        <p:spPr>
          <a:xfrm>
            <a:off x="4389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9" name="Shape 2167"/>
          <p:cNvSpPr/>
          <p:nvPr/>
        </p:nvSpPr>
        <p:spPr>
          <a:xfrm>
            <a:off x="5486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0" name="Shape 2168"/>
          <p:cNvSpPr/>
          <p:nvPr/>
        </p:nvSpPr>
        <p:spPr>
          <a:xfrm>
            <a:off x="6583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1" name="Shape 2169"/>
          <p:cNvSpPr/>
          <p:nvPr/>
        </p:nvSpPr>
        <p:spPr>
          <a:xfrm>
            <a:off x="7680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2" name="Shape 2170"/>
          <p:cNvSpPr/>
          <p:nvPr/>
        </p:nvSpPr>
        <p:spPr>
          <a:xfrm>
            <a:off x="8778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3" name="Shape 2171"/>
          <p:cNvSpPr/>
          <p:nvPr/>
        </p:nvSpPr>
        <p:spPr>
          <a:xfrm>
            <a:off x="9875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4" name="Shape 2172"/>
          <p:cNvSpPr/>
          <p:nvPr/>
        </p:nvSpPr>
        <p:spPr>
          <a:xfrm>
            <a:off x="10972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5" name="Shape 2173"/>
          <p:cNvSpPr/>
          <p:nvPr/>
        </p:nvSpPr>
        <p:spPr>
          <a:xfrm>
            <a:off x="12070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6" name="Shape 2174"/>
          <p:cNvSpPr/>
          <p:nvPr/>
        </p:nvSpPr>
        <p:spPr>
          <a:xfrm>
            <a:off x="13167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7" name="Shape 2175"/>
          <p:cNvSpPr/>
          <p:nvPr/>
        </p:nvSpPr>
        <p:spPr>
          <a:xfrm>
            <a:off x="14264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8" name="Shape 2176"/>
          <p:cNvSpPr/>
          <p:nvPr/>
        </p:nvSpPr>
        <p:spPr>
          <a:xfrm>
            <a:off x="15361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9" name="Shape 2177"/>
          <p:cNvSpPr/>
          <p:nvPr/>
        </p:nvSpPr>
        <p:spPr>
          <a:xfrm>
            <a:off x="16459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0" name="Shape 2178"/>
          <p:cNvSpPr/>
          <p:nvPr/>
        </p:nvSpPr>
        <p:spPr>
          <a:xfrm>
            <a:off x="17556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1" name="Shape 2179"/>
          <p:cNvSpPr/>
          <p:nvPr/>
        </p:nvSpPr>
        <p:spPr>
          <a:xfrm>
            <a:off x="18653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2" name="Shape 2180"/>
          <p:cNvSpPr/>
          <p:nvPr/>
        </p:nvSpPr>
        <p:spPr>
          <a:xfrm>
            <a:off x="19751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3" name="Shape 2181"/>
          <p:cNvSpPr/>
          <p:nvPr/>
        </p:nvSpPr>
        <p:spPr>
          <a:xfrm>
            <a:off x="20848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4" name="Shape 2182"/>
          <p:cNvSpPr/>
          <p:nvPr/>
        </p:nvSpPr>
        <p:spPr>
          <a:xfrm>
            <a:off x="21945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5" name="Shape 2183"/>
          <p:cNvSpPr/>
          <p:nvPr/>
        </p:nvSpPr>
        <p:spPr>
          <a:xfrm>
            <a:off x="23042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6" name="Shape 2184"/>
          <p:cNvSpPr/>
          <p:nvPr/>
        </p:nvSpPr>
        <p:spPr>
          <a:xfrm>
            <a:off x="24140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7" name="Shape 2185"/>
          <p:cNvSpPr/>
          <p:nvPr/>
        </p:nvSpPr>
        <p:spPr>
          <a:xfrm>
            <a:off x="25237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8" name="Shape 2186"/>
          <p:cNvSpPr/>
          <p:nvPr/>
        </p:nvSpPr>
        <p:spPr>
          <a:xfrm>
            <a:off x="26334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9" name="Shape 2187"/>
          <p:cNvSpPr/>
          <p:nvPr/>
        </p:nvSpPr>
        <p:spPr>
          <a:xfrm>
            <a:off x="27432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0" name="Shape 2188"/>
          <p:cNvSpPr/>
          <p:nvPr/>
        </p:nvSpPr>
        <p:spPr>
          <a:xfrm>
            <a:off x="28529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1" name="Shape 2189"/>
          <p:cNvSpPr/>
          <p:nvPr/>
        </p:nvSpPr>
        <p:spPr>
          <a:xfrm>
            <a:off x="29626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2" name="Shape 2190"/>
          <p:cNvSpPr/>
          <p:nvPr/>
        </p:nvSpPr>
        <p:spPr>
          <a:xfrm>
            <a:off x="30723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3" name="Shape 2191"/>
          <p:cNvSpPr/>
          <p:nvPr/>
        </p:nvSpPr>
        <p:spPr>
          <a:xfrm>
            <a:off x="31821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4" name="Shape 2192"/>
          <p:cNvSpPr/>
          <p:nvPr/>
        </p:nvSpPr>
        <p:spPr>
          <a:xfrm>
            <a:off x="32918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5" name="Shape 2193"/>
          <p:cNvSpPr/>
          <p:nvPr/>
        </p:nvSpPr>
        <p:spPr>
          <a:xfrm>
            <a:off x="34015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6" name="Shape 2194"/>
          <p:cNvSpPr/>
          <p:nvPr/>
        </p:nvSpPr>
        <p:spPr>
          <a:xfrm>
            <a:off x="35112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7" name="Shape 2195"/>
          <p:cNvSpPr/>
          <p:nvPr/>
        </p:nvSpPr>
        <p:spPr>
          <a:xfrm>
            <a:off x="36210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8" name="Shape 2196"/>
          <p:cNvSpPr/>
          <p:nvPr/>
        </p:nvSpPr>
        <p:spPr>
          <a:xfrm>
            <a:off x="37307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9" name="Shape 2197"/>
          <p:cNvSpPr/>
          <p:nvPr/>
        </p:nvSpPr>
        <p:spPr>
          <a:xfrm>
            <a:off x="38404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0" name="Shape 2198"/>
          <p:cNvSpPr/>
          <p:nvPr/>
        </p:nvSpPr>
        <p:spPr>
          <a:xfrm>
            <a:off x="39502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1" name="Shape 2199"/>
          <p:cNvSpPr/>
          <p:nvPr/>
        </p:nvSpPr>
        <p:spPr>
          <a:xfrm>
            <a:off x="40599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2" name="Shape 2200"/>
          <p:cNvSpPr/>
          <p:nvPr/>
        </p:nvSpPr>
        <p:spPr>
          <a:xfrm>
            <a:off x="41696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3" name="Shape 2201"/>
          <p:cNvSpPr/>
          <p:nvPr/>
        </p:nvSpPr>
        <p:spPr>
          <a:xfrm>
            <a:off x="42793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4" name="Shape 2202"/>
          <p:cNvSpPr/>
          <p:nvPr/>
        </p:nvSpPr>
        <p:spPr>
          <a:xfrm>
            <a:off x="43891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5" name="Shape 2203"/>
          <p:cNvSpPr/>
          <p:nvPr/>
        </p:nvSpPr>
        <p:spPr>
          <a:xfrm>
            <a:off x="44988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6" name="Shape 2204"/>
          <p:cNvSpPr/>
          <p:nvPr/>
        </p:nvSpPr>
        <p:spPr>
          <a:xfrm>
            <a:off x="46085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7" name="Shape 2205"/>
          <p:cNvSpPr/>
          <p:nvPr/>
        </p:nvSpPr>
        <p:spPr>
          <a:xfrm>
            <a:off x="47183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8" name="Shape 2206"/>
          <p:cNvSpPr/>
          <p:nvPr/>
        </p:nvSpPr>
        <p:spPr>
          <a:xfrm>
            <a:off x="48280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9" name="Shape 2207"/>
          <p:cNvSpPr/>
          <p:nvPr/>
        </p:nvSpPr>
        <p:spPr>
          <a:xfrm>
            <a:off x="49377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0" name="Shape 2208"/>
          <p:cNvSpPr/>
          <p:nvPr/>
        </p:nvSpPr>
        <p:spPr>
          <a:xfrm>
            <a:off x="50474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1" name="Shape 2209"/>
          <p:cNvSpPr/>
          <p:nvPr/>
        </p:nvSpPr>
        <p:spPr>
          <a:xfrm>
            <a:off x="51572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2" name="Shape 2210"/>
          <p:cNvSpPr/>
          <p:nvPr/>
        </p:nvSpPr>
        <p:spPr>
          <a:xfrm>
            <a:off x="52669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3" name="Shape 2211"/>
          <p:cNvSpPr/>
          <p:nvPr/>
        </p:nvSpPr>
        <p:spPr>
          <a:xfrm>
            <a:off x="53766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4" name="Shape 2212"/>
          <p:cNvSpPr/>
          <p:nvPr/>
        </p:nvSpPr>
        <p:spPr>
          <a:xfrm>
            <a:off x="54864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5" name="Shape 2213"/>
          <p:cNvSpPr/>
          <p:nvPr/>
        </p:nvSpPr>
        <p:spPr>
          <a:xfrm>
            <a:off x="55961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6" name="Shape 2214"/>
          <p:cNvSpPr/>
          <p:nvPr/>
        </p:nvSpPr>
        <p:spPr>
          <a:xfrm>
            <a:off x="57058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7" name="Shape 2215"/>
          <p:cNvSpPr/>
          <p:nvPr/>
        </p:nvSpPr>
        <p:spPr>
          <a:xfrm>
            <a:off x="58155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8" name="Shape 2216"/>
          <p:cNvSpPr/>
          <p:nvPr/>
        </p:nvSpPr>
        <p:spPr>
          <a:xfrm>
            <a:off x="59253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9" name="Shape 2217"/>
          <p:cNvSpPr/>
          <p:nvPr/>
        </p:nvSpPr>
        <p:spPr>
          <a:xfrm>
            <a:off x="60350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0" name="Shape 2218"/>
          <p:cNvSpPr/>
          <p:nvPr/>
        </p:nvSpPr>
        <p:spPr>
          <a:xfrm>
            <a:off x="61447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1" name="Shape 2219"/>
          <p:cNvSpPr/>
          <p:nvPr/>
        </p:nvSpPr>
        <p:spPr>
          <a:xfrm>
            <a:off x="62544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2" name="Shape 2220"/>
          <p:cNvSpPr/>
          <p:nvPr/>
        </p:nvSpPr>
        <p:spPr>
          <a:xfrm>
            <a:off x="63642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3" name="Shape 2221"/>
          <p:cNvSpPr/>
          <p:nvPr/>
        </p:nvSpPr>
        <p:spPr>
          <a:xfrm>
            <a:off x="64739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4" name="Shape 2222"/>
          <p:cNvSpPr/>
          <p:nvPr/>
        </p:nvSpPr>
        <p:spPr>
          <a:xfrm>
            <a:off x="65836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5" name="Shape 2223"/>
          <p:cNvSpPr/>
          <p:nvPr/>
        </p:nvSpPr>
        <p:spPr>
          <a:xfrm>
            <a:off x="66934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6" name="Shape 2224"/>
          <p:cNvSpPr/>
          <p:nvPr/>
        </p:nvSpPr>
        <p:spPr>
          <a:xfrm>
            <a:off x="68031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7" name="Shape 2225"/>
          <p:cNvSpPr/>
          <p:nvPr/>
        </p:nvSpPr>
        <p:spPr>
          <a:xfrm>
            <a:off x="69128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8" name="Shape 2226"/>
          <p:cNvSpPr/>
          <p:nvPr/>
        </p:nvSpPr>
        <p:spPr>
          <a:xfrm>
            <a:off x="70225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9" name="Shape 2227"/>
          <p:cNvSpPr/>
          <p:nvPr/>
        </p:nvSpPr>
        <p:spPr>
          <a:xfrm>
            <a:off x="71323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0" name="Shape 2228"/>
          <p:cNvSpPr/>
          <p:nvPr/>
        </p:nvSpPr>
        <p:spPr>
          <a:xfrm>
            <a:off x="72420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1" name="Shape 2229"/>
          <p:cNvSpPr/>
          <p:nvPr/>
        </p:nvSpPr>
        <p:spPr>
          <a:xfrm>
            <a:off x="73517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2" name="Shape 2230"/>
          <p:cNvSpPr/>
          <p:nvPr/>
        </p:nvSpPr>
        <p:spPr>
          <a:xfrm>
            <a:off x="74615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3" name="Shape 2231"/>
          <p:cNvSpPr/>
          <p:nvPr/>
        </p:nvSpPr>
        <p:spPr>
          <a:xfrm>
            <a:off x="75712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4" name="Shape 2232"/>
          <p:cNvSpPr/>
          <p:nvPr/>
        </p:nvSpPr>
        <p:spPr>
          <a:xfrm>
            <a:off x="76809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5" name="Shape 2233"/>
          <p:cNvSpPr/>
          <p:nvPr/>
        </p:nvSpPr>
        <p:spPr>
          <a:xfrm>
            <a:off x="77906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6" name="Shape 2234"/>
          <p:cNvSpPr/>
          <p:nvPr/>
        </p:nvSpPr>
        <p:spPr>
          <a:xfrm>
            <a:off x="79004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7" name="Shape 2235"/>
          <p:cNvSpPr/>
          <p:nvPr/>
        </p:nvSpPr>
        <p:spPr>
          <a:xfrm>
            <a:off x="80101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8" name="Shape 2236"/>
          <p:cNvSpPr/>
          <p:nvPr/>
        </p:nvSpPr>
        <p:spPr>
          <a:xfrm>
            <a:off x="81198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9" name="Shape 2237"/>
          <p:cNvSpPr/>
          <p:nvPr/>
        </p:nvSpPr>
        <p:spPr>
          <a:xfrm>
            <a:off x="82296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0" name="Shape 2238"/>
          <p:cNvSpPr/>
          <p:nvPr/>
        </p:nvSpPr>
        <p:spPr>
          <a:xfrm>
            <a:off x="83393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1" name="Shape 2239"/>
          <p:cNvSpPr/>
          <p:nvPr/>
        </p:nvSpPr>
        <p:spPr>
          <a:xfrm>
            <a:off x="84490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2" name="Shape 2240"/>
          <p:cNvSpPr/>
          <p:nvPr/>
        </p:nvSpPr>
        <p:spPr>
          <a:xfrm>
            <a:off x="85587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3" name="Shape 2241"/>
          <p:cNvSpPr/>
          <p:nvPr/>
        </p:nvSpPr>
        <p:spPr>
          <a:xfrm>
            <a:off x="86685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4" name="Shape 2242"/>
          <p:cNvSpPr/>
          <p:nvPr/>
        </p:nvSpPr>
        <p:spPr>
          <a:xfrm>
            <a:off x="87782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5" name="Shape 2243"/>
          <p:cNvSpPr/>
          <p:nvPr/>
        </p:nvSpPr>
        <p:spPr>
          <a:xfrm>
            <a:off x="88879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6" name="Shape 2244"/>
          <p:cNvSpPr/>
          <p:nvPr/>
        </p:nvSpPr>
        <p:spPr>
          <a:xfrm>
            <a:off x="89976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7" name="Shape 2245"/>
          <p:cNvSpPr/>
          <p:nvPr/>
        </p:nvSpPr>
        <p:spPr>
          <a:xfrm>
            <a:off x="91074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8" name="Shape 2246"/>
          <p:cNvSpPr/>
          <p:nvPr/>
        </p:nvSpPr>
        <p:spPr>
          <a:xfrm>
            <a:off x="92171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9" name="Shape 2247"/>
          <p:cNvSpPr/>
          <p:nvPr/>
        </p:nvSpPr>
        <p:spPr>
          <a:xfrm>
            <a:off x="93268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0" name="Shape 2248"/>
          <p:cNvSpPr/>
          <p:nvPr/>
        </p:nvSpPr>
        <p:spPr>
          <a:xfrm>
            <a:off x="94366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1" name="Shape 2249"/>
          <p:cNvSpPr/>
          <p:nvPr/>
        </p:nvSpPr>
        <p:spPr>
          <a:xfrm>
            <a:off x="95463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2" name="Shape 2250"/>
          <p:cNvSpPr/>
          <p:nvPr/>
        </p:nvSpPr>
        <p:spPr>
          <a:xfrm>
            <a:off x="96560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3" name="Shape 2251"/>
          <p:cNvSpPr/>
          <p:nvPr/>
        </p:nvSpPr>
        <p:spPr>
          <a:xfrm>
            <a:off x="97657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4" name="Shape 2252"/>
          <p:cNvSpPr/>
          <p:nvPr/>
        </p:nvSpPr>
        <p:spPr>
          <a:xfrm>
            <a:off x="98755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5" name="Shape 2253"/>
          <p:cNvSpPr/>
          <p:nvPr/>
        </p:nvSpPr>
        <p:spPr>
          <a:xfrm>
            <a:off x="99852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6" name="Shape 2254"/>
          <p:cNvSpPr/>
          <p:nvPr/>
        </p:nvSpPr>
        <p:spPr>
          <a:xfrm>
            <a:off x="100949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7" name="Shape 2255"/>
          <p:cNvSpPr/>
          <p:nvPr/>
        </p:nvSpPr>
        <p:spPr>
          <a:xfrm>
            <a:off x="102047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8" name="Shape 2256"/>
          <p:cNvSpPr/>
          <p:nvPr/>
        </p:nvSpPr>
        <p:spPr>
          <a:xfrm>
            <a:off x="103144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9" name="Shape 2257"/>
          <p:cNvSpPr/>
          <p:nvPr/>
        </p:nvSpPr>
        <p:spPr>
          <a:xfrm>
            <a:off x="104241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0" name="Shape 2258"/>
          <p:cNvSpPr/>
          <p:nvPr/>
        </p:nvSpPr>
        <p:spPr>
          <a:xfrm>
            <a:off x="105338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1" name="Shape 2259"/>
          <p:cNvSpPr/>
          <p:nvPr/>
        </p:nvSpPr>
        <p:spPr>
          <a:xfrm>
            <a:off x="106436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2" name="Shape 2260"/>
          <p:cNvSpPr/>
          <p:nvPr/>
        </p:nvSpPr>
        <p:spPr>
          <a:xfrm>
            <a:off x="107533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3" name="Shape 2261"/>
          <p:cNvSpPr/>
          <p:nvPr/>
        </p:nvSpPr>
        <p:spPr>
          <a:xfrm>
            <a:off x="108630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4" name="Shape 2262"/>
          <p:cNvSpPr/>
          <p:nvPr/>
        </p:nvSpPr>
        <p:spPr>
          <a:xfrm>
            <a:off x="109728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5" name="Shape 2263"/>
          <p:cNvSpPr/>
          <p:nvPr/>
        </p:nvSpPr>
        <p:spPr>
          <a:xfrm>
            <a:off x="110825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6" name="Shape 2264"/>
          <p:cNvSpPr/>
          <p:nvPr/>
        </p:nvSpPr>
        <p:spPr>
          <a:xfrm>
            <a:off x="111922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7" name="Shape 2265"/>
          <p:cNvSpPr/>
          <p:nvPr/>
        </p:nvSpPr>
        <p:spPr>
          <a:xfrm>
            <a:off x="113019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8" name="Shape 2266"/>
          <p:cNvSpPr/>
          <p:nvPr/>
        </p:nvSpPr>
        <p:spPr>
          <a:xfrm>
            <a:off x="114117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9" name="Shape 2267"/>
          <p:cNvSpPr/>
          <p:nvPr/>
        </p:nvSpPr>
        <p:spPr>
          <a:xfrm>
            <a:off x="115214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0" name="Shape 2268"/>
          <p:cNvSpPr/>
          <p:nvPr/>
        </p:nvSpPr>
        <p:spPr>
          <a:xfrm>
            <a:off x="116311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1" name="Shape 2269"/>
          <p:cNvSpPr/>
          <p:nvPr/>
        </p:nvSpPr>
        <p:spPr>
          <a:xfrm>
            <a:off x="117408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2" name="Shape 2270"/>
          <p:cNvSpPr/>
          <p:nvPr/>
        </p:nvSpPr>
        <p:spPr>
          <a:xfrm>
            <a:off x="548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3" name="Shape 2271"/>
          <p:cNvSpPr/>
          <p:nvPr/>
        </p:nvSpPr>
        <p:spPr>
          <a:xfrm>
            <a:off x="1645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4" name="Shape 2272"/>
          <p:cNvSpPr/>
          <p:nvPr/>
        </p:nvSpPr>
        <p:spPr>
          <a:xfrm>
            <a:off x="2743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5" name="Shape 2273"/>
          <p:cNvSpPr/>
          <p:nvPr/>
        </p:nvSpPr>
        <p:spPr>
          <a:xfrm>
            <a:off x="3840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6" name="Shape 2274"/>
          <p:cNvSpPr/>
          <p:nvPr/>
        </p:nvSpPr>
        <p:spPr>
          <a:xfrm>
            <a:off x="4937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7" name="Shape 2275"/>
          <p:cNvSpPr/>
          <p:nvPr/>
        </p:nvSpPr>
        <p:spPr>
          <a:xfrm>
            <a:off x="6035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8" name="Shape 2276"/>
          <p:cNvSpPr/>
          <p:nvPr/>
        </p:nvSpPr>
        <p:spPr>
          <a:xfrm>
            <a:off x="7132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9" name="Shape 2277"/>
          <p:cNvSpPr/>
          <p:nvPr/>
        </p:nvSpPr>
        <p:spPr>
          <a:xfrm>
            <a:off x="8229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0" name="Shape 2278"/>
          <p:cNvSpPr/>
          <p:nvPr/>
        </p:nvSpPr>
        <p:spPr>
          <a:xfrm>
            <a:off x="9326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1" name="Shape 2279"/>
          <p:cNvSpPr/>
          <p:nvPr/>
        </p:nvSpPr>
        <p:spPr>
          <a:xfrm>
            <a:off x="10424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2" name="Shape 2280"/>
          <p:cNvSpPr/>
          <p:nvPr/>
        </p:nvSpPr>
        <p:spPr>
          <a:xfrm>
            <a:off x="11521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3" name="Shape 2281"/>
          <p:cNvSpPr/>
          <p:nvPr/>
        </p:nvSpPr>
        <p:spPr>
          <a:xfrm>
            <a:off x="12618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4" name="Shape 2282"/>
          <p:cNvSpPr/>
          <p:nvPr/>
        </p:nvSpPr>
        <p:spPr>
          <a:xfrm>
            <a:off x="13716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5" name="Shape 2283"/>
          <p:cNvSpPr/>
          <p:nvPr/>
        </p:nvSpPr>
        <p:spPr>
          <a:xfrm>
            <a:off x="14813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6" name="Shape 2284"/>
          <p:cNvSpPr/>
          <p:nvPr/>
        </p:nvSpPr>
        <p:spPr>
          <a:xfrm>
            <a:off x="15910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7" name="Shape 2285"/>
          <p:cNvSpPr/>
          <p:nvPr/>
        </p:nvSpPr>
        <p:spPr>
          <a:xfrm>
            <a:off x="17007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8" name="Shape 2286"/>
          <p:cNvSpPr/>
          <p:nvPr/>
        </p:nvSpPr>
        <p:spPr>
          <a:xfrm>
            <a:off x="18105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9" name="Shape 2287"/>
          <p:cNvSpPr/>
          <p:nvPr/>
        </p:nvSpPr>
        <p:spPr>
          <a:xfrm>
            <a:off x="19202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0" name="Shape 2288"/>
          <p:cNvSpPr/>
          <p:nvPr/>
        </p:nvSpPr>
        <p:spPr>
          <a:xfrm>
            <a:off x="20299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1" name="Shape 2289"/>
          <p:cNvSpPr/>
          <p:nvPr/>
        </p:nvSpPr>
        <p:spPr>
          <a:xfrm>
            <a:off x="21396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2" name="Shape 2290"/>
          <p:cNvSpPr/>
          <p:nvPr/>
        </p:nvSpPr>
        <p:spPr>
          <a:xfrm>
            <a:off x="22494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3" name="Shape 2291"/>
          <p:cNvSpPr/>
          <p:nvPr/>
        </p:nvSpPr>
        <p:spPr>
          <a:xfrm>
            <a:off x="23591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4" name="Shape 2292"/>
          <p:cNvSpPr/>
          <p:nvPr/>
        </p:nvSpPr>
        <p:spPr>
          <a:xfrm>
            <a:off x="24688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5" name="Shape 2293"/>
          <p:cNvSpPr/>
          <p:nvPr/>
        </p:nvSpPr>
        <p:spPr>
          <a:xfrm>
            <a:off x="25786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6" name="Shape 2294"/>
          <p:cNvSpPr/>
          <p:nvPr/>
        </p:nvSpPr>
        <p:spPr>
          <a:xfrm>
            <a:off x="26883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7" name="Shape 2295"/>
          <p:cNvSpPr/>
          <p:nvPr/>
        </p:nvSpPr>
        <p:spPr>
          <a:xfrm>
            <a:off x="27980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8" name="Shape 2296"/>
          <p:cNvSpPr/>
          <p:nvPr/>
        </p:nvSpPr>
        <p:spPr>
          <a:xfrm>
            <a:off x="29077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9" name="Shape 2297"/>
          <p:cNvSpPr/>
          <p:nvPr/>
        </p:nvSpPr>
        <p:spPr>
          <a:xfrm>
            <a:off x="30175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0" name="Shape 2298"/>
          <p:cNvSpPr/>
          <p:nvPr/>
        </p:nvSpPr>
        <p:spPr>
          <a:xfrm>
            <a:off x="31272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1" name="Shape 2299"/>
          <p:cNvSpPr/>
          <p:nvPr/>
        </p:nvSpPr>
        <p:spPr>
          <a:xfrm>
            <a:off x="32369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2" name="Shape 2300"/>
          <p:cNvSpPr/>
          <p:nvPr/>
        </p:nvSpPr>
        <p:spPr>
          <a:xfrm>
            <a:off x="33467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3" name="Shape 2301"/>
          <p:cNvSpPr/>
          <p:nvPr/>
        </p:nvSpPr>
        <p:spPr>
          <a:xfrm>
            <a:off x="34564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4" name="Shape 2302"/>
          <p:cNvSpPr/>
          <p:nvPr/>
        </p:nvSpPr>
        <p:spPr>
          <a:xfrm>
            <a:off x="35661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5" name="Shape 2303"/>
          <p:cNvSpPr/>
          <p:nvPr/>
        </p:nvSpPr>
        <p:spPr>
          <a:xfrm>
            <a:off x="36758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6" name="Shape 2304"/>
          <p:cNvSpPr/>
          <p:nvPr/>
        </p:nvSpPr>
        <p:spPr>
          <a:xfrm>
            <a:off x="37856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7" name="Shape 2305"/>
          <p:cNvSpPr/>
          <p:nvPr/>
        </p:nvSpPr>
        <p:spPr>
          <a:xfrm>
            <a:off x="38953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8" name="Shape 2306"/>
          <p:cNvSpPr/>
          <p:nvPr/>
        </p:nvSpPr>
        <p:spPr>
          <a:xfrm>
            <a:off x="40050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9" name="Shape 2307"/>
          <p:cNvSpPr/>
          <p:nvPr/>
        </p:nvSpPr>
        <p:spPr>
          <a:xfrm>
            <a:off x="41148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0" name="Shape 2308"/>
          <p:cNvSpPr/>
          <p:nvPr/>
        </p:nvSpPr>
        <p:spPr>
          <a:xfrm>
            <a:off x="42245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1" name="Shape 2309"/>
          <p:cNvSpPr/>
          <p:nvPr/>
        </p:nvSpPr>
        <p:spPr>
          <a:xfrm>
            <a:off x="43342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2" name="Shape 2310"/>
          <p:cNvSpPr/>
          <p:nvPr/>
        </p:nvSpPr>
        <p:spPr>
          <a:xfrm>
            <a:off x="44439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3" name="Shape 2311"/>
          <p:cNvSpPr/>
          <p:nvPr/>
        </p:nvSpPr>
        <p:spPr>
          <a:xfrm>
            <a:off x="45537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4" name="Shape 2312"/>
          <p:cNvSpPr/>
          <p:nvPr/>
        </p:nvSpPr>
        <p:spPr>
          <a:xfrm>
            <a:off x="46634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5" name="Shape 2313"/>
          <p:cNvSpPr/>
          <p:nvPr/>
        </p:nvSpPr>
        <p:spPr>
          <a:xfrm>
            <a:off x="47731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6" name="Shape 2314"/>
          <p:cNvSpPr/>
          <p:nvPr/>
        </p:nvSpPr>
        <p:spPr>
          <a:xfrm>
            <a:off x="48828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7" name="Shape 2315"/>
          <p:cNvSpPr/>
          <p:nvPr/>
        </p:nvSpPr>
        <p:spPr>
          <a:xfrm>
            <a:off x="49926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8" name="Shape 2316"/>
          <p:cNvSpPr/>
          <p:nvPr/>
        </p:nvSpPr>
        <p:spPr>
          <a:xfrm>
            <a:off x="51023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9" name="Shape 2317"/>
          <p:cNvSpPr/>
          <p:nvPr/>
        </p:nvSpPr>
        <p:spPr>
          <a:xfrm>
            <a:off x="52120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0" name="Shape 2318"/>
          <p:cNvSpPr/>
          <p:nvPr/>
        </p:nvSpPr>
        <p:spPr>
          <a:xfrm>
            <a:off x="53218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1" name="Shape 2319"/>
          <p:cNvSpPr/>
          <p:nvPr/>
        </p:nvSpPr>
        <p:spPr>
          <a:xfrm>
            <a:off x="54315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2" name="Shape 2320"/>
          <p:cNvSpPr/>
          <p:nvPr/>
        </p:nvSpPr>
        <p:spPr>
          <a:xfrm>
            <a:off x="55412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3" name="Shape 2321"/>
          <p:cNvSpPr/>
          <p:nvPr/>
        </p:nvSpPr>
        <p:spPr>
          <a:xfrm>
            <a:off x="56509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4" name="Shape 2322"/>
          <p:cNvSpPr/>
          <p:nvPr/>
        </p:nvSpPr>
        <p:spPr>
          <a:xfrm>
            <a:off x="57607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5" name="Shape 2323"/>
          <p:cNvSpPr/>
          <p:nvPr/>
        </p:nvSpPr>
        <p:spPr>
          <a:xfrm>
            <a:off x="58704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6" name="Shape 2324"/>
          <p:cNvSpPr/>
          <p:nvPr/>
        </p:nvSpPr>
        <p:spPr>
          <a:xfrm>
            <a:off x="59801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7" name="Shape 2325"/>
          <p:cNvSpPr/>
          <p:nvPr/>
        </p:nvSpPr>
        <p:spPr>
          <a:xfrm>
            <a:off x="60899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8" name="Shape 2326"/>
          <p:cNvSpPr/>
          <p:nvPr/>
        </p:nvSpPr>
        <p:spPr>
          <a:xfrm>
            <a:off x="61996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9" name="Shape 2327"/>
          <p:cNvSpPr/>
          <p:nvPr/>
        </p:nvSpPr>
        <p:spPr>
          <a:xfrm>
            <a:off x="63093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0" name="Shape 2328"/>
          <p:cNvSpPr/>
          <p:nvPr/>
        </p:nvSpPr>
        <p:spPr>
          <a:xfrm>
            <a:off x="64190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1" name="Shape 2329"/>
          <p:cNvSpPr/>
          <p:nvPr/>
        </p:nvSpPr>
        <p:spPr>
          <a:xfrm>
            <a:off x="65288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2" name="Shape 2330"/>
          <p:cNvSpPr/>
          <p:nvPr/>
        </p:nvSpPr>
        <p:spPr>
          <a:xfrm>
            <a:off x="66385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3" name="Shape 2331"/>
          <p:cNvSpPr/>
          <p:nvPr/>
        </p:nvSpPr>
        <p:spPr>
          <a:xfrm>
            <a:off x="67482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4" name="Shape 2332"/>
          <p:cNvSpPr/>
          <p:nvPr/>
        </p:nvSpPr>
        <p:spPr>
          <a:xfrm>
            <a:off x="68580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5" name="Shape 2333"/>
          <p:cNvSpPr/>
          <p:nvPr/>
        </p:nvSpPr>
        <p:spPr>
          <a:xfrm>
            <a:off x="69677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6" name="Shape 2334"/>
          <p:cNvSpPr/>
          <p:nvPr/>
        </p:nvSpPr>
        <p:spPr>
          <a:xfrm>
            <a:off x="70774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7" name="Shape 2335"/>
          <p:cNvSpPr/>
          <p:nvPr/>
        </p:nvSpPr>
        <p:spPr>
          <a:xfrm>
            <a:off x="71871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8" name="Shape 2336"/>
          <p:cNvSpPr/>
          <p:nvPr/>
        </p:nvSpPr>
        <p:spPr>
          <a:xfrm>
            <a:off x="72969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9" name="Shape 2337"/>
          <p:cNvSpPr/>
          <p:nvPr/>
        </p:nvSpPr>
        <p:spPr>
          <a:xfrm>
            <a:off x="74066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0" name="Shape 2338"/>
          <p:cNvSpPr/>
          <p:nvPr/>
        </p:nvSpPr>
        <p:spPr>
          <a:xfrm>
            <a:off x="75163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1" name="Shape 2339"/>
          <p:cNvSpPr/>
          <p:nvPr/>
        </p:nvSpPr>
        <p:spPr>
          <a:xfrm>
            <a:off x="76260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2" name="Shape 2340"/>
          <p:cNvSpPr/>
          <p:nvPr/>
        </p:nvSpPr>
        <p:spPr>
          <a:xfrm>
            <a:off x="77358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3" name="Shape 2341"/>
          <p:cNvSpPr/>
          <p:nvPr/>
        </p:nvSpPr>
        <p:spPr>
          <a:xfrm>
            <a:off x="78455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4" name="Shape 2342"/>
          <p:cNvSpPr/>
          <p:nvPr/>
        </p:nvSpPr>
        <p:spPr>
          <a:xfrm>
            <a:off x="79552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5" name="Shape 2343"/>
          <p:cNvSpPr/>
          <p:nvPr/>
        </p:nvSpPr>
        <p:spPr>
          <a:xfrm>
            <a:off x="80650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6" name="Shape 2344"/>
          <p:cNvSpPr/>
          <p:nvPr/>
        </p:nvSpPr>
        <p:spPr>
          <a:xfrm>
            <a:off x="81747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7" name="Shape 2345"/>
          <p:cNvSpPr/>
          <p:nvPr/>
        </p:nvSpPr>
        <p:spPr>
          <a:xfrm>
            <a:off x="82844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8" name="Shape 2346"/>
          <p:cNvSpPr/>
          <p:nvPr/>
        </p:nvSpPr>
        <p:spPr>
          <a:xfrm>
            <a:off x="83941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9" name="Shape 2347"/>
          <p:cNvSpPr/>
          <p:nvPr/>
        </p:nvSpPr>
        <p:spPr>
          <a:xfrm>
            <a:off x="85039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0" name="Shape 2348"/>
          <p:cNvSpPr/>
          <p:nvPr/>
        </p:nvSpPr>
        <p:spPr>
          <a:xfrm>
            <a:off x="86136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1" name="Shape 2349"/>
          <p:cNvSpPr/>
          <p:nvPr/>
        </p:nvSpPr>
        <p:spPr>
          <a:xfrm>
            <a:off x="87233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2" name="Shape 2350"/>
          <p:cNvSpPr/>
          <p:nvPr/>
        </p:nvSpPr>
        <p:spPr>
          <a:xfrm>
            <a:off x="88331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3" name="Shape 2351"/>
          <p:cNvSpPr/>
          <p:nvPr/>
        </p:nvSpPr>
        <p:spPr>
          <a:xfrm>
            <a:off x="89428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4" name="Shape 2352"/>
          <p:cNvSpPr/>
          <p:nvPr/>
        </p:nvSpPr>
        <p:spPr>
          <a:xfrm>
            <a:off x="90525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5" name="Shape 2353"/>
          <p:cNvSpPr/>
          <p:nvPr/>
        </p:nvSpPr>
        <p:spPr>
          <a:xfrm>
            <a:off x="91622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6" name="Shape 2354"/>
          <p:cNvSpPr/>
          <p:nvPr/>
        </p:nvSpPr>
        <p:spPr>
          <a:xfrm>
            <a:off x="92720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7" name="Shape 2355"/>
          <p:cNvSpPr/>
          <p:nvPr/>
        </p:nvSpPr>
        <p:spPr>
          <a:xfrm>
            <a:off x="93817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8" name="Shape 2356"/>
          <p:cNvSpPr/>
          <p:nvPr/>
        </p:nvSpPr>
        <p:spPr>
          <a:xfrm>
            <a:off x="94914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9" name="Shape 2357"/>
          <p:cNvSpPr/>
          <p:nvPr/>
        </p:nvSpPr>
        <p:spPr>
          <a:xfrm>
            <a:off x="96012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0" name="Shape 2358"/>
          <p:cNvSpPr/>
          <p:nvPr/>
        </p:nvSpPr>
        <p:spPr>
          <a:xfrm>
            <a:off x="97109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1" name="Shape 2359"/>
          <p:cNvSpPr/>
          <p:nvPr/>
        </p:nvSpPr>
        <p:spPr>
          <a:xfrm>
            <a:off x="98206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2" name="Shape 2360"/>
          <p:cNvSpPr/>
          <p:nvPr/>
        </p:nvSpPr>
        <p:spPr>
          <a:xfrm>
            <a:off x="99303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3" name="Shape 2361"/>
          <p:cNvSpPr/>
          <p:nvPr/>
        </p:nvSpPr>
        <p:spPr>
          <a:xfrm>
            <a:off x="100401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4" name="Shape 2362"/>
          <p:cNvSpPr/>
          <p:nvPr/>
        </p:nvSpPr>
        <p:spPr>
          <a:xfrm>
            <a:off x="101498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5" name="Shape 2363"/>
          <p:cNvSpPr/>
          <p:nvPr/>
        </p:nvSpPr>
        <p:spPr>
          <a:xfrm>
            <a:off x="102595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6" name="Shape 2364"/>
          <p:cNvSpPr/>
          <p:nvPr/>
        </p:nvSpPr>
        <p:spPr>
          <a:xfrm>
            <a:off x="103692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7" name="Shape 2365"/>
          <p:cNvSpPr/>
          <p:nvPr/>
        </p:nvSpPr>
        <p:spPr>
          <a:xfrm>
            <a:off x="104790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8" name="Shape 2366"/>
          <p:cNvSpPr/>
          <p:nvPr/>
        </p:nvSpPr>
        <p:spPr>
          <a:xfrm>
            <a:off x="105887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9" name="Shape 2367"/>
          <p:cNvSpPr/>
          <p:nvPr/>
        </p:nvSpPr>
        <p:spPr>
          <a:xfrm>
            <a:off x="106984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0" name="Shape 2368"/>
          <p:cNvSpPr/>
          <p:nvPr/>
        </p:nvSpPr>
        <p:spPr>
          <a:xfrm>
            <a:off x="108082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1" name="Shape 2369"/>
          <p:cNvSpPr/>
          <p:nvPr/>
        </p:nvSpPr>
        <p:spPr>
          <a:xfrm>
            <a:off x="109179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2" name="Shape 2370"/>
          <p:cNvSpPr/>
          <p:nvPr/>
        </p:nvSpPr>
        <p:spPr>
          <a:xfrm>
            <a:off x="110276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3" name="Shape 2371"/>
          <p:cNvSpPr/>
          <p:nvPr/>
        </p:nvSpPr>
        <p:spPr>
          <a:xfrm>
            <a:off x="111373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4" name="Shape 2372"/>
          <p:cNvSpPr/>
          <p:nvPr/>
        </p:nvSpPr>
        <p:spPr>
          <a:xfrm>
            <a:off x="112471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5" name="Shape 2373"/>
          <p:cNvSpPr/>
          <p:nvPr/>
        </p:nvSpPr>
        <p:spPr>
          <a:xfrm>
            <a:off x="113568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6" name="Shape 2374"/>
          <p:cNvSpPr/>
          <p:nvPr/>
        </p:nvSpPr>
        <p:spPr>
          <a:xfrm>
            <a:off x="114665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7" name="Shape 2375"/>
          <p:cNvSpPr/>
          <p:nvPr/>
        </p:nvSpPr>
        <p:spPr>
          <a:xfrm>
            <a:off x="115763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8" name="Shape 2376"/>
          <p:cNvSpPr/>
          <p:nvPr/>
        </p:nvSpPr>
        <p:spPr>
          <a:xfrm>
            <a:off x="116860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9" name="Shape 2377"/>
          <p:cNvSpPr/>
          <p:nvPr/>
        </p:nvSpPr>
        <p:spPr>
          <a:xfrm>
            <a:off x="117957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0" name="Shape 2378"/>
          <p:cNvSpPr/>
          <p:nvPr/>
        </p:nvSpPr>
        <p:spPr>
          <a:xfrm>
            <a:off x="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1" name="Shape 2379"/>
          <p:cNvSpPr/>
          <p:nvPr/>
        </p:nvSpPr>
        <p:spPr>
          <a:xfrm>
            <a:off x="1097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2" name="Shape 2380"/>
          <p:cNvSpPr/>
          <p:nvPr/>
        </p:nvSpPr>
        <p:spPr>
          <a:xfrm>
            <a:off x="2194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3" name="Shape 2381"/>
          <p:cNvSpPr/>
          <p:nvPr/>
        </p:nvSpPr>
        <p:spPr>
          <a:xfrm>
            <a:off x="3291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4" name="Shape 2382"/>
          <p:cNvSpPr/>
          <p:nvPr/>
        </p:nvSpPr>
        <p:spPr>
          <a:xfrm>
            <a:off x="4389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5" name="Shape 2383"/>
          <p:cNvSpPr/>
          <p:nvPr/>
        </p:nvSpPr>
        <p:spPr>
          <a:xfrm>
            <a:off x="5486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6" name="Shape 2384"/>
          <p:cNvSpPr/>
          <p:nvPr/>
        </p:nvSpPr>
        <p:spPr>
          <a:xfrm>
            <a:off x="6583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7" name="Shape 2385"/>
          <p:cNvSpPr/>
          <p:nvPr/>
        </p:nvSpPr>
        <p:spPr>
          <a:xfrm>
            <a:off x="7680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8" name="Shape 2386"/>
          <p:cNvSpPr/>
          <p:nvPr/>
        </p:nvSpPr>
        <p:spPr>
          <a:xfrm>
            <a:off x="8778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9" name="Shape 2387"/>
          <p:cNvSpPr/>
          <p:nvPr/>
        </p:nvSpPr>
        <p:spPr>
          <a:xfrm>
            <a:off x="9875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0" name="Shape 2388"/>
          <p:cNvSpPr/>
          <p:nvPr/>
        </p:nvSpPr>
        <p:spPr>
          <a:xfrm>
            <a:off x="10972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1" name="Shape 2389"/>
          <p:cNvSpPr/>
          <p:nvPr/>
        </p:nvSpPr>
        <p:spPr>
          <a:xfrm>
            <a:off x="12070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2" name="Shape 2390"/>
          <p:cNvSpPr/>
          <p:nvPr/>
        </p:nvSpPr>
        <p:spPr>
          <a:xfrm>
            <a:off x="13167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3" name="Shape 2391"/>
          <p:cNvSpPr/>
          <p:nvPr/>
        </p:nvSpPr>
        <p:spPr>
          <a:xfrm>
            <a:off x="14264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4" name="Shape 2392"/>
          <p:cNvSpPr/>
          <p:nvPr/>
        </p:nvSpPr>
        <p:spPr>
          <a:xfrm>
            <a:off x="15361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5" name="Shape 2393"/>
          <p:cNvSpPr/>
          <p:nvPr/>
        </p:nvSpPr>
        <p:spPr>
          <a:xfrm>
            <a:off x="16459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6" name="Shape 2394"/>
          <p:cNvSpPr/>
          <p:nvPr/>
        </p:nvSpPr>
        <p:spPr>
          <a:xfrm>
            <a:off x="17556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7" name="Shape 2395"/>
          <p:cNvSpPr/>
          <p:nvPr/>
        </p:nvSpPr>
        <p:spPr>
          <a:xfrm>
            <a:off x="18653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8" name="Shape 2396"/>
          <p:cNvSpPr/>
          <p:nvPr/>
        </p:nvSpPr>
        <p:spPr>
          <a:xfrm>
            <a:off x="19751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9" name="Shape 2397"/>
          <p:cNvSpPr/>
          <p:nvPr/>
        </p:nvSpPr>
        <p:spPr>
          <a:xfrm>
            <a:off x="20848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0" name="Shape 2398"/>
          <p:cNvSpPr/>
          <p:nvPr/>
        </p:nvSpPr>
        <p:spPr>
          <a:xfrm>
            <a:off x="21945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1" name="Shape 2399"/>
          <p:cNvSpPr/>
          <p:nvPr/>
        </p:nvSpPr>
        <p:spPr>
          <a:xfrm>
            <a:off x="23042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2" name="Shape 2400"/>
          <p:cNvSpPr/>
          <p:nvPr/>
        </p:nvSpPr>
        <p:spPr>
          <a:xfrm>
            <a:off x="24140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3" name="Shape 2401"/>
          <p:cNvSpPr/>
          <p:nvPr/>
        </p:nvSpPr>
        <p:spPr>
          <a:xfrm>
            <a:off x="25237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4" name="Shape 2402"/>
          <p:cNvSpPr/>
          <p:nvPr/>
        </p:nvSpPr>
        <p:spPr>
          <a:xfrm>
            <a:off x="26334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5" name="Shape 2403"/>
          <p:cNvSpPr/>
          <p:nvPr/>
        </p:nvSpPr>
        <p:spPr>
          <a:xfrm>
            <a:off x="27432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6" name="Shape 2404"/>
          <p:cNvSpPr/>
          <p:nvPr/>
        </p:nvSpPr>
        <p:spPr>
          <a:xfrm>
            <a:off x="28529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7" name="Shape 2405"/>
          <p:cNvSpPr/>
          <p:nvPr/>
        </p:nvSpPr>
        <p:spPr>
          <a:xfrm>
            <a:off x="29626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8" name="Shape 2406"/>
          <p:cNvSpPr/>
          <p:nvPr/>
        </p:nvSpPr>
        <p:spPr>
          <a:xfrm>
            <a:off x="30723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9" name="Shape 2407"/>
          <p:cNvSpPr/>
          <p:nvPr/>
        </p:nvSpPr>
        <p:spPr>
          <a:xfrm>
            <a:off x="31821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0" name="Shape 2408"/>
          <p:cNvSpPr/>
          <p:nvPr/>
        </p:nvSpPr>
        <p:spPr>
          <a:xfrm>
            <a:off x="32918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1" name="Shape 2409"/>
          <p:cNvSpPr/>
          <p:nvPr/>
        </p:nvSpPr>
        <p:spPr>
          <a:xfrm>
            <a:off x="34015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2" name="Shape 2410"/>
          <p:cNvSpPr/>
          <p:nvPr/>
        </p:nvSpPr>
        <p:spPr>
          <a:xfrm>
            <a:off x="35112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3" name="Shape 2411"/>
          <p:cNvSpPr/>
          <p:nvPr/>
        </p:nvSpPr>
        <p:spPr>
          <a:xfrm>
            <a:off x="36210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4" name="Shape 2412"/>
          <p:cNvSpPr/>
          <p:nvPr/>
        </p:nvSpPr>
        <p:spPr>
          <a:xfrm>
            <a:off x="37307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5" name="Shape 2413"/>
          <p:cNvSpPr/>
          <p:nvPr/>
        </p:nvSpPr>
        <p:spPr>
          <a:xfrm>
            <a:off x="38404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6" name="Shape 2414"/>
          <p:cNvSpPr/>
          <p:nvPr/>
        </p:nvSpPr>
        <p:spPr>
          <a:xfrm>
            <a:off x="39502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7" name="Shape 2415"/>
          <p:cNvSpPr/>
          <p:nvPr/>
        </p:nvSpPr>
        <p:spPr>
          <a:xfrm>
            <a:off x="40599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8" name="Shape 2416"/>
          <p:cNvSpPr/>
          <p:nvPr/>
        </p:nvSpPr>
        <p:spPr>
          <a:xfrm>
            <a:off x="41696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9" name="Shape 2417"/>
          <p:cNvSpPr/>
          <p:nvPr/>
        </p:nvSpPr>
        <p:spPr>
          <a:xfrm>
            <a:off x="42793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0" name="Shape 2418"/>
          <p:cNvSpPr/>
          <p:nvPr/>
        </p:nvSpPr>
        <p:spPr>
          <a:xfrm>
            <a:off x="43891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1" name="Shape 2419"/>
          <p:cNvSpPr/>
          <p:nvPr/>
        </p:nvSpPr>
        <p:spPr>
          <a:xfrm>
            <a:off x="44988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2" name="Shape 2420"/>
          <p:cNvSpPr/>
          <p:nvPr/>
        </p:nvSpPr>
        <p:spPr>
          <a:xfrm>
            <a:off x="46085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3" name="Shape 2421"/>
          <p:cNvSpPr/>
          <p:nvPr/>
        </p:nvSpPr>
        <p:spPr>
          <a:xfrm>
            <a:off x="47183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4" name="Shape 2422"/>
          <p:cNvSpPr/>
          <p:nvPr/>
        </p:nvSpPr>
        <p:spPr>
          <a:xfrm>
            <a:off x="48280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5" name="Shape 2423"/>
          <p:cNvSpPr/>
          <p:nvPr/>
        </p:nvSpPr>
        <p:spPr>
          <a:xfrm>
            <a:off x="49377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6" name="Shape 2424"/>
          <p:cNvSpPr/>
          <p:nvPr/>
        </p:nvSpPr>
        <p:spPr>
          <a:xfrm>
            <a:off x="50474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7" name="Shape 2425"/>
          <p:cNvSpPr/>
          <p:nvPr/>
        </p:nvSpPr>
        <p:spPr>
          <a:xfrm>
            <a:off x="51572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8" name="Shape 2426"/>
          <p:cNvSpPr/>
          <p:nvPr/>
        </p:nvSpPr>
        <p:spPr>
          <a:xfrm>
            <a:off x="52669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9" name="Shape 2427"/>
          <p:cNvSpPr/>
          <p:nvPr/>
        </p:nvSpPr>
        <p:spPr>
          <a:xfrm>
            <a:off x="53766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0" name="Shape 2428"/>
          <p:cNvSpPr/>
          <p:nvPr/>
        </p:nvSpPr>
        <p:spPr>
          <a:xfrm>
            <a:off x="54864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1" name="Shape 2429"/>
          <p:cNvSpPr/>
          <p:nvPr/>
        </p:nvSpPr>
        <p:spPr>
          <a:xfrm>
            <a:off x="55961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2" name="Shape 2430"/>
          <p:cNvSpPr/>
          <p:nvPr/>
        </p:nvSpPr>
        <p:spPr>
          <a:xfrm>
            <a:off x="57058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3" name="Shape 2431"/>
          <p:cNvSpPr/>
          <p:nvPr/>
        </p:nvSpPr>
        <p:spPr>
          <a:xfrm>
            <a:off x="58155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4" name="Shape 2432"/>
          <p:cNvSpPr/>
          <p:nvPr/>
        </p:nvSpPr>
        <p:spPr>
          <a:xfrm>
            <a:off x="59253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5" name="Shape 2433"/>
          <p:cNvSpPr/>
          <p:nvPr/>
        </p:nvSpPr>
        <p:spPr>
          <a:xfrm>
            <a:off x="60350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6" name="Shape 2434"/>
          <p:cNvSpPr/>
          <p:nvPr/>
        </p:nvSpPr>
        <p:spPr>
          <a:xfrm>
            <a:off x="61447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7" name="Shape 2435"/>
          <p:cNvSpPr/>
          <p:nvPr/>
        </p:nvSpPr>
        <p:spPr>
          <a:xfrm>
            <a:off x="62544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8" name="Shape 2436"/>
          <p:cNvSpPr/>
          <p:nvPr/>
        </p:nvSpPr>
        <p:spPr>
          <a:xfrm>
            <a:off x="63642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9" name="Shape 2437"/>
          <p:cNvSpPr/>
          <p:nvPr/>
        </p:nvSpPr>
        <p:spPr>
          <a:xfrm>
            <a:off x="64739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0" name="Shape 2438"/>
          <p:cNvSpPr/>
          <p:nvPr/>
        </p:nvSpPr>
        <p:spPr>
          <a:xfrm>
            <a:off x="65836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1" name="Shape 2439"/>
          <p:cNvSpPr/>
          <p:nvPr/>
        </p:nvSpPr>
        <p:spPr>
          <a:xfrm>
            <a:off x="66934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2" name="Shape 2440"/>
          <p:cNvSpPr/>
          <p:nvPr/>
        </p:nvSpPr>
        <p:spPr>
          <a:xfrm>
            <a:off x="68031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3" name="Shape 2441"/>
          <p:cNvSpPr/>
          <p:nvPr/>
        </p:nvSpPr>
        <p:spPr>
          <a:xfrm>
            <a:off x="69128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4" name="Shape 2442"/>
          <p:cNvSpPr/>
          <p:nvPr/>
        </p:nvSpPr>
        <p:spPr>
          <a:xfrm>
            <a:off x="70225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5" name="Shape 2443"/>
          <p:cNvSpPr/>
          <p:nvPr/>
        </p:nvSpPr>
        <p:spPr>
          <a:xfrm>
            <a:off x="71323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6" name="Shape 2444"/>
          <p:cNvSpPr/>
          <p:nvPr/>
        </p:nvSpPr>
        <p:spPr>
          <a:xfrm>
            <a:off x="72420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7" name="Shape 2445"/>
          <p:cNvSpPr/>
          <p:nvPr/>
        </p:nvSpPr>
        <p:spPr>
          <a:xfrm>
            <a:off x="73517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8" name="Shape 2446"/>
          <p:cNvSpPr/>
          <p:nvPr/>
        </p:nvSpPr>
        <p:spPr>
          <a:xfrm>
            <a:off x="74615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9" name="Shape 2447"/>
          <p:cNvSpPr/>
          <p:nvPr/>
        </p:nvSpPr>
        <p:spPr>
          <a:xfrm>
            <a:off x="75712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0" name="Shape 2448"/>
          <p:cNvSpPr/>
          <p:nvPr/>
        </p:nvSpPr>
        <p:spPr>
          <a:xfrm>
            <a:off x="76809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1" name="Shape 2449"/>
          <p:cNvSpPr/>
          <p:nvPr/>
        </p:nvSpPr>
        <p:spPr>
          <a:xfrm>
            <a:off x="77906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2" name="Shape 2450"/>
          <p:cNvSpPr/>
          <p:nvPr/>
        </p:nvSpPr>
        <p:spPr>
          <a:xfrm>
            <a:off x="79004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3" name="Shape 2451"/>
          <p:cNvSpPr/>
          <p:nvPr/>
        </p:nvSpPr>
        <p:spPr>
          <a:xfrm>
            <a:off x="80101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4" name="Shape 2452"/>
          <p:cNvSpPr/>
          <p:nvPr/>
        </p:nvSpPr>
        <p:spPr>
          <a:xfrm>
            <a:off x="81198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5" name="Shape 2453"/>
          <p:cNvSpPr/>
          <p:nvPr/>
        </p:nvSpPr>
        <p:spPr>
          <a:xfrm>
            <a:off x="82296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6" name="Shape 2454"/>
          <p:cNvSpPr/>
          <p:nvPr/>
        </p:nvSpPr>
        <p:spPr>
          <a:xfrm>
            <a:off x="83393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7" name="Shape 2455"/>
          <p:cNvSpPr/>
          <p:nvPr/>
        </p:nvSpPr>
        <p:spPr>
          <a:xfrm>
            <a:off x="84490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8" name="Shape 2456"/>
          <p:cNvSpPr/>
          <p:nvPr/>
        </p:nvSpPr>
        <p:spPr>
          <a:xfrm>
            <a:off x="85587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9" name="Shape 2457"/>
          <p:cNvSpPr/>
          <p:nvPr/>
        </p:nvSpPr>
        <p:spPr>
          <a:xfrm>
            <a:off x="86685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0" name="Shape 2458"/>
          <p:cNvSpPr/>
          <p:nvPr/>
        </p:nvSpPr>
        <p:spPr>
          <a:xfrm>
            <a:off x="87782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1" name="Shape 2459"/>
          <p:cNvSpPr/>
          <p:nvPr/>
        </p:nvSpPr>
        <p:spPr>
          <a:xfrm>
            <a:off x="88879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2" name="Shape 2460"/>
          <p:cNvSpPr/>
          <p:nvPr/>
        </p:nvSpPr>
        <p:spPr>
          <a:xfrm>
            <a:off x="89976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3" name="Shape 2461"/>
          <p:cNvSpPr/>
          <p:nvPr/>
        </p:nvSpPr>
        <p:spPr>
          <a:xfrm>
            <a:off x="91074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4" name="Shape 2462"/>
          <p:cNvSpPr/>
          <p:nvPr/>
        </p:nvSpPr>
        <p:spPr>
          <a:xfrm>
            <a:off x="92171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5" name="Shape 2463"/>
          <p:cNvSpPr/>
          <p:nvPr/>
        </p:nvSpPr>
        <p:spPr>
          <a:xfrm>
            <a:off x="93268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6" name="Shape 2464"/>
          <p:cNvSpPr/>
          <p:nvPr/>
        </p:nvSpPr>
        <p:spPr>
          <a:xfrm>
            <a:off x="94366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7" name="Shape 2465"/>
          <p:cNvSpPr/>
          <p:nvPr/>
        </p:nvSpPr>
        <p:spPr>
          <a:xfrm>
            <a:off x="95463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8" name="Shape 2466"/>
          <p:cNvSpPr/>
          <p:nvPr/>
        </p:nvSpPr>
        <p:spPr>
          <a:xfrm>
            <a:off x="96560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9" name="Shape 2467"/>
          <p:cNvSpPr/>
          <p:nvPr/>
        </p:nvSpPr>
        <p:spPr>
          <a:xfrm>
            <a:off x="97657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0" name="Shape 2468"/>
          <p:cNvSpPr/>
          <p:nvPr/>
        </p:nvSpPr>
        <p:spPr>
          <a:xfrm>
            <a:off x="98755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1" name="Shape 2469"/>
          <p:cNvSpPr/>
          <p:nvPr/>
        </p:nvSpPr>
        <p:spPr>
          <a:xfrm>
            <a:off x="99852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2" name="Shape 2470"/>
          <p:cNvSpPr/>
          <p:nvPr/>
        </p:nvSpPr>
        <p:spPr>
          <a:xfrm>
            <a:off x="100949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3" name="Shape 2471"/>
          <p:cNvSpPr/>
          <p:nvPr/>
        </p:nvSpPr>
        <p:spPr>
          <a:xfrm>
            <a:off x="102047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4" name="Shape 2472"/>
          <p:cNvSpPr/>
          <p:nvPr/>
        </p:nvSpPr>
        <p:spPr>
          <a:xfrm>
            <a:off x="103144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5" name="Shape 2473"/>
          <p:cNvSpPr/>
          <p:nvPr/>
        </p:nvSpPr>
        <p:spPr>
          <a:xfrm>
            <a:off x="104241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6" name="Shape 2474"/>
          <p:cNvSpPr/>
          <p:nvPr/>
        </p:nvSpPr>
        <p:spPr>
          <a:xfrm>
            <a:off x="105338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7" name="Shape 2475"/>
          <p:cNvSpPr/>
          <p:nvPr/>
        </p:nvSpPr>
        <p:spPr>
          <a:xfrm>
            <a:off x="106436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8" name="Shape 2476"/>
          <p:cNvSpPr/>
          <p:nvPr/>
        </p:nvSpPr>
        <p:spPr>
          <a:xfrm>
            <a:off x="107533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9" name="Shape 2477"/>
          <p:cNvSpPr/>
          <p:nvPr/>
        </p:nvSpPr>
        <p:spPr>
          <a:xfrm>
            <a:off x="108630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0" name="Shape 2478"/>
          <p:cNvSpPr/>
          <p:nvPr/>
        </p:nvSpPr>
        <p:spPr>
          <a:xfrm>
            <a:off x="109728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1" name="Shape 2479"/>
          <p:cNvSpPr/>
          <p:nvPr/>
        </p:nvSpPr>
        <p:spPr>
          <a:xfrm>
            <a:off x="110825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2" name="Shape 2480"/>
          <p:cNvSpPr/>
          <p:nvPr/>
        </p:nvSpPr>
        <p:spPr>
          <a:xfrm>
            <a:off x="111922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3" name="Shape 2481"/>
          <p:cNvSpPr/>
          <p:nvPr/>
        </p:nvSpPr>
        <p:spPr>
          <a:xfrm>
            <a:off x="113019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4" name="Shape 2482"/>
          <p:cNvSpPr/>
          <p:nvPr/>
        </p:nvSpPr>
        <p:spPr>
          <a:xfrm>
            <a:off x="114117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5" name="Shape 2483"/>
          <p:cNvSpPr/>
          <p:nvPr/>
        </p:nvSpPr>
        <p:spPr>
          <a:xfrm>
            <a:off x="115214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6" name="Shape 2484"/>
          <p:cNvSpPr/>
          <p:nvPr/>
        </p:nvSpPr>
        <p:spPr>
          <a:xfrm>
            <a:off x="116311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7" name="Shape 2485"/>
          <p:cNvSpPr/>
          <p:nvPr/>
        </p:nvSpPr>
        <p:spPr>
          <a:xfrm>
            <a:off x="117408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8" name="Shape 2486"/>
          <p:cNvSpPr/>
          <p:nvPr/>
        </p:nvSpPr>
        <p:spPr>
          <a:xfrm>
            <a:off x="0" y="3931920"/>
            <a:ext cx="9144000" cy="1216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9" name="Text 2487"/>
          <p:cNvSpPr/>
          <p:nvPr/>
        </p:nvSpPr>
        <p:spPr>
          <a:xfrm>
            <a:off x="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</a:rPr>
              <a:t>Session 3</a:t>
            </a:r>
            <a:endParaRPr lang="en-US" sz="2000" dirty="0"/>
          </a:p>
        </p:txBody>
      </p:sp>
      <p:sp>
        <p:nvSpPr>
          <p:cNvPr id="2490" name="Text 2488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Naive RAG 구현</a:t>
            </a:r>
            <a:endParaRPr lang="en-US" sz="4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RAG의 개념과 작동 원리를 이해한다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Vector Database (ChromaDB)를 사용한다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문서 청킹과 임베딩을 구현한다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RAG 기반 챗봇을 완성한다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RAG란?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Retrieval-Augmented Generation (검색 증강 생성)</a:t>
            </a:r>
            <a:endParaRPr lang="en-US" sz="2000" dirty="0"/>
          </a:p>
        </p:txBody>
      </p:sp>
      <p:sp>
        <p:nvSpPr>
          <p:cNvPr id="88" name="Shape 86"/>
          <p:cNvSpPr/>
          <p:nvPr/>
        </p:nvSpPr>
        <p:spPr>
          <a:xfrm>
            <a:off x="731520" y="2011680"/>
            <a:ext cx="7652825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"LLM의 지식을 외부 데이터로 확장하는 기술"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731520" y="2697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지식 컷오프 → 최신 데이터 실시간 검색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31520" y="3154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할루시네이션 → 검증된 소스 기반 답변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도메인 지식 → 커스텀 지식 베이스 연결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3단계 작동 원리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Retrieval (검색)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사용자 질문 → Vector DB에서 유사 문서 검색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Augmentation (증강)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1097280" y="2880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검색된 문서를 프롬프트에 추가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Generation (생성)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10972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LLM이 보강된 컨텍스트로 답변 생성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59DE-E7D8-5E24-04CD-56E2B838F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044DD4-AD76-C51A-9A46-2EE67A661E80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70984A-4CC6-94D2-86BF-28128FC4D577}"/>
              </a:ext>
            </a:extLst>
          </p:cNvPr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767EDE-3BA2-A73F-4AE7-206DDD25A628}"/>
              </a:ext>
            </a:extLst>
          </p:cNvPr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22331C-C09F-4AA7-7675-32CBE43F2EF0}"/>
              </a:ext>
            </a:extLst>
          </p:cNvPr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BA3062-270C-DBD5-2ED8-B10252CEA8A3}"/>
              </a:ext>
            </a:extLst>
          </p:cNvPr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0DB8B90-0064-60FC-1A21-C4C19F02F475}"/>
              </a:ext>
            </a:extLst>
          </p:cNvPr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30A2ABD-4CC5-29BB-4CE0-1E2B04E4A9AE}"/>
              </a:ext>
            </a:extLst>
          </p:cNvPr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7EEA793-258A-6D63-A540-D05DCF3D4A5C}"/>
              </a:ext>
            </a:extLst>
          </p:cNvPr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8E455B1-2A13-E93D-0622-D73DDA1F490E}"/>
              </a:ext>
            </a:extLst>
          </p:cNvPr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AFF8785-BC97-EF8A-A3D6-98E407C4F6B9}"/>
              </a:ext>
            </a:extLst>
          </p:cNvPr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3FE609F-FF06-4435-7741-2585B8CA78A4}"/>
              </a:ext>
            </a:extLst>
          </p:cNvPr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A77C495-C702-EEB2-130D-07BAC4E14B9E}"/>
              </a:ext>
            </a:extLst>
          </p:cNvPr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D6DE500-92B2-B747-4F8C-9C79332A09AF}"/>
              </a:ext>
            </a:extLst>
          </p:cNvPr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82AF726-5626-042D-1EF8-B26B726333E7}"/>
              </a:ext>
            </a:extLst>
          </p:cNvPr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B7CA89C-DB63-2B3B-ABEB-A6068597989D}"/>
              </a:ext>
            </a:extLst>
          </p:cNvPr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57D7F78-3877-95BC-DE61-30F462215562}"/>
              </a:ext>
            </a:extLst>
          </p:cNvPr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32460FA-3FDE-8E2E-25BC-BC5ADB0153BA}"/>
              </a:ext>
            </a:extLst>
          </p:cNvPr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E85A62F-7643-E95C-6124-D33A3D113DD6}"/>
              </a:ext>
            </a:extLst>
          </p:cNvPr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FCF9B69-23A3-2083-62DD-A62BCF1155FB}"/>
              </a:ext>
            </a:extLst>
          </p:cNvPr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C8200C2-AE1E-1B86-348F-E399843F2E21}"/>
              </a:ext>
            </a:extLst>
          </p:cNvPr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D6716AF-E10B-FDDB-A124-877FF41FFA05}"/>
              </a:ext>
            </a:extLst>
          </p:cNvPr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FD2ACBB-5118-D012-84DF-A5123A447FBD}"/>
              </a:ext>
            </a:extLst>
          </p:cNvPr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4821E1C-A251-97FF-C78F-C2B072FC984B}"/>
              </a:ext>
            </a:extLst>
          </p:cNvPr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4BF6E3F-F55C-4B9D-7D68-7546F24C265B}"/>
              </a:ext>
            </a:extLst>
          </p:cNvPr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1C0136C-8F75-B0B5-BD13-29B3B6F456C3}"/>
              </a:ext>
            </a:extLst>
          </p:cNvPr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F933FAC-ED74-E374-415F-2FC961827890}"/>
              </a:ext>
            </a:extLst>
          </p:cNvPr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DC06377-35F4-BE81-3558-1B67FD8BC7D5}"/>
              </a:ext>
            </a:extLst>
          </p:cNvPr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853D1CC-8EB2-79F4-232F-4FA38B6A2AAB}"/>
              </a:ext>
            </a:extLst>
          </p:cNvPr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7F12BFB-E455-BCF3-6618-5D8D93DE3DFD}"/>
              </a:ext>
            </a:extLst>
          </p:cNvPr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8B3F06E-43EE-4D67-DB56-F2805B19E4D2}"/>
              </a:ext>
            </a:extLst>
          </p:cNvPr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31A8EB8-3412-B5B5-8DD3-E25EF471DEAC}"/>
              </a:ext>
            </a:extLst>
          </p:cNvPr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8E655AF-0D1E-75E8-90C3-7B765E977CEE}"/>
              </a:ext>
            </a:extLst>
          </p:cNvPr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7B76F7C-BC61-6D31-7126-792D8CE51350}"/>
              </a:ext>
            </a:extLst>
          </p:cNvPr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CEE8CC8-96CD-98BE-E1FF-A82F464421B1}"/>
              </a:ext>
            </a:extLst>
          </p:cNvPr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5FEBFB5-C583-9859-83B4-9855D64268FF}"/>
              </a:ext>
            </a:extLst>
          </p:cNvPr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7E0F7D12-5BE4-92D0-EF43-D9629E87D9C8}"/>
              </a:ext>
            </a:extLst>
          </p:cNvPr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23DAC44-7154-C4FF-115B-61E893539F2F}"/>
              </a:ext>
            </a:extLst>
          </p:cNvPr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E3A05F0-EAB6-20C4-19B5-8E7A4A177E8E}"/>
              </a:ext>
            </a:extLst>
          </p:cNvPr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C71838B-6DAE-A28C-FEFF-A41A68985225}"/>
              </a:ext>
            </a:extLst>
          </p:cNvPr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489CBFD-A95F-3120-1873-55FCC7B7D79D}"/>
              </a:ext>
            </a:extLst>
          </p:cNvPr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5D97B87-945F-5ACE-089D-44E7893DBF89}"/>
              </a:ext>
            </a:extLst>
          </p:cNvPr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6FE3E6F-AFBB-44B8-2245-A0325DE6B6FF}"/>
              </a:ext>
            </a:extLst>
          </p:cNvPr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30D3F8E-D403-491A-4C9A-87006C6FAADD}"/>
              </a:ext>
            </a:extLst>
          </p:cNvPr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DDE4549C-BBBC-2FF4-5673-A80B44CC414D}"/>
              </a:ext>
            </a:extLst>
          </p:cNvPr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FA064A6-6004-A9D1-FF0C-06C952C84A15}"/>
              </a:ext>
            </a:extLst>
          </p:cNvPr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23CDFE2-A0E1-FC93-BFE5-D1C3E31D5BD5}"/>
              </a:ext>
            </a:extLst>
          </p:cNvPr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4CF6905-D481-B710-2AE1-467065763436}"/>
              </a:ext>
            </a:extLst>
          </p:cNvPr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72D9643-A4BA-4927-3EC7-035F56FEEA43}"/>
              </a:ext>
            </a:extLst>
          </p:cNvPr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6430D40-D105-2837-8CE1-E735D6469B80}"/>
              </a:ext>
            </a:extLst>
          </p:cNvPr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823C948-22BA-8DCD-1162-8E8616164AC2}"/>
              </a:ext>
            </a:extLst>
          </p:cNvPr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16CD0AD5-97C9-BBA6-A3E0-6F9E5B98D596}"/>
              </a:ext>
            </a:extLst>
          </p:cNvPr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8441CB3D-2FE0-BDE1-FFB8-319D243CA115}"/>
              </a:ext>
            </a:extLst>
          </p:cNvPr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7E32860F-770E-85CB-8D46-E4C5B98628AE}"/>
              </a:ext>
            </a:extLst>
          </p:cNvPr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3258802-9541-13C2-2FBF-0CADBC6F331D}"/>
              </a:ext>
            </a:extLst>
          </p:cNvPr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B6E40C8-16FF-D2AA-7736-F85669B642B4}"/>
              </a:ext>
            </a:extLst>
          </p:cNvPr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D08136DA-8A6F-D432-08EB-3912F799AE59}"/>
              </a:ext>
            </a:extLst>
          </p:cNvPr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B242C60-AB39-5670-1271-9A4C64D1BD9A}"/>
              </a:ext>
            </a:extLst>
          </p:cNvPr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EF40C5D2-5F60-FA34-9D44-99FF1F4DF9CA}"/>
              </a:ext>
            </a:extLst>
          </p:cNvPr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68556C8-73A0-522E-2D0A-E3AA666BD5E0}"/>
              </a:ext>
            </a:extLst>
          </p:cNvPr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0AE111DC-0C8D-D9E7-6725-68E4B4EA13AB}"/>
              </a:ext>
            </a:extLst>
          </p:cNvPr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F0E96F4-6F66-62A8-9C89-4F121721E6C2}"/>
              </a:ext>
            </a:extLst>
          </p:cNvPr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B6E29096-0B4E-74F1-6019-305D189E3CE3}"/>
              </a:ext>
            </a:extLst>
          </p:cNvPr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E848E796-200B-BCAF-E25F-EDF7A2320F48}"/>
              </a:ext>
            </a:extLst>
          </p:cNvPr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146C7E1E-685F-D633-5129-E57F5CF1E27F}"/>
              </a:ext>
            </a:extLst>
          </p:cNvPr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51EA9B2C-CDA1-3B1A-985F-996DE671683A}"/>
              </a:ext>
            </a:extLst>
          </p:cNvPr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6BFF8A75-DCCD-40A7-E3C7-E707173B39F0}"/>
              </a:ext>
            </a:extLst>
          </p:cNvPr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E9AD7D6F-997B-CCB6-7818-0232F4481EBE}"/>
              </a:ext>
            </a:extLst>
          </p:cNvPr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AC3E2C49-F3E8-5DD2-850D-CFADB3F26363}"/>
              </a:ext>
            </a:extLst>
          </p:cNvPr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B8516CE9-1898-3C4D-D2FD-0EF1159F6051}"/>
              </a:ext>
            </a:extLst>
          </p:cNvPr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0A584B75-6AEF-3B61-98AA-DB9FCCB018CD}"/>
              </a:ext>
            </a:extLst>
          </p:cNvPr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A9292609-ED6E-B92C-CD51-D2D21B1C5731}"/>
              </a:ext>
            </a:extLst>
          </p:cNvPr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21ECE981-0303-12E2-9356-71B2982E3560}"/>
              </a:ext>
            </a:extLst>
          </p:cNvPr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27BB089-51F0-7CB7-7853-9B8C9868F4B2}"/>
              </a:ext>
            </a:extLst>
          </p:cNvPr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603AC334-CAED-FD6C-E01D-2799EE88F21F}"/>
              </a:ext>
            </a:extLst>
          </p:cNvPr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AB0668E2-0839-E5C9-D129-D9390B57F9FA}"/>
              </a:ext>
            </a:extLst>
          </p:cNvPr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026386C-3152-DEAC-3603-CEF4A47243C5}"/>
              </a:ext>
            </a:extLst>
          </p:cNvPr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34417E28-3157-D135-D42A-B95DB94F0F82}"/>
              </a:ext>
            </a:extLst>
          </p:cNvPr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97CE69E5-B7D6-E949-2E08-9E1BA538242D}"/>
              </a:ext>
            </a:extLst>
          </p:cNvPr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301700A7-492E-E592-6B6B-0AABC7FBB56B}"/>
              </a:ext>
            </a:extLst>
          </p:cNvPr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F148BAF8-0ADB-2D6A-3214-0A5BDE3A4A43}"/>
              </a:ext>
            </a:extLst>
          </p:cNvPr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78380A23-61CE-914D-9195-8B4DA6A5BCAA}"/>
              </a:ext>
            </a:extLst>
          </p:cNvPr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70D1D63B-28CC-C273-077B-11BD38B7F31B}"/>
              </a:ext>
            </a:extLst>
          </p:cNvPr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39F0E7AF-9604-4873-1D1F-7B5740C06581}"/>
              </a:ext>
            </a:extLst>
          </p:cNvPr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D0895884-3F06-4838-E100-7A44C3CEDEB5}"/>
              </a:ext>
            </a:extLst>
          </p:cNvPr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22BA9602-99B0-C740-0EE6-7A5A11A024BF}"/>
              </a:ext>
            </a:extLst>
          </p:cNvPr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r>
              <a:rPr lang="ko-KR" alt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</a:t>
            </a:r>
            <a:r>
              <a:rPr lang="en-US" altLang="ko-KR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2800" dirty="0"/>
          </a:p>
        </p:txBody>
      </p:sp>
      <p:pic>
        <p:nvPicPr>
          <p:cNvPr id="93" name="그림 92" descr="텍스트, 스크린샷, 인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D4BC15-CAE4-15E9-78C0-610CFE809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66" r="6618" b="20171"/>
          <a:stretch>
            <a:fillRect/>
          </a:stretch>
        </p:blipFill>
        <p:spPr>
          <a:xfrm>
            <a:off x="1434352" y="1541929"/>
            <a:ext cx="5692588" cy="3056965"/>
          </a:xfrm>
          <a:prstGeom prst="rect">
            <a:avLst/>
          </a:prstGeom>
        </p:spPr>
      </p:pic>
      <p:sp>
        <p:nvSpPr>
          <p:cNvPr id="94" name="Text 90">
            <a:extLst>
              <a:ext uri="{FF2B5EF4-FFF2-40B4-BE49-F238E27FC236}">
                <a16:creationId xmlns:a16="http://schemas.microsoft.com/office/drawing/2014/main" id="{BEF22E6C-6ECE-3EE3-1AB6-59F904B93FE7}"/>
              </a:ext>
            </a:extLst>
          </p:cNvPr>
          <p:cNvSpPr/>
          <p:nvPr/>
        </p:nvSpPr>
        <p:spPr>
          <a:xfrm>
            <a:off x="2926080" y="4640580"/>
            <a:ext cx="41470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ko-KR" altLang="en-US" sz="1400" dirty="0"/>
              <a:t>출처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sz="1400" dirty="0"/>
              <a:t>AI</a:t>
            </a:r>
            <a:r>
              <a:rPr lang="ko-KR" altLang="en-US" sz="1400" dirty="0"/>
              <a:t> 에이전트 완벽 마스터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10929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임베딩이란?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779434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74277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"텍스트를 숫자 벡터로 변환"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731520" y="2240280"/>
            <a:ext cx="7765366" cy="109728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914400" y="2331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"고양이"  →  [0.12, -0.34, 0.56, ..., 0.89]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"강아지"  →  [0.11, -0.32, 0.58, ..., 0.87]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"자동차"  →  [0.78, 0.23, -0.45, ..., 0.12]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731520" y="3520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핵심: 의미가 비슷하면 → 벡터도 비슷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731520" y="3977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코사인 유사도로 비교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8F07-DBA0-CC62-0F50-52497DDF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C8320D-659F-D2F7-DE5F-EA1EA8DC0A15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6BC703-653B-4552-5A1F-8401B527BD6C}"/>
              </a:ext>
            </a:extLst>
          </p:cNvPr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B22BEAA-888D-F150-AA2D-13897CCF0E2C}"/>
              </a:ext>
            </a:extLst>
          </p:cNvPr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7FA0A71-FCB5-404A-810D-F925B89FDA08}"/>
              </a:ext>
            </a:extLst>
          </p:cNvPr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8DBD67-5B01-4564-1F8F-89EFC1312DF5}"/>
              </a:ext>
            </a:extLst>
          </p:cNvPr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1BF8533-4C49-DE0E-40AF-CAE5FCB0F648}"/>
              </a:ext>
            </a:extLst>
          </p:cNvPr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AE40B20-CD3E-D533-B758-80A383406297}"/>
              </a:ext>
            </a:extLst>
          </p:cNvPr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AEACE1A-363C-22E8-D509-2110B7D785FD}"/>
              </a:ext>
            </a:extLst>
          </p:cNvPr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1B1757D-FE76-7296-5636-38ADF1491C86}"/>
              </a:ext>
            </a:extLst>
          </p:cNvPr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8C525BC-17A0-881B-B678-A52D244A49F7}"/>
              </a:ext>
            </a:extLst>
          </p:cNvPr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06600D-35F0-0729-9E0C-156C47E87B08}"/>
              </a:ext>
            </a:extLst>
          </p:cNvPr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5D4A441-235B-4E50-C02E-9430D5CDBD1B}"/>
              </a:ext>
            </a:extLst>
          </p:cNvPr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4AED24A-0C18-140E-3193-380983681950}"/>
              </a:ext>
            </a:extLst>
          </p:cNvPr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D89E181-2152-0E45-1D26-4414D281A954}"/>
              </a:ext>
            </a:extLst>
          </p:cNvPr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1A01ABD-3D8E-9EAE-ED22-EFBDC030F2E1}"/>
              </a:ext>
            </a:extLst>
          </p:cNvPr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8A22087-2DAE-607F-1F3F-11A31EFE5FA3}"/>
              </a:ext>
            </a:extLst>
          </p:cNvPr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2EBB725-A0B0-B12E-3830-2BD4E3D5C068}"/>
              </a:ext>
            </a:extLst>
          </p:cNvPr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2355420-3A3F-13B7-1574-8D7EC3EA3686}"/>
              </a:ext>
            </a:extLst>
          </p:cNvPr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72744EA-7428-6613-69C7-87F80FB52A43}"/>
              </a:ext>
            </a:extLst>
          </p:cNvPr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14D8CEB-4AD4-E5FB-71AF-3688BDF3DF7E}"/>
              </a:ext>
            </a:extLst>
          </p:cNvPr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AF98FB3-8AFA-B11E-0BF8-7A4533C6FABD}"/>
              </a:ext>
            </a:extLst>
          </p:cNvPr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498166F-73E3-419A-88B4-33858F713B17}"/>
              </a:ext>
            </a:extLst>
          </p:cNvPr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1FB0382-A696-5997-AA4B-3691233C40B0}"/>
              </a:ext>
            </a:extLst>
          </p:cNvPr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53EEA39-3CA9-9CE7-D3D5-61697997DDA0}"/>
              </a:ext>
            </a:extLst>
          </p:cNvPr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908FE9F-4F4E-C835-4D0B-739E613B3433}"/>
              </a:ext>
            </a:extLst>
          </p:cNvPr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2A593B1-DF92-018B-46ED-174700821702}"/>
              </a:ext>
            </a:extLst>
          </p:cNvPr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36A33E2-9CDA-7D8C-1273-7A868F67E327}"/>
              </a:ext>
            </a:extLst>
          </p:cNvPr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E2CF116-E4B3-7CFF-DCE9-5AE3991544E3}"/>
              </a:ext>
            </a:extLst>
          </p:cNvPr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54668D6-C52C-EAE0-9E1E-57606D294B94}"/>
              </a:ext>
            </a:extLst>
          </p:cNvPr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786F3A5-6EC0-9F0E-BE8D-7EEF338F26A3}"/>
              </a:ext>
            </a:extLst>
          </p:cNvPr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698D7F6-9DCA-C12C-7859-B7FDF2A1F076}"/>
              </a:ext>
            </a:extLst>
          </p:cNvPr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827A14D-DD22-50A1-8B67-93804C486AD6}"/>
              </a:ext>
            </a:extLst>
          </p:cNvPr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61788D6-7332-D561-1D39-CFE79B46A69E}"/>
              </a:ext>
            </a:extLst>
          </p:cNvPr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66FF8AD-641A-5492-4DB9-079C0D6B4455}"/>
              </a:ext>
            </a:extLst>
          </p:cNvPr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BAA4BD9-0B07-0F70-2A5E-D97A628D2F73}"/>
              </a:ext>
            </a:extLst>
          </p:cNvPr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EEC754F-3D5E-F88D-D5DC-888F0D1886A1}"/>
              </a:ext>
            </a:extLst>
          </p:cNvPr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1CBBBD5-2670-CF40-85E4-BBFEDCA5197B}"/>
              </a:ext>
            </a:extLst>
          </p:cNvPr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0DCFFE68-0666-0F90-4B08-5607772BBE3A}"/>
              </a:ext>
            </a:extLst>
          </p:cNvPr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A39901A-B47F-6BCD-98A9-1A6F070B7E8B}"/>
              </a:ext>
            </a:extLst>
          </p:cNvPr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6B6D92B-31F6-7066-3887-EEAECEE4BAC5}"/>
              </a:ext>
            </a:extLst>
          </p:cNvPr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7B92C2A-AC26-0DCF-E84C-42E3BA2F6F2B}"/>
              </a:ext>
            </a:extLst>
          </p:cNvPr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2DD53DA-A1E0-5AA3-90D2-209CFFAC1D48}"/>
              </a:ext>
            </a:extLst>
          </p:cNvPr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D5E7B29F-E7CA-99A3-141F-19BD6A269D03}"/>
              </a:ext>
            </a:extLst>
          </p:cNvPr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6B4518F-70AA-3CC8-BE5E-14817DF91DB1}"/>
              </a:ext>
            </a:extLst>
          </p:cNvPr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CE4481D-1B5D-BED0-ED64-7102F03E48D7}"/>
              </a:ext>
            </a:extLst>
          </p:cNvPr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0D04F74-8426-C31F-514F-8110BE1DFAFD}"/>
              </a:ext>
            </a:extLst>
          </p:cNvPr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5912D850-27B2-E430-457A-9B5E629A8EA7}"/>
              </a:ext>
            </a:extLst>
          </p:cNvPr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6DC86D9B-FF4E-8D8D-2CAD-0C59077B333C}"/>
              </a:ext>
            </a:extLst>
          </p:cNvPr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C41C8CA0-7FE6-3E31-4289-405838B20291}"/>
              </a:ext>
            </a:extLst>
          </p:cNvPr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CD202FBB-ADE4-CC0F-B2C6-4AD0C8433584}"/>
              </a:ext>
            </a:extLst>
          </p:cNvPr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87417756-5B1D-A94E-9E55-83C660D7F7F5}"/>
              </a:ext>
            </a:extLst>
          </p:cNvPr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F2C95164-35D6-D204-FD3A-AA3FC8F936EC}"/>
              </a:ext>
            </a:extLst>
          </p:cNvPr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1775B12-689F-C4CC-0C71-54495804AACE}"/>
              </a:ext>
            </a:extLst>
          </p:cNvPr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42DE29A8-A2F5-DC2B-ED44-2120BB83D177}"/>
              </a:ext>
            </a:extLst>
          </p:cNvPr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40E2C7E-D42C-D491-577C-52C51B10A987}"/>
              </a:ext>
            </a:extLst>
          </p:cNvPr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FFCEC7DC-C62B-871A-71A7-B734F5C86AAF}"/>
              </a:ext>
            </a:extLst>
          </p:cNvPr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8FB7E377-0B97-C9CC-18CF-43E9E900C9D9}"/>
              </a:ext>
            </a:extLst>
          </p:cNvPr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9F625779-15B3-398C-460D-8B0A1D386A39}"/>
              </a:ext>
            </a:extLst>
          </p:cNvPr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F8972840-BDCD-5890-2128-B0AD998DD217}"/>
              </a:ext>
            </a:extLst>
          </p:cNvPr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0E8E135-2D9C-CF16-E50C-3BE90D820018}"/>
              </a:ext>
            </a:extLst>
          </p:cNvPr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65E27756-53CA-6711-9B67-513AA31D2FC6}"/>
              </a:ext>
            </a:extLst>
          </p:cNvPr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CBF2F2FD-42D0-F8AC-6F74-0B1413E1FE59}"/>
              </a:ext>
            </a:extLst>
          </p:cNvPr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7E4B3131-947B-34B9-E57B-D7DEE4B38A33}"/>
              </a:ext>
            </a:extLst>
          </p:cNvPr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E78B2D2D-24BB-0E4C-A59E-6FCA877CDBEC}"/>
              </a:ext>
            </a:extLst>
          </p:cNvPr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B4FE3611-7BFE-1F98-9802-08C3D18C8A4C}"/>
              </a:ext>
            </a:extLst>
          </p:cNvPr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9AB70121-3CA4-6BAC-D729-EFABA92666C2}"/>
              </a:ext>
            </a:extLst>
          </p:cNvPr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CCABC99B-3DFF-95DD-AB0E-2226743831E1}"/>
              </a:ext>
            </a:extLst>
          </p:cNvPr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6841EA86-02CE-A801-BD5C-B08CCFEE2460}"/>
              </a:ext>
            </a:extLst>
          </p:cNvPr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5DCC931-F861-1D83-742F-525C15DFB852}"/>
              </a:ext>
            </a:extLst>
          </p:cNvPr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846E56A7-3B1A-CF98-06C4-E017B185A47F}"/>
              </a:ext>
            </a:extLst>
          </p:cNvPr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2D22A836-E20D-35E8-71D1-E166F24C5996}"/>
              </a:ext>
            </a:extLst>
          </p:cNvPr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7C2E062E-AC91-8378-1CB4-0511E3485674}"/>
              </a:ext>
            </a:extLst>
          </p:cNvPr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AA4AF335-BE74-6FA5-A10E-A94C9FF0B151}"/>
              </a:ext>
            </a:extLst>
          </p:cNvPr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FBF4C61E-EB79-DEA3-2E19-CD8656B9CE8E}"/>
              </a:ext>
            </a:extLst>
          </p:cNvPr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5E7A61BE-2864-6DCF-DF4B-DEA3413B9997}"/>
              </a:ext>
            </a:extLst>
          </p:cNvPr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6EADA6CB-8631-8A6A-812C-19D65910CC54}"/>
              </a:ext>
            </a:extLst>
          </p:cNvPr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A97FD630-8F6B-F67C-B9C0-C40051161C6D}"/>
              </a:ext>
            </a:extLst>
          </p:cNvPr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CA2095BB-3AD3-DAC4-2B09-1DF56D3D6FDA}"/>
              </a:ext>
            </a:extLst>
          </p:cNvPr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16FEF5DB-DCD6-0292-1FC4-39992E5A3A3D}"/>
              </a:ext>
            </a:extLst>
          </p:cNvPr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957BEAB4-2C52-7DAF-D231-B4DB66FD64E4}"/>
              </a:ext>
            </a:extLst>
          </p:cNvPr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FED03A1D-FC1B-0365-4413-C7B996D4CC70}"/>
              </a:ext>
            </a:extLst>
          </p:cNvPr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B7CFC148-4681-4E7B-C649-DA3D522337F0}"/>
              </a:ext>
            </a:extLst>
          </p:cNvPr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A7857E09-5473-A66D-4B16-DB19BE34383B}"/>
              </a:ext>
            </a:extLst>
          </p:cNvPr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FC01FDF6-1C5A-C2DF-22BB-3DF8DECCF1D5}"/>
              </a:ext>
            </a:extLst>
          </p:cNvPr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71D0619F-74DD-CB51-3486-FD0E0CD9767F}"/>
              </a:ext>
            </a:extLst>
          </p:cNvPr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r>
              <a:rPr lang="ko-KR" alt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에는 여러 방법이 있음</a:t>
            </a:r>
            <a:endParaRPr lang="en-US" sz="280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49874E52-71D5-D8E6-8249-B313BE6E5E14}"/>
              </a:ext>
            </a:extLst>
          </p:cNvPr>
          <p:cNvSpPr/>
          <p:nvPr/>
        </p:nvSpPr>
        <p:spPr>
          <a:xfrm>
            <a:off x="731520" y="1554480"/>
            <a:ext cx="7779434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D20DF712-2A5D-070E-E028-F81B792C8F0C}"/>
              </a:ext>
            </a:extLst>
          </p:cNvPr>
          <p:cNvSpPr/>
          <p:nvPr/>
        </p:nvSpPr>
        <p:spPr>
          <a:xfrm>
            <a:off x="914400" y="1645920"/>
            <a:ext cx="74277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＂</a:t>
            </a:r>
            <a:r>
              <a:rPr lang="ko-KR" altLang="en-US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r>
              <a:rPr lang="en-US" altLang="ko-KR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(vector)</a:t>
            </a: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＂</a:t>
            </a:r>
            <a:r>
              <a:rPr lang="ko-KR" alt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ko-KR" alt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ko-KR" alt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키워드</a:t>
            </a:r>
            <a:r>
              <a:rPr lang="en-US" altLang="ko-KR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altLang="ko-KR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bm25)</a:t>
            </a:r>
            <a:r>
              <a:rPr lang="en-US" altLang="ko-KR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r>
              <a:rPr lang="ko-KR" alt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ko-KR" alt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하이브리드 </a:t>
            </a:r>
            <a:r>
              <a:rPr lang="ko-KR" altLang="en-US" i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서치</a:t>
            </a:r>
            <a:endParaRPr lang="en-US" sz="1800" dirty="0"/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1AD922E6-8E9F-E840-00E9-9E3BA24AD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947" y="2310590"/>
            <a:ext cx="5183777" cy="26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22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 비교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58396"/>
              </p:ext>
            </p:extLst>
          </p:nvPr>
        </p:nvGraphicFramePr>
        <p:xfrm>
          <a:off x="731520" y="1554480"/>
          <a:ext cx="8032652" cy="2743200"/>
        </p:xfrm>
        <a:graphic>
          <a:graphicData uri="http://schemas.openxmlformats.org/drawingml/2006/table">
            <a:tbl>
              <a:tblPr/>
              <a:tblGrid>
                <a:gridCol w="2008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8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ChromaDB</a:t>
                      </a:r>
                      <a:endParaRPr lang="en-US" sz="16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Pinecone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유형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완전한 DB</a:t>
                      </a:r>
                      <a:endParaRPr lang="en-US" sz="16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검색 라이브러리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클라우드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설치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매우 쉬움</a:t>
                      </a:r>
                      <a:endParaRPr lang="en-US" sz="16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중간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로컬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6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메타데이터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내장</a:t>
                      </a:r>
                      <a:endParaRPr lang="en-US" sz="16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16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청킹 (Chunking)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793502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"긴 문서를 작은 조각으로 분할"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731520" y="2240280"/>
            <a:ext cx="7793502" cy="182880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914400" y="23317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langchain.text_splitter import RecursiveCharacterTextSplitter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 = RecursiveCharacterTextSplitter(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chunk_size=1000,      # 청크 크기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chunk_overlap=200,    # 오버랩 (20%)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splitter.split_text(text)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731520" y="4251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너무 크면 → 검색 정밀도 낮음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731520" y="4709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너무 작으면 → 문맥 손실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기본 사용법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638757" cy="320040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chromadb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chromadb.Client()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 = client.create_collection("my_docs")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문서 추가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collection.add(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documents=["AI는 인공지능입니다", "RAG는 검색 증강 생성입니다"],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ids=["doc1", "doc2"]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검색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collection.query(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query_texts=["인공지능이란?"],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n_results=2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3. Naive RAG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챗봇 - 검색 및 응답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441809" cy="320040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answer_question(question, collection):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유사 문서 검색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collection.query(query_texts=[question], n_results=4)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 = "\n\n".join(results['documents'][0])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LLM 프롬프트 생성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f"""다음 문서를 참고하여 질문에 답변하세요.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문서: {context}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질문: {question}"""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Gemini로 답변 생성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genai.GenerativeModel("gemini-2.5-flash-lite")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model.generate_content(prompt).text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194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91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89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80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778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875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2070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167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4264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5361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6459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7556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8653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9751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848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1945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042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4140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5237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6334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432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8529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9626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0723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1821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2918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4015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112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6210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7307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8404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9502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0599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1696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2793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3891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4988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6085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7183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8280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9377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0474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1572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2669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3766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4864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5961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7058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8155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9253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0350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1447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2544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3642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4739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65836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6934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8031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9128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0225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1323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72420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3517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4615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75712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6809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77906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79004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0101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1198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82296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83393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84490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5587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86685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87782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88879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89976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910742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921715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932688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943660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954633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965606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976579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987552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998524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1009497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1020470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1031443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1042416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1053388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1064361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1075334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1086307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1097280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1108252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1119225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11301984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11411712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11521440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11631168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11740896" y="13716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548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1645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2743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3840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4937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6035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132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229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9326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10424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11521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12618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13716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14813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15910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17007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18105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19202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20299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21396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22494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23591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24688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25786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26883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27980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29077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30175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31272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32369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33467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34564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35661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36758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37856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38953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40050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41148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42245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43342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44439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45537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>
            <a:off x="46634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>
            <a:off x="47731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48828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49926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51023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52120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>
            <a:off x="53218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54315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>
            <a:off x="55412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>
            <a:off x="56509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>
            <a:off x="57607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58704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59801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60899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>
            <a:off x="61996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63093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168"/>
          <p:cNvSpPr/>
          <p:nvPr/>
        </p:nvSpPr>
        <p:spPr>
          <a:xfrm>
            <a:off x="64190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>
            <a:off x="65288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66385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67482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68580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173"/>
          <p:cNvSpPr/>
          <p:nvPr/>
        </p:nvSpPr>
        <p:spPr>
          <a:xfrm>
            <a:off x="69677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>
            <a:off x="70774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71871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>
            <a:off x="72969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74066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75163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76260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77358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78455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>
            <a:off x="79552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80650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81747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82844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83941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85039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>
            <a:off x="86136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>
            <a:off x="87233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>
            <a:off x="88331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89428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90525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>
            <a:off x="916228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 194"/>
          <p:cNvSpPr/>
          <p:nvPr/>
        </p:nvSpPr>
        <p:spPr>
          <a:xfrm>
            <a:off x="927201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 195"/>
          <p:cNvSpPr/>
          <p:nvPr/>
        </p:nvSpPr>
        <p:spPr>
          <a:xfrm>
            <a:off x="938174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 196"/>
          <p:cNvSpPr/>
          <p:nvPr/>
        </p:nvSpPr>
        <p:spPr>
          <a:xfrm>
            <a:off x="949147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 197"/>
          <p:cNvSpPr/>
          <p:nvPr/>
        </p:nvSpPr>
        <p:spPr>
          <a:xfrm>
            <a:off x="960120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" name="Shape 198"/>
          <p:cNvSpPr/>
          <p:nvPr/>
        </p:nvSpPr>
        <p:spPr>
          <a:xfrm>
            <a:off x="971092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199"/>
          <p:cNvSpPr/>
          <p:nvPr/>
        </p:nvSpPr>
        <p:spPr>
          <a:xfrm>
            <a:off x="982065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 200"/>
          <p:cNvSpPr/>
          <p:nvPr/>
        </p:nvSpPr>
        <p:spPr>
          <a:xfrm>
            <a:off x="993038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 201"/>
          <p:cNvSpPr/>
          <p:nvPr/>
        </p:nvSpPr>
        <p:spPr>
          <a:xfrm>
            <a:off x="1004011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" name="Shape 202"/>
          <p:cNvSpPr/>
          <p:nvPr/>
        </p:nvSpPr>
        <p:spPr>
          <a:xfrm>
            <a:off x="1014984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" name="Shape 203"/>
          <p:cNvSpPr/>
          <p:nvPr/>
        </p:nvSpPr>
        <p:spPr>
          <a:xfrm>
            <a:off x="1025956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 204"/>
          <p:cNvSpPr/>
          <p:nvPr/>
        </p:nvSpPr>
        <p:spPr>
          <a:xfrm>
            <a:off x="1036929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 205"/>
          <p:cNvSpPr/>
          <p:nvPr/>
        </p:nvSpPr>
        <p:spPr>
          <a:xfrm>
            <a:off x="1047902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 206"/>
          <p:cNvSpPr/>
          <p:nvPr/>
        </p:nvSpPr>
        <p:spPr>
          <a:xfrm>
            <a:off x="1058875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 207"/>
          <p:cNvSpPr/>
          <p:nvPr/>
        </p:nvSpPr>
        <p:spPr>
          <a:xfrm>
            <a:off x="1069848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" name="Shape 208"/>
          <p:cNvSpPr/>
          <p:nvPr/>
        </p:nvSpPr>
        <p:spPr>
          <a:xfrm>
            <a:off x="1080820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" name="Shape 209"/>
          <p:cNvSpPr/>
          <p:nvPr/>
        </p:nvSpPr>
        <p:spPr>
          <a:xfrm>
            <a:off x="1091793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" name="Shape 210"/>
          <p:cNvSpPr/>
          <p:nvPr/>
        </p:nvSpPr>
        <p:spPr>
          <a:xfrm>
            <a:off x="1102766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 211"/>
          <p:cNvSpPr/>
          <p:nvPr/>
        </p:nvSpPr>
        <p:spPr>
          <a:xfrm>
            <a:off x="1113739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 212"/>
          <p:cNvSpPr/>
          <p:nvPr/>
        </p:nvSpPr>
        <p:spPr>
          <a:xfrm>
            <a:off x="1124712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 213"/>
          <p:cNvSpPr/>
          <p:nvPr/>
        </p:nvSpPr>
        <p:spPr>
          <a:xfrm>
            <a:off x="11356848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 214"/>
          <p:cNvSpPr/>
          <p:nvPr/>
        </p:nvSpPr>
        <p:spPr>
          <a:xfrm>
            <a:off x="11466576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 215"/>
          <p:cNvSpPr/>
          <p:nvPr/>
        </p:nvSpPr>
        <p:spPr>
          <a:xfrm>
            <a:off x="11576304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 216"/>
          <p:cNvSpPr/>
          <p:nvPr/>
        </p:nvSpPr>
        <p:spPr>
          <a:xfrm>
            <a:off x="11686032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 217"/>
          <p:cNvSpPr/>
          <p:nvPr/>
        </p:nvSpPr>
        <p:spPr>
          <a:xfrm>
            <a:off x="11795760" y="14813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 218"/>
          <p:cNvSpPr/>
          <p:nvPr/>
        </p:nvSpPr>
        <p:spPr>
          <a:xfrm>
            <a:off x="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 219"/>
          <p:cNvSpPr/>
          <p:nvPr/>
        </p:nvSpPr>
        <p:spPr>
          <a:xfrm>
            <a:off x="1097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>
            <a:off x="2194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>
            <a:off x="3291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>
            <a:off x="4389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" name="Shape 223"/>
          <p:cNvSpPr/>
          <p:nvPr/>
        </p:nvSpPr>
        <p:spPr>
          <a:xfrm>
            <a:off x="5486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" name="Shape 224"/>
          <p:cNvSpPr/>
          <p:nvPr/>
        </p:nvSpPr>
        <p:spPr>
          <a:xfrm>
            <a:off x="6583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" name="Shape 225"/>
          <p:cNvSpPr/>
          <p:nvPr/>
        </p:nvSpPr>
        <p:spPr>
          <a:xfrm>
            <a:off x="7680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>
            <a:off x="8778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>
            <a:off x="9875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>
            <a:off x="10972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" name="Shape 229"/>
          <p:cNvSpPr/>
          <p:nvPr/>
        </p:nvSpPr>
        <p:spPr>
          <a:xfrm>
            <a:off x="12070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" name="Shape 230"/>
          <p:cNvSpPr/>
          <p:nvPr/>
        </p:nvSpPr>
        <p:spPr>
          <a:xfrm>
            <a:off x="13167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" name="Shape 231"/>
          <p:cNvSpPr/>
          <p:nvPr/>
        </p:nvSpPr>
        <p:spPr>
          <a:xfrm>
            <a:off x="14264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" name="Shape 232"/>
          <p:cNvSpPr/>
          <p:nvPr/>
        </p:nvSpPr>
        <p:spPr>
          <a:xfrm>
            <a:off x="15361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" name="Shape 233"/>
          <p:cNvSpPr/>
          <p:nvPr/>
        </p:nvSpPr>
        <p:spPr>
          <a:xfrm>
            <a:off x="16459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" name="Shape 234"/>
          <p:cNvSpPr/>
          <p:nvPr/>
        </p:nvSpPr>
        <p:spPr>
          <a:xfrm>
            <a:off x="17556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" name="Shape 235"/>
          <p:cNvSpPr/>
          <p:nvPr/>
        </p:nvSpPr>
        <p:spPr>
          <a:xfrm>
            <a:off x="18653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" name="Shape 236"/>
          <p:cNvSpPr/>
          <p:nvPr/>
        </p:nvSpPr>
        <p:spPr>
          <a:xfrm>
            <a:off x="19751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" name="Shape 237"/>
          <p:cNvSpPr/>
          <p:nvPr/>
        </p:nvSpPr>
        <p:spPr>
          <a:xfrm>
            <a:off x="20848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" name="Shape 238"/>
          <p:cNvSpPr/>
          <p:nvPr/>
        </p:nvSpPr>
        <p:spPr>
          <a:xfrm>
            <a:off x="21945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" name="Shape 239"/>
          <p:cNvSpPr/>
          <p:nvPr/>
        </p:nvSpPr>
        <p:spPr>
          <a:xfrm>
            <a:off x="23042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" name="Shape 240"/>
          <p:cNvSpPr/>
          <p:nvPr/>
        </p:nvSpPr>
        <p:spPr>
          <a:xfrm>
            <a:off x="24140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 241"/>
          <p:cNvSpPr/>
          <p:nvPr/>
        </p:nvSpPr>
        <p:spPr>
          <a:xfrm>
            <a:off x="25237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" name="Shape 242"/>
          <p:cNvSpPr/>
          <p:nvPr/>
        </p:nvSpPr>
        <p:spPr>
          <a:xfrm>
            <a:off x="26334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" name="Shape 243"/>
          <p:cNvSpPr/>
          <p:nvPr/>
        </p:nvSpPr>
        <p:spPr>
          <a:xfrm>
            <a:off x="27432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" name="Shape 244"/>
          <p:cNvSpPr/>
          <p:nvPr/>
        </p:nvSpPr>
        <p:spPr>
          <a:xfrm>
            <a:off x="28529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" name="Shape 245"/>
          <p:cNvSpPr/>
          <p:nvPr/>
        </p:nvSpPr>
        <p:spPr>
          <a:xfrm>
            <a:off x="29626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" name="Shape 246"/>
          <p:cNvSpPr/>
          <p:nvPr/>
        </p:nvSpPr>
        <p:spPr>
          <a:xfrm>
            <a:off x="30723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" name="Shape 247"/>
          <p:cNvSpPr/>
          <p:nvPr/>
        </p:nvSpPr>
        <p:spPr>
          <a:xfrm>
            <a:off x="31821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" name="Shape 248"/>
          <p:cNvSpPr/>
          <p:nvPr/>
        </p:nvSpPr>
        <p:spPr>
          <a:xfrm>
            <a:off x="32918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" name="Shape 249"/>
          <p:cNvSpPr/>
          <p:nvPr/>
        </p:nvSpPr>
        <p:spPr>
          <a:xfrm>
            <a:off x="34015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" name="Shape 250"/>
          <p:cNvSpPr/>
          <p:nvPr/>
        </p:nvSpPr>
        <p:spPr>
          <a:xfrm>
            <a:off x="35112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" name="Shape 251"/>
          <p:cNvSpPr/>
          <p:nvPr/>
        </p:nvSpPr>
        <p:spPr>
          <a:xfrm>
            <a:off x="36210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" name="Shape 252"/>
          <p:cNvSpPr/>
          <p:nvPr/>
        </p:nvSpPr>
        <p:spPr>
          <a:xfrm>
            <a:off x="37307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 253"/>
          <p:cNvSpPr/>
          <p:nvPr/>
        </p:nvSpPr>
        <p:spPr>
          <a:xfrm>
            <a:off x="38404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" name="Shape 254"/>
          <p:cNvSpPr/>
          <p:nvPr/>
        </p:nvSpPr>
        <p:spPr>
          <a:xfrm>
            <a:off x="39502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7" name="Shape 255"/>
          <p:cNvSpPr/>
          <p:nvPr/>
        </p:nvSpPr>
        <p:spPr>
          <a:xfrm>
            <a:off x="40599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8" name="Shape 256"/>
          <p:cNvSpPr/>
          <p:nvPr/>
        </p:nvSpPr>
        <p:spPr>
          <a:xfrm>
            <a:off x="41696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" name="Shape 257"/>
          <p:cNvSpPr/>
          <p:nvPr/>
        </p:nvSpPr>
        <p:spPr>
          <a:xfrm>
            <a:off x="42793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" name="Shape 258"/>
          <p:cNvSpPr/>
          <p:nvPr/>
        </p:nvSpPr>
        <p:spPr>
          <a:xfrm>
            <a:off x="43891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" name="Shape 259"/>
          <p:cNvSpPr/>
          <p:nvPr/>
        </p:nvSpPr>
        <p:spPr>
          <a:xfrm>
            <a:off x="44988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" name="Shape 260"/>
          <p:cNvSpPr/>
          <p:nvPr/>
        </p:nvSpPr>
        <p:spPr>
          <a:xfrm>
            <a:off x="46085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" name="Shape 261"/>
          <p:cNvSpPr/>
          <p:nvPr/>
        </p:nvSpPr>
        <p:spPr>
          <a:xfrm>
            <a:off x="47183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" name="Shape 262"/>
          <p:cNvSpPr/>
          <p:nvPr/>
        </p:nvSpPr>
        <p:spPr>
          <a:xfrm>
            <a:off x="48280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" name="Shape 263"/>
          <p:cNvSpPr/>
          <p:nvPr/>
        </p:nvSpPr>
        <p:spPr>
          <a:xfrm>
            <a:off x="49377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" name="Shape 264"/>
          <p:cNvSpPr/>
          <p:nvPr/>
        </p:nvSpPr>
        <p:spPr>
          <a:xfrm>
            <a:off x="50474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" name="Shape 265"/>
          <p:cNvSpPr/>
          <p:nvPr/>
        </p:nvSpPr>
        <p:spPr>
          <a:xfrm>
            <a:off x="51572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8" name="Shape 266"/>
          <p:cNvSpPr/>
          <p:nvPr/>
        </p:nvSpPr>
        <p:spPr>
          <a:xfrm>
            <a:off x="52669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9" name="Shape 267"/>
          <p:cNvSpPr/>
          <p:nvPr/>
        </p:nvSpPr>
        <p:spPr>
          <a:xfrm>
            <a:off x="53766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" name="Shape 268"/>
          <p:cNvSpPr/>
          <p:nvPr/>
        </p:nvSpPr>
        <p:spPr>
          <a:xfrm>
            <a:off x="54864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" name="Shape 269"/>
          <p:cNvSpPr/>
          <p:nvPr/>
        </p:nvSpPr>
        <p:spPr>
          <a:xfrm>
            <a:off x="55961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" name="Shape 270"/>
          <p:cNvSpPr/>
          <p:nvPr/>
        </p:nvSpPr>
        <p:spPr>
          <a:xfrm>
            <a:off x="57058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" name="Shape 271"/>
          <p:cNvSpPr/>
          <p:nvPr/>
        </p:nvSpPr>
        <p:spPr>
          <a:xfrm>
            <a:off x="58155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" name="Shape 272"/>
          <p:cNvSpPr/>
          <p:nvPr/>
        </p:nvSpPr>
        <p:spPr>
          <a:xfrm>
            <a:off x="59253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" name="Shape 273"/>
          <p:cNvSpPr/>
          <p:nvPr/>
        </p:nvSpPr>
        <p:spPr>
          <a:xfrm>
            <a:off x="60350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" name="Shape 274"/>
          <p:cNvSpPr/>
          <p:nvPr/>
        </p:nvSpPr>
        <p:spPr>
          <a:xfrm>
            <a:off x="61447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" name="Shape 275"/>
          <p:cNvSpPr/>
          <p:nvPr/>
        </p:nvSpPr>
        <p:spPr>
          <a:xfrm>
            <a:off x="62544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" name="Shape 276"/>
          <p:cNvSpPr/>
          <p:nvPr/>
        </p:nvSpPr>
        <p:spPr>
          <a:xfrm>
            <a:off x="63642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9" name="Shape 277"/>
          <p:cNvSpPr/>
          <p:nvPr/>
        </p:nvSpPr>
        <p:spPr>
          <a:xfrm>
            <a:off x="64739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0" name="Shape 278"/>
          <p:cNvSpPr/>
          <p:nvPr/>
        </p:nvSpPr>
        <p:spPr>
          <a:xfrm>
            <a:off x="65836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" name="Shape 279"/>
          <p:cNvSpPr/>
          <p:nvPr/>
        </p:nvSpPr>
        <p:spPr>
          <a:xfrm>
            <a:off x="66934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" name="Shape 280"/>
          <p:cNvSpPr/>
          <p:nvPr/>
        </p:nvSpPr>
        <p:spPr>
          <a:xfrm>
            <a:off x="68031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" name="Shape 281"/>
          <p:cNvSpPr/>
          <p:nvPr/>
        </p:nvSpPr>
        <p:spPr>
          <a:xfrm>
            <a:off x="69128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" name="Shape 282"/>
          <p:cNvSpPr/>
          <p:nvPr/>
        </p:nvSpPr>
        <p:spPr>
          <a:xfrm>
            <a:off x="70225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" name="Shape 283"/>
          <p:cNvSpPr/>
          <p:nvPr/>
        </p:nvSpPr>
        <p:spPr>
          <a:xfrm>
            <a:off x="71323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" name="Shape 284"/>
          <p:cNvSpPr/>
          <p:nvPr/>
        </p:nvSpPr>
        <p:spPr>
          <a:xfrm>
            <a:off x="72420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" name="Shape 285"/>
          <p:cNvSpPr/>
          <p:nvPr/>
        </p:nvSpPr>
        <p:spPr>
          <a:xfrm>
            <a:off x="73517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" name="Shape 286"/>
          <p:cNvSpPr/>
          <p:nvPr/>
        </p:nvSpPr>
        <p:spPr>
          <a:xfrm>
            <a:off x="74615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" name="Shape 287"/>
          <p:cNvSpPr/>
          <p:nvPr/>
        </p:nvSpPr>
        <p:spPr>
          <a:xfrm>
            <a:off x="75712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0" name="Shape 288"/>
          <p:cNvSpPr/>
          <p:nvPr/>
        </p:nvSpPr>
        <p:spPr>
          <a:xfrm>
            <a:off x="76809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" name="Shape 289"/>
          <p:cNvSpPr/>
          <p:nvPr/>
        </p:nvSpPr>
        <p:spPr>
          <a:xfrm>
            <a:off x="77906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" name="Shape 290"/>
          <p:cNvSpPr/>
          <p:nvPr/>
        </p:nvSpPr>
        <p:spPr>
          <a:xfrm>
            <a:off x="79004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" name="Shape 291"/>
          <p:cNvSpPr/>
          <p:nvPr/>
        </p:nvSpPr>
        <p:spPr>
          <a:xfrm>
            <a:off x="80101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" name="Shape 292"/>
          <p:cNvSpPr/>
          <p:nvPr/>
        </p:nvSpPr>
        <p:spPr>
          <a:xfrm>
            <a:off x="81198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" name="Shape 293"/>
          <p:cNvSpPr/>
          <p:nvPr/>
        </p:nvSpPr>
        <p:spPr>
          <a:xfrm>
            <a:off x="82296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" name="Shape 294"/>
          <p:cNvSpPr/>
          <p:nvPr/>
        </p:nvSpPr>
        <p:spPr>
          <a:xfrm>
            <a:off x="83393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" name="Shape 295"/>
          <p:cNvSpPr/>
          <p:nvPr/>
        </p:nvSpPr>
        <p:spPr>
          <a:xfrm>
            <a:off x="84490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" name="Shape 296"/>
          <p:cNvSpPr/>
          <p:nvPr/>
        </p:nvSpPr>
        <p:spPr>
          <a:xfrm>
            <a:off x="85587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" name="Shape 297"/>
          <p:cNvSpPr/>
          <p:nvPr/>
        </p:nvSpPr>
        <p:spPr>
          <a:xfrm>
            <a:off x="86685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0" name="Shape 298"/>
          <p:cNvSpPr/>
          <p:nvPr/>
        </p:nvSpPr>
        <p:spPr>
          <a:xfrm>
            <a:off x="87782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1" name="Shape 299"/>
          <p:cNvSpPr/>
          <p:nvPr/>
        </p:nvSpPr>
        <p:spPr>
          <a:xfrm>
            <a:off x="88879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" name="Shape 300"/>
          <p:cNvSpPr/>
          <p:nvPr/>
        </p:nvSpPr>
        <p:spPr>
          <a:xfrm>
            <a:off x="89976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" name="Shape 301"/>
          <p:cNvSpPr/>
          <p:nvPr/>
        </p:nvSpPr>
        <p:spPr>
          <a:xfrm>
            <a:off x="910742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4" name="Shape 302"/>
          <p:cNvSpPr/>
          <p:nvPr/>
        </p:nvSpPr>
        <p:spPr>
          <a:xfrm>
            <a:off x="921715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" name="Shape 303"/>
          <p:cNvSpPr/>
          <p:nvPr/>
        </p:nvSpPr>
        <p:spPr>
          <a:xfrm>
            <a:off x="932688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6" name="Shape 304"/>
          <p:cNvSpPr/>
          <p:nvPr/>
        </p:nvSpPr>
        <p:spPr>
          <a:xfrm>
            <a:off x="943660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" name="Shape 305"/>
          <p:cNvSpPr/>
          <p:nvPr/>
        </p:nvSpPr>
        <p:spPr>
          <a:xfrm>
            <a:off x="954633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8" name="Shape 306"/>
          <p:cNvSpPr/>
          <p:nvPr/>
        </p:nvSpPr>
        <p:spPr>
          <a:xfrm>
            <a:off x="965606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" name="Shape 307"/>
          <p:cNvSpPr/>
          <p:nvPr/>
        </p:nvSpPr>
        <p:spPr>
          <a:xfrm>
            <a:off x="976579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0" name="Shape 308"/>
          <p:cNvSpPr/>
          <p:nvPr/>
        </p:nvSpPr>
        <p:spPr>
          <a:xfrm>
            <a:off x="987552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1" name="Shape 309"/>
          <p:cNvSpPr/>
          <p:nvPr/>
        </p:nvSpPr>
        <p:spPr>
          <a:xfrm>
            <a:off x="998524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2" name="Shape 310"/>
          <p:cNvSpPr/>
          <p:nvPr/>
        </p:nvSpPr>
        <p:spPr>
          <a:xfrm>
            <a:off x="1009497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" name="Shape 311"/>
          <p:cNvSpPr/>
          <p:nvPr/>
        </p:nvSpPr>
        <p:spPr>
          <a:xfrm>
            <a:off x="1020470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4" name="Shape 312"/>
          <p:cNvSpPr/>
          <p:nvPr/>
        </p:nvSpPr>
        <p:spPr>
          <a:xfrm>
            <a:off x="1031443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" name="Shape 313"/>
          <p:cNvSpPr/>
          <p:nvPr/>
        </p:nvSpPr>
        <p:spPr>
          <a:xfrm>
            <a:off x="1042416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6" name="Shape 314"/>
          <p:cNvSpPr/>
          <p:nvPr/>
        </p:nvSpPr>
        <p:spPr>
          <a:xfrm>
            <a:off x="1053388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7" name="Shape 315"/>
          <p:cNvSpPr/>
          <p:nvPr/>
        </p:nvSpPr>
        <p:spPr>
          <a:xfrm>
            <a:off x="1064361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8" name="Shape 316"/>
          <p:cNvSpPr/>
          <p:nvPr/>
        </p:nvSpPr>
        <p:spPr>
          <a:xfrm>
            <a:off x="1075334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9" name="Shape 317"/>
          <p:cNvSpPr/>
          <p:nvPr/>
        </p:nvSpPr>
        <p:spPr>
          <a:xfrm>
            <a:off x="1086307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0" name="Shape 318"/>
          <p:cNvSpPr/>
          <p:nvPr/>
        </p:nvSpPr>
        <p:spPr>
          <a:xfrm>
            <a:off x="1097280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" name="Shape 319"/>
          <p:cNvSpPr/>
          <p:nvPr/>
        </p:nvSpPr>
        <p:spPr>
          <a:xfrm>
            <a:off x="1108252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2" name="Shape 320"/>
          <p:cNvSpPr/>
          <p:nvPr/>
        </p:nvSpPr>
        <p:spPr>
          <a:xfrm>
            <a:off x="1119225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3" name="Shape 321"/>
          <p:cNvSpPr/>
          <p:nvPr/>
        </p:nvSpPr>
        <p:spPr>
          <a:xfrm>
            <a:off x="11301984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4" name="Shape 322"/>
          <p:cNvSpPr/>
          <p:nvPr/>
        </p:nvSpPr>
        <p:spPr>
          <a:xfrm>
            <a:off x="11411712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5" name="Shape 323"/>
          <p:cNvSpPr/>
          <p:nvPr/>
        </p:nvSpPr>
        <p:spPr>
          <a:xfrm>
            <a:off x="11521440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6" name="Shape 324"/>
          <p:cNvSpPr/>
          <p:nvPr/>
        </p:nvSpPr>
        <p:spPr>
          <a:xfrm>
            <a:off x="11631168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" name="Shape 325"/>
          <p:cNvSpPr/>
          <p:nvPr/>
        </p:nvSpPr>
        <p:spPr>
          <a:xfrm>
            <a:off x="11740896" y="15910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" name="Shape 326"/>
          <p:cNvSpPr/>
          <p:nvPr/>
        </p:nvSpPr>
        <p:spPr>
          <a:xfrm>
            <a:off x="548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" name="Shape 327"/>
          <p:cNvSpPr/>
          <p:nvPr/>
        </p:nvSpPr>
        <p:spPr>
          <a:xfrm>
            <a:off x="1645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" name="Shape 328"/>
          <p:cNvSpPr/>
          <p:nvPr/>
        </p:nvSpPr>
        <p:spPr>
          <a:xfrm>
            <a:off x="2743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" name="Shape 329"/>
          <p:cNvSpPr/>
          <p:nvPr/>
        </p:nvSpPr>
        <p:spPr>
          <a:xfrm>
            <a:off x="3840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" name="Shape 330"/>
          <p:cNvSpPr/>
          <p:nvPr/>
        </p:nvSpPr>
        <p:spPr>
          <a:xfrm>
            <a:off x="4937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3" name="Shape 331"/>
          <p:cNvSpPr/>
          <p:nvPr/>
        </p:nvSpPr>
        <p:spPr>
          <a:xfrm>
            <a:off x="6035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4" name="Shape 332"/>
          <p:cNvSpPr/>
          <p:nvPr/>
        </p:nvSpPr>
        <p:spPr>
          <a:xfrm>
            <a:off x="7132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" name="Shape 333"/>
          <p:cNvSpPr/>
          <p:nvPr/>
        </p:nvSpPr>
        <p:spPr>
          <a:xfrm>
            <a:off x="8229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" name="Shape 334"/>
          <p:cNvSpPr/>
          <p:nvPr/>
        </p:nvSpPr>
        <p:spPr>
          <a:xfrm>
            <a:off x="9326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" name="Shape 335"/>
          <p:cNvSpPr/>
          <p:nvPr/>
        </p:nvSpPr>
        <p:spPr>
          <a:xfrm>
            <a:off x="10424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" name="Shape 336"/>
          <p:cNvSpPr/>
          <p:nvPr/>
        </p:nvSpPr>
        <p:spPr>
          <a:xfrm>
            <a:off x="11521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" name="Shape 337"/>
          <p:cNvSpPr/>
          <p:nvPr/>
        </p:nvSpPr>
        <p:spPr>
          <a:xfrm>
            <a:off x="12618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" name="Shape 338"/>
          <p:cNvSpPr/>
          <p:nvPr/>
        </p:nvSpPr>
        <p:spPr>
          <a:xfrm>
            <a:off x="13716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" name="Shape 339"/>
          <p:cNvSpPr/>
          <p:nvPr/>
        </p:nvSpPr>
        <p:spPr>
          <a:xfrm>
            <a:off x="14813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" name="Shape 340"/>
          <p:cNvSpPr/>
          <p:nvPr/>
        </p:nvSpPr>
        <p:spPr>
          <a:xfrm>
            <a:off x="15910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1"/>
          <p:cNvSpPr/>
          <p:nvPr/>
        </p:nvSpPr>
        <p:spPr>
          <a:xfrm>
            <a:off x="17007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4" name="Shape 342"/>
          <p:cNvSpPr/>
          <p:nvPr/>
        </p:nvSpPr>
        <p:spPr>
          <a:xfrm>
            <a:off x="18105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" name="Shape 343"/>
          <p:cNvSpPr/>
          <p:nvPr/>
        </p:nvSpPr>
        <p:spPr>
          <a:xfrm>
            <a:off x="19202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" name="Shape 344"/>
          <p:cNvSpPr/>
          <p:nvPr/>
        </p:nvSpPr>
        <p:spPr>
          <a:xfrm>
            <a:off x="20299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" name="Shape 345"/>
          <p:cNvSpPr/>
          <p:nvPr/>
        </p:nvSpPr>
        <p:spPr>
          <a:xfrm>
            <a:off x="21396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" name="Shape 346"/>
          <p:cNvSpPr/>
          <p:nvPr/>
        </p:nvSpPr>
        <p:spPr>
          <a:xfrm>
            <a:off x="22494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" name="Shape 347"/>
          <p:cNvSpPr/>
          <p:nvPr/>
        </p:nvSpPr>
        <p:spPr>
          <a:xfrm>
            <a:off x="23591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" name="Shape 348"/>
          <p:cNvSpPr/>
          <p:nvPr/>
        </p:nvSpPr>
        <p:spPr>
          <a:xfrm>
            <a:off x="24688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" name="Shape 349"/>
          <p:cNvSpPr/>
          <p:nvPr/>
        </p:nvSpPr>
        <p:spPr>
          <a:xfrm>
            <a:off x="25786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" name="Shape 350"/>
          <p:cNvSpPr/>
          <p:nvPr/>
        </p:nvSpPr>
        <p:spPr>
          <a:xfrm>
            <a:off x="26883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" name="Shape 351"/>
          <p:cNvSpPr/>
          <p:nvPr/>
        </p:nvSpPr>
        <p:spPr>
          <a:xfrm>
            <a:off x="27980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4" name="Shape 352"/>
          <p:cNvSpPr/>
          <p:nvPr/>
        </p:nvSpPr>
        <p:spPr>
          <a:xfrm>
            <a:off x="29077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5" name="Shape 353"/>
          <p:cNvSpPr/>
          <p:nvPr/>
        </p:nvSpPr>
        <p:spPr>
          <a:xfrm>
            <a:off x="30175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" name="Shape 354"/>
          <p:cNvSpPr/>
          <p:nvPr/>
        </p:nvSpPr>
        <p:spPr>
          <a:xfrm>
            <a:off x="31272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" name="Shape 355"/>
          <p:cNvSpPr/>
          <p:nvPr/>
        </p:nvSpPr>
        <p:spPr>
          <a:xfrm>
            <a:off x="32369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" name="Shape 356"/>
          <p:cNvSpPr/>
          <p:nvPr/>
        </p:nvSpPr>
        <p:spPr>
          <a:xfrm>
            <a:off x="33467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" name="Shape 357"/>
          <p:cNvSpPr/>
          <p:nvPr/>
        </p:nvSpPr>
        <p:spPr>
          <a:xfrm>
            <a:off x="34564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" name="Shape 358"/>
          <p:cNvSpPr/>
          <p:nvPr/>
        </p:nvSpPr>
        <p:spPr>
          <a:xfrm>
            <a:off x="35661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" name="Shape 359"/>
          <p:cNvSpPr/>
          <p:nvPr/>
        </p:nvSpPr>
        <p:spPr>
          <a:xfrm>
            <a:off x="36758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" name="Shape 360"/>
          <p:cNvSpPr/>
          <p:nvPr/>
        </p:nvSpPr>
        <p:spPr>
          <a:xfrm>
            <a:off x="37856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" name="Shape 361"/>
          <p:cNvSpPr/>
          <p:nvPr/>
        </p:nvSpPr>
        <p:spPr>
          <a:xfrm>
            <a:off x="38953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" name="Shape 362"/>
          <p:cNvSpPr/>
          <p:nvPr/>
        </p:nvSpPr>
        <p:spPr>
          <a:xfrm>
            <a:off x="40050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5" name="Shape 363"/>
          <p:cNvSpPr/>
          <p:nvPr/>
        </p:nvSpPr>
        <p:spPr>
          <a:xfrm>
            <a:off x="41148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6" name="Shape 364"/>
          <p:cNvSpPr/>
          <p:nvPr/>
        </p:nvSpPr>
        <p:spPr>
          <a:xfrm>
            <a:off x="42245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" name="Shape 365"/>
          <p:cNvSpPr/>
          <p:nvPr/>
        </p:nvSpPr>
        <p:spPr>
          <a:xfrm>
            <a:off x="43342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" name="Shape 366"/>
          <p:cNvSpPr/>
          <p:nvPr/>
        </p:nvSpPr>
        <p:spPr>
          <a:xfrm>
            <a:off x="44439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" name="Shape 367"/>
          <p:cNvSpPr/>
          <p:nvPr/>
        </p:nvSpPr>
        <p:spPr>
          <a:xfrm>
            <a:off x="45537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" name="Shape 368"/>
          <p:cNvSpPr/>
          <p:nvPr/>
        </p:nvSpPr>
        <p:spPr>
          <a:xfrm>
            <a:off x="46634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" name="Shape 369"/>
          <p:cNvSpPr/>
          <p:nvPr/>
        </p:nvSpPr>
        <p:spPr>
          <a:xfrm>
            <a:off x="47731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" name="Shape 370"/>
          <p:cNvSpPr/>
          <p:nvPr/>
        </p:nvSpPr>
        <p:spPr>
          <a:xfrm>
            <a:off x="48828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" name="Shape 371"/>
          <p:cNvSpPr/>
          <p:nvPr/>
        </p:nvSpPr>
        <p:spPr>
          <a:xfrm>
            <a:off x="49926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" name="Shape 372"/>
          <p:cNvSpPr/>
          <p:nvPr/>
        </p:nvSpPr>
        <p:spPr>
          <a:xfrm>
            <a:off x="51023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" name="Shape 373"/>
          <p:cNvSpPr/>
          <p:nvPr/>
        </p:nvSpPr>
        <p:spPr>
          <a:xfrm>
            <a:off x="52120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6" name="Shape 374"/>
          <p:cNvSpPr/>
          <p:nvPr/>
        </p:nvSpPr>
        <p:spPr>
          <a:xfrm>
            <a:off x="53218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7" name="Shape 375"/>
          <p:cNvSpPr/>
          <p:nvPr/>
        </p:nvSpPr>
        <p:spPr>
          <a:xfrm>
            <a:off x="54315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" name="Shape 376"/>
          <p:cNvSpPr/>
          <p:nvPr/>
        </p:nvSpPr>
        <p:spPr>
          <a:xfrm>
            <a:off x="55412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" name="Shape 377"/>
          <p:cNvSpPr/>
          <p:nvPr/>
        </p:nvSpPr>
        <p:spPr>
          <a:xfrm>
            <a:off x="56509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" name="Shape 378"/>
          <p:cNvSpPr/>
          <p:nvPr/>
        </p:nvSpPr>
        <p:spPr>
          <a:xfrm>
            <a:off x="57607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" name="Shape 379"/>
          <p:cNvSpPr/>
          <p:nvPr/>
        </p:nvSpPr>
        <p:spPr>
          <a:xfrm>
            <a:off x="58704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" name="Shape 380"/>
          <p:cNvSpPr/>
          <p:nvPr/>
        </p:nvSpPr>
        <p:spPr>
          <a:xfrm>
            <a:off x="59801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" name="Shape 381"/>
          <p:cNvSpPr/>
          <p:nvPr/>
        </p:nvSpPr>
        <p:spPr>
          <a:xfrm>
            <a:off x="60899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" name="Shape 382"/>
          <p:cNvSpPr/>
          <p:nvPr/>
        </p:nvSpPr>
        <p:spPr>
          <a:xfrm>
            <a:off x="61996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" name="Shape 383"/>
          <p:cNvSpPr/>
          <p:nvPr/>
        </p:nvSpPr>
        <p:spPr>
          <a:xfrm>
            <a:off x="63093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" name="Shape 384"/>
          <p:cNvSpPr/>
          <p:nvPr/>
        </p:nvSpPr>
        <p:spPr>
          <a:xfrm>
            <a:off x="64190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7" name="Shape 385"/>
          <p:cNvSpPr/>
          <p:nvPr/>
        </p:nvSpPr>
        <p:spPr>
          <a:xfrm>
            <a:off x="65288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8" name="Shape 386"/>
          <p:cNvSpPr/>
          <p:nvPr/>
        </p:nvSpPr>
        <p:spPr>
          <a:xfrm>
            <a:off x="66385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" name="Shape 387"/>
          <p:cNvSpPr/>
          <p:nvPr/>
        </p:nvSpPr>
        <p:spPr>
          <a:xfrm>
            <a:off x="67482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" name="Shape 388"/>
          <p:cNvSpPr/>
          <p:nvPr/>
        </p:nvSpPr>
        <p:spPr>
          <a:xfrm>
            <a:off x="68580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" name="Shape 389"/>
          <p:cNvSpPr/>
          <p:nvPr/>
        </p:nvSpPr>
        <p:spPr>
          <a:xfrm>
            <a:off x="69677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" name="Shape 390"/>
          <p:cNvSpPr/>
          <p:nvPr/>
        </p:nvSpPr>
        <p:spPr>
          <a:xfrm>
            <a:off x="70774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" name="Shape 391"/>
          <p:cNvSpPr/>
          <p:nvPr/>
        </p:nvSpPr>
        <p:spPr>
          <a:xfrm>
            <a:off x="71871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" name="Shape 392"/>
          <p:cNvSpPr/>
          <p:nvPr/>
        </p:nvSpPr>
        <p:spPr>
          <a:xfrm>
            <a:off x="72969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" name="Shape 393"/>
          <p:cNvSpPr/>
          <p:nvPr/>
        </p:nvSpPr>
        <p:spPr>
          <a:xfrm>
            <a:off x="74066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" name="Shape 394"/>
          <p:cNvSpPr/>
          <p:nvPr/>
        </p:nvSpPr>
        <p:spPr>
          <a:xfrm>
            <a:off x="75163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" name="Shape 395"/>
          <p:cNvSpPr/>
          <p:nvPr/>
        </p:nvSpPr>
        <p:spPr>
          <a:xfrm>
            <a:off x="76260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8" name="Shape 396"/>
          <p:cNvSpPr/>
          <p:nvPr/>
        </p:nvSpPr>
        <p:spPr>
          <a:xfrm>
            <a:off x="77358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9" name="Shape 397"/>
          <p:cNvSpPr/>
          <p:nvPr/>
        </p:nvSpPr>
        <p:spPr>
          <a:xfrm>
            <a:off x="78455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" name="Shape 398"/>
          <p:cNvSpPr/>
          <p:nvPr/>
        </p:nvSpPr>
        <p:spPr>
          <a:xfrm>
            <a:off x="79552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" name="Shape 399"/>
          <p:cNvSpPr/>
          <p:nvPr/>
        </p:nvSpPr>
        <p:spPr>
          <a:xfrm>
            <a:off x="80650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" name="Shape 400"/>
          <p:cNvSpPr/>
          <p:nvPr/>
        </p:nvSpPr>
        <p:spPr>
          <a:xfrm>
            <a:off x="81747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" name="Shape 401"/>
          <p:cNvSpPr/>
          <p:nvPr/>
        </p:nvSpPr>
        <p:spPr>
          <a:xfrm>
            <a:off x="82844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" name="Shape 402"/>
          <p:cNvSpPr/>
          <p:nvPr/>
        </p:nvSpPr>
        <p:spPr>
          <a:xfrm>
            <a:off x="83941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" name="Shape 403"/>
          <p:cNvSpPr/>
          <p:nvPr/>
        </p:nvSpPr>
        <p:spPr>
          <a:xfrm>
            <a:off x="85039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" name="Shape 404"/>
          <p:cNvSpPr/>
          <p:nvPr/>
        </p:nvSpPr>
        <p:spPr>
          <a:xfrm>
            <a:off x="86136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" name="Shape 405"/>
          <p:cNvSpPr/>
          <p:nvPr/>
        </p:nvSpPr>
        <p:spPr>
          <a:xfrm>
            <a:off x="87233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8" name="Shape 406"/>
          <p:cNvSpPr/>
          <p:nvPr/>
        </p:nvSpPr>
        <p:spPr>
          <a:xfrm>
            <a:off x="88331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9" name="Shape 407"/>
          <p:cNvSpPr/>
          <p:nvPr/>
        </p:nvSpPr>
        <p:spPr>
          <a:xfrm>
            <a:off x="89428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" name="Shape 408"/>
          <p:cNvSpPr/>
          <p:nvPr/>
        </p:nvSpPr>
        <p:spPr>
          <a:xfrm>
            <a:off x="90525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1" name="Shape 409"/>
          <p:cNvSpPr/>
          <p:nvPr/>
        </p:nvSpPr>
        <p:spPr>
          <a:xfrm>
            <a:off x="916228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2" name="Shape 410"/>
          <p:cNvSpPr/>
          <p:nvPr/>
        </p:nvSpPr>
        <p:spPr>
          <a:xfrm>
            <a:off x="927201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3" name="Shape 411"/>
          <p:cNvSpPr/>
          <p:nvPr/>
        </p:nvSpPr>
        <p:spPr>
          <a:xfrm>
            <a:off x="938174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4" name="Shape 412"/>
          <p:cNvSpPr/>
          <p:nvPr/>
        </p:nvSpPr>
        <p:spPr>
          <a:xfrm>
            <a:off x="949147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5" name="Shape 413"/>
          <p:cNvSpPr/>
          <p:nvPr/>
        </p:nvSpPr>
        <p:spPr>
          <a:xfrm>
            <a:off x="960120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6" name="Shape 414"/>
          <p:cNvSpPr/>
          <p:nvPr/>
        </p:nvSpPr>
        <p:spPr>
          <a:xfrm>
            <a:off x="971092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7" name="Shape 415"/>
          <p:cNvSpPr/>
          <p:nvPr/>
        </p:nvSpPr>
        <p:spPr>
          <a:xfrm>
            <a:off x="982065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8" name="Shape 416"/>
          <p:cNvSpPr/>
          <p:nvPr/>
        </p:nvSpPr>
        <p:spPr>
          <a:xfrm>
            <a:off x="993038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9" name="Shape 417"/>
          <p:cNvSpPr/>
          <p:nvPr/>
        </p:nvSpPr>
        <p:spPr>
          <a:xfrm>
            <a:off x="1004011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0" name="Shape 418"/>
          <p:cNvSpPr/>
          <p:nvPr/>
        </p:nvSpPr>
        <p:spPr>
          <a:xfrm>
            <a:off x="1014984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1" name="Shape 419"/>
          <p:cNvSpPr/>
          <p:nvPr/>
        </p:nvSpPr>
        <p:spPr>
          <a:xfrm>
            <a:off x="1025956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2" name="Shape 420"/>
          <p:cNvSpPr/>
          <p:nvPr/>
        </p:nvSpPr>
        <p:spPr>
          <a:xfrm>
            <a:off x="1036929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3" name="Shape 421"/>
          <p:cNvSpPr/>
          <p:nvPr/>
        </p:nvSpPr>
        <p:spPr>
          <a:xfrm>
            <a:off x="1047902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4" name="Shape 422"/>
          <p:cNvSpPr/>
          <p:nvPr/>
        </p:nvSpPr>
        <p:spPr>
          <a:xfrm>
            <a:off x="1058875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5" name="Shape 423"/>
          <p:cNvSpPr/>
          <p:nvPr/>
        </p:nvSpPr>
        <p:spPr>
          <a:xfrm>
            <a:off x="1069848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6" name="Shape 424"/>
          <p:cNvSpPr/>
          <p:nvPr/>
        </p:nvSpPr>
        <p:spPr>
          <a:xfrm>
            <a:off x="1080820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7" name="Shape 425"/>
          <p:cNvSpPr/>
          <p:nvPr/>
        </p:nvSpPr>
        <p:spPr>
          <a:xfrm>
            <a:off x="1091793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8" name="Shape 426"/>
          <p:cNvSpPr/>
          <p:nvPr/>
        </p:nvSpPr>
        <p:spPr>
          <a:xfrm>
            <a:off x="1102766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9" name="Shape 427"/>
          <p:cNvSpPr/>
          <p:nvPr/>
        </p:nvSpPr>
        <p:spPr>
          <a:xfrm>
            <a:off x="1113739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0" name="Shape 428"/>
          <p:cNvSpPr/>
          <p:nvPr/>
        </p:nvSpPr>
        <p:spPr>
          <a:xfrm>
            <a:off x="1124712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1" name="Shape 429"/>
          <p:cNvSpPr/>
          <p:nvPr/>
        </p:nvSpPr>
        <p:spPr>
          <a:xfrm>
            <a:off x="11356848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2" name="Shape 430"/>
          <p:cNvSpPr/>
          <p:nvPr/>
        </p:nvSpPr>
        <p:spPr>
          <a:xfrm>
            <a:off x="11466576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3" name="Shape 431"/>
          <p:cNvSpPr/>
          <p:nvPr/>
        </p:nvSpPr>
        <p:spPr>
          <a:xfrm>
            <a:off x="11576304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4" name="Shape 432"/>
          <p:cNvSpPr/>
          <p:nvPr/>
        </p:nvSpPr>
        <p:spPr>
          <a:xfrm>
            <a:off x="11686032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5" name="Shape 433"/>
          <p:cNvSpPr/>
          <p:nvPr/>
        </p:nvSpPr>
        <p:spPr>
          <a:xfrm>
            <a:off x="11795760" y="17007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" name="Shape 434"/>
          <p:cNvSpPr/>
          <p:nvPr/>
        </p:nvSpPr>
        <p:spPr>
          <a:xfrm>
            <a:off x="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" name="Shape 435"/>
          <p:cNvSpPr/>
          <p:nvPr/>
        </p:nvSpPr>
        <p:spPr>
          <a:xfrm>
            <a:off x="1097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" name="Shape 436"/>
          <p:cNvSpPr/>
          <p:nvPr/>
        </p:nvSpPr>
        <p:spPr>
          <a:xfrm>
            <a:off x="2194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" name="Shape 437"/>
          <p:cNvSpPr/>
          <p:nvPr/>
        </p:nvSpPr>
        <p:spPr>
          <a:xfrm>
            <a:off x="3291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" name="Shape 438"/>
          <p:cNvSpPr/>
          <p:nvPr/>
        </p:nvSpPr>
        <p:spPr>
          <a:xfrm>
            <a:off x="4389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1" name="Shape 439"/>
          <p:cNvSpPr/>
          <p:nvPr/>
        </p:nvSpPr>
        <p:spPr>
          <a:xfrm>
            <a:off x="5486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2" name="Shape 440"/>
          <p:cNvSpPr/>
          <p:nvPr/>
        </p:nvSpPr>
        <p:spPr>
          <a:xfrm>
            <a:off x="6583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" name="Shape 441"/>
          <p:cNvSpPr/>
          <p:nvPr/>
        </p:nvSpPr>
        <p:spPr>
          <a:xfrm>
            <a:off x="7680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" name="Shape 442"/>
          <p:cNvSpPr/>
          <p:nvPr/>
        </p:nvSpPr>
        <p:spPr>
          <a:xfrm>
            <a:off x="8778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" name="Shape 443"/>
          <p:cNvSpPr/>
          <p:nvPr/>
        </p:nvSpPr>
        <p:spPr>
          <a:xfrm>
            <a:off x="9875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" name="Shape 444"/>
          <p:cNvSpPr/>
          <p:nvPr/>
        </p:nvSpPr>
        <p:spPr>
          <a:xfrm>
            <a:off x="10972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" name="Shape 445"/>
          <p:cNvSpPr/>
          <p:nvPr/>
        </p:nvSpPr>
        <p:spPr>
          <a:xfrm>
            <a:off x="12070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" name="Shape 446"/>
          <p:cNvSpPr/>
          <p:nvPr/>
        </p:nvSpPr>
        <p:spPr>
          <a:xfrm>
            <a:off x="13167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" name="Shape 447"/>
          <p:cNvSpPr/>
          <p:nvPr/>
        </p:nvSpPr>
        <p:spPr>
          <a:xfrm>
            <a:off x="14264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" name="Shape 448"/>
          <p:cNvSpPr/>
          <p:nvPr/>
        </p:nvSpPr>
        <p:spPr>
          <a:xfrm>
            <a:off x="15361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" name="Shape 449"/>
          <p:cNvSpPr/>
          <p:nvPr/>
        </p:nvSpPr>
        <p:spPr>
          <a:xfrm>
            <a:off x="16459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2" name="Shape 450"/>
          <p:cNvSpPr/>
          <p:nvPr/>
        </p:nvSpPr>
        <p:spPr>
          <a:xfrm>
            <a:off x="17556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" name="Shape 451"/>
          <p:cNvSpPr/>
          <p:nvPr/>
        </p:nvSpPr>
        <p:spPr>
          <a:xfrm>
            <a:off x="18653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" name="Shape 452"/>
          <p:cNvSpPr/>
          <p:nvPr/>
        </p:nvSpPr>
        <p:spPr>
          <a:xfrm>
            <a:off x="19751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" name="Shape 453"/>
          <p:cNvSpPr/>
          <p:nvPr/>
        </p:nvSpPr>
        <p:spPr>
          <a:xfrm>
            <a:off x="20848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" name="Shape 454"/>
          <p:cNvSpPr/>
          <p:nvPr/>
        </p:nvSpPr>
        <p:spPr>
          <a:xfrm>
            <a:off x="21945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" name="Shape 455"/>
          <p:cNvSpPr/>
          <p:nvPr/>
        </p:nvSpPr>
        <p:spPr>
          <a:xfrm>
            <a:off x="23042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" name="Shape 456"/>
          <p:cNvSpPr/>
          <p:nvPr/>
        </p:nvSpPr>
        <p:spPr>
          <a:xfrm>
            <a:off x="24140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" name="Shape 457"/>
          <p:cNvSpPr/>
          <p:nvPr/>
        </p:nvSpPr>
        <p:spPr>
          <a:xfrm>
            <a:off x="25237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" name="Shape 458"/>
          <p:cNvSpPr/>
          <p:nvPr/>
        </p:nvSpPr>
        <p:spPr>
          <a:xfrm>
            <a:off x="26334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" name="Shape 459"/>
          <p:cNvSpPr/>
          <p:nvPr/>
        </p:nvSpPr>
        <p:spPr>
          <a:xfrm>
            <a:off x="27432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2" name="Shape 460"/>
          <p:cNvSpPr/>
          <p:nvPr/>
        </p:nvSpPr>
        <p:spPr>
          <a:xfrm>
            <a:off x="28529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3" name="Shape 461"/>
          <p:cNvSpPr/>
          <p:nvPr/>
        </p:nvSpPr>
        <p:spPr>
          <a:xfrm>
            <a:off x="29626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" name="Shape 462"/>
          <p:cNvSpPr/>
          <p:nvPr/>
        </p:nvSpPr>
        <p:spPr>
          <a:xfrm>
            <a:off x="30723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" name="Shape 463"/>
          <p:cNvSpPr/>
          <p:nvPr/>
        </p:nvSpPr>
        <p:spPr>
          <a:xfrm>
            <a:off x="31821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" name="Shape 464"/>
          <p:cNvSpPr/>
          <p:nvPr/>
        </p:nvSpPr>
        <p:spPr>
          <a:xfrm>
            <a:off x="32918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" name="Shape 465"/>
          <p:cNvSpPr/>
          <p:nvPr/>
        </p:nvSpPr>
        <p:spPr>
          <a:xfrm>
            <a:off x="34015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" name="Shape 466"/>
          <p:cNvSpPr/>
          <p:nvPr/>
        </p:nvSpPr>
        <p:spPr>
          <a:xfrm>
            <a:off x="35112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" name="Shape 467"/>
          <p:cNvSpPr/>
          <p:nvPr/>
        </p:nvSpPr>
        <p:spPr>
          <a:xfrm>
            <a:off x="36210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" name="Shape 468"/>
          <p:cNvSpPr/>
          <p:nvPr/>
        </p:nvSpPr>
        <p:spPr>
          <a:xfrm>
            <a:off x="37307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" name="Shape 469"/>
          <p:cNvSpPr/>
          <p:nvPr/>
        </p:nvSpPr>
        <p:spPr>
          <a:xfrm>
            <a:off x="38404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" name="Shape 470"/>
          <p:cNvSpPr/>
          <p:nvPr/>
        </p:nvSpPr>
        <p:spPr>
          <a:xfrm>
            <a:off x="39502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3" name="Shape 471"/>
          <p:cNvSpPr/>
          <p:nvPr/>
        </p:nvSpPr>
        <p:spPr>
          <a:xfrm>
            <a:off x="40599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4" name="Shape 472"/>
          <p:cNvSpPr/>
          <p:nvPr/>
        </p:nvSpPr>
        <p:spPr>
          <a:xfrm>
            <a:off x="41696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" name="Shape 473"/>
          <p:cNvSpPr/>
          <p:nvPr/>
        </p:nvSpPr>
        <p:spPr>
          <a:xfrm>
            <a:off x="42793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" name="Shape 474"/>
          <p:cNvSpPr/>
          <p:nvPr/>
        </p:nvSpPr>
        <p:spPr>
          <a:xfrm>
            <a:off x="43891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" name="Shape 475"/>
          <p:cNvSpPr/>
          <p:nvPr/>
        </p:nvSpPr>
        <p:spPr>
          <a:xfrm>
            <a:off x="44988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" name="Shape 476"/>
          <p:cNvSpPr/>
          <p:nvPr/>
        </p:nvSpPr>
        <p:spPr>
          <a:xfrm>
            <a:off x="46085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" name="Shape 477"/>
          <p:cNvSpPr/>
          <p:nvPr/>
        </p:nvSpPr>
        <p:spPr>
          <a:xfrm>
            <a:off x="47183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" name="Shape 478"/>
          <p:cNvSpPr/>
          <p:nvPr/>
        </p:nvSpPr>
        <p:spPr>
          <a:xfrm>
            <a:off x="48280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" name="Shape 479"/>
          <p:cNvSpPr/>
          <p:nvPr/>
        </p:nvSpPr>
        <p:spPr>
          <a:xfrm>
            <a:off x="49377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" name="Shape 480"/>
          <p:cNvSpPr/>
          <p:nvPr/>
        </p:nvSpPr>
        <p:spPr>
          <a:xfrm>
            <a:off x="50474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" name="Shape 481"/>
          <p:cNvSpPr/>
          <p:nvPr/>
        </p:nvSpPr>
        <p:spPr>
          <a:xfrm>
            <a:off x="51572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4" name="Shape 482"/>
          <p:cNvSpPr/>
          <p:nvPr/>
        </p:nvSpPr>
        <p:spPr>
          <a:xfrm>
            <a:off x="52669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5" name="Shape 483"/>
          <p:cNvSpPr/>
          <p:nvPr/>
        </p:nvSpPr>
        <p:spPr>
          <a:xfrm>
            <a:off x="53766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" name="Shape 484"/>
          <p:cNvSpPr/>
          <p:nvPr/>
        </p:nvSpPr>
        <p:spPr>
          <a:xfrm>
            <a:off x="54864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" name="Shape 485"/>
          <p:cNvSpPr/>
          <p:nvPr/>
        </p:nvSpPr>
        <p:spPr>
          <a:xfrm>
            <a:off x="55961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" name="Shape 486"/>
          <p:cNvSpPr/>
          <p:nvPr/>
        </p:nvSpPr>
        <p:spPr>
          <a:xfrm>
            <a:off x="57058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" name="Shape 487"/>
          <p:cNvSpPr/>
          <p:nvPr/>
        </p:nvSpPr>
        <p:spPr>
          <a:xfrm>
            <a:off x="58155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" name="Shape 488"/>
          <p:cNvSpPr/>
          <p:nvPr/>
        </p:nvSpPr>
        <p:spPr>
          <a:xfrm>
            <a:off x="59253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" name="Shape 489"/>
          <p:cNvSpPr/>
          <p:nvPr/>
        </p:nvSpPr>
        <p:spPr>
          <a:xfrm>
            <a:off x="60350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" name="Shape 490"/>
          <p:cNvSpPr/>
          <p:nvPr/>
        </p:nvSpPr>
        <p:spPr>
          <a:xfrm>
            <a:off x="61447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" name="Shape 491"/>
          <p:cNvSpPr/>
          <p:nvPr/>
        </p:nvSpPr>
        <p:spPr>
          <a:xfrm>
            <a:off x="62544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" name="Shape 492"/>
          <p:cNvSpPr/>
          <p:nvPr/>
        </p:nvSpPr>
        <p:spPr>
          <a:xfrm>
            <a:off x="63642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5" name="Shape 493"/>
          <p:cNvSpPr/>
          <p:nvPr/>
        </p:nvSpPr>
        <p:spPr>
          <a:xfrm>
            <a:off x="64739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6" name="Shape 494"/>
          <p:cNvSpPr/>
          <p:nvPr/>
        </p:nvSpPr>
        <p:spPr>
          <a:xfrm>
            <a:off x="65836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7" name="Shape 495"/>
          <p:cNvSpPr/>
          <p:nvPr/>
        </p:nvSpPr>
        <p:spPr>
          <a:xfrm>
            <a:off x="66934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8" name="Shape 496"/>
          <p:cNvSpPr/>
          <p:nvPr/>
        </p:nvSpPr>
        <p:spPr>
          <a:xfrm>
            <a:off x="68031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9" name="Shape 497"/>
          <p:cNvSpPr/>
          <p:nvPr/>
        </p:nvSpPr>
        <p:spPr>
          <a:xfrm>
            <a:off x="69128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0" name="Shape 498"/>
          <p:cNvSpPr/>
          <p:nvPr/>
        </p:nvSpPr>
        <p:spPr>
          <a:xfrm>
            <a:off x="70225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1" name="Shape 499"/>
          <p:cNvSpPr/>
          <p:nvPr/>
        </p:nvSpPr>
        <p:spPr>
          <a:xfrm>
            <a:off x="71323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2" name="Shape 500"/>
          <p:cNvSpPr/>
          <p:nvPr/>
        </p:nvSpPr>
        <p:spPr>
          <a:xfrm>
            <a:off x="72420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3" name="Shape 501"/>
          <p:cNvSpPr/>
          <p:nvPr/>
        </p:nvSpPr>
        <p:spPr>
          <a:xfrm>
            <a:off x="73517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4" name="Shape 502"/>
          <p:cNvSpPr/>
          <p:nvPr/>
        </p:nvSpPr>
        <p:spPr>
          <a:xfrm>
            <a:off x="74615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5" name="Shape 503"/>
          <p:cNvSpPr/>
          <p:nvPr/>
        </p:nvSpPr>
        <p:spPr>
          <a:xfrm>
            <a:off x="75712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6" name="Shape 504"/>
          <p:cNvSpPr/>
          <p:nvPr/>
        </p:nvSpPr>
        <p:spPr>
          <a:xfrm>
            <a:off x="76809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7" name="Shape 505"/>
          <p:cNvSpPr/>
          <p:nvPr/>
        </p:nvSpPr>
        <p:spPr>
          <a:xfrm>
            <a:off x="77906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8" name="Shape 506"/>
          <p:cNvSpPr/>
          <p:nvPr/>
        </p:nvSpPr>
        <p:spPr>
          <a:xfrm>
            <a:off x="79004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9" name="Shape 507"/>
          <p:cNvSpPr/>
          <p:nvPr/>
        </p:nvSpPr>
        <p:spPr>
          <a:xfrm>
            <a:off x="80101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0" name="Shape 508"/>
          <p:cNvSpPr/>
          <p:nvPr/>
        </p:nvSpPr>
        <p:spPr>
          <a:xfrm>
            <a:off x="81198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1" name="Shape 509"/>
          <p:cNvSpPr/>
          <p:nvPr/>
        </p:nvSpPr>
        <p:spPr>
          <a:xfrm>
            <a:off x="82296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2" name="Shape 510"/>
          <p:cNvSpPr/>
          <p:nvPr/>
        </p:nvSpPr>
        <p:spPr>
          <a:xfrm>
            <a:off x="83393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3" name="Shape 511"/>
          <p:cNvSpPr/>
          <p:nvPr/>
        </p:nvSpPr>
        <p:spPr>
          <a:xfrm>
            <a:off x="84490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4" name="Shape 512"/>
          <p:cNvSpPr/>
          <p:nvPr/>
        </p:nvSpPr>
        <p:spPr>
          <a:xfrm>
            <a:off x="85587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5" name="Shape 513"/>
          <p:cNvSpPr/>
          <p:nvPr/>
        </p:nvSpPr>
        <p:spPr>
          <a:xfrm>
            <a:off x="86685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6" name="Shape 514"/>
          <p:cNvSpPr/>
          <p:nvPr/>
        </p:nvSpPr>
        <p:spPr>
          <a:xfrm>
            <a:off x="87782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7" name="Shape 515"/>
          <p:cNvSpPr/>
          <p:nvPr/>
        </p:nvSpPr>
        <p:spPr>
          <a:xfrm>
            <a:off x="88879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8" name="Shape 516"/>
          <p:cNvSpPr/>
          <p:nvPr/>
        </p:nvSpPr>
        <p:spPr>
          <a:xfrm>
            <a:off x="89976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9" name="Shape 517"/>
          <p:cNvSpPr/>
          <p:nvPr/>
        </p:nvSpPr>
        <p:spPr>
          <a:xfrm>
            <a:off x="910742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0" name="Shape 518"/>
          <p:cNvSpPr/>
          <p:nvPr/>
        </p:nvSpPr>
        <p:spPr>
          <a:xfrm>
            <a:off x="921715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1" name="Shape 519"/>
          <p:cNvSpPr/>
          <p:nvPr/>
        </p:nvSpPr>
        <p:spPr>
          <a:xfrm>
            <a:off x="932688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2" name="Shape 520"/>
          <p:cNvSpPr/>
          <p:nvPr/>
        </p:nvSpPr>
        <p:spPr>
          <a:xfrm>
            <a:off x="943660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3" name="Shape 521"/>
          <p:cNvSpPr/>
          <p:nvPr/>
        </p:nvSpPr>
        <p:spPr>
          <a:xfrm>
            <a:off x="954633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4" name="Shape 522"/>
          <p:cNvSpPr/>
          <p:nvPr/>
        </p:nvSpPr>
        <p:spPr>
          <a:xfrm>
            <a:off x="965606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5" name="Shape 523"/>
          <p:cNvSpPr/>
          <p:nvPr/>
        </p:nvSpPr>
        <p:spPr>
          <a:xfrm>
            <a:off x="976579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6" name="Shape 524"/>
          <p:cNvSpPr/>
          <p:nvPr/>
        </p:nvSpPr>
        <p:spPr>
          <a:xfrm>
            <a:off x="987552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7" name="Shape 525"/>
          <p:cNvSpPr/>
          <p:nvPr/>
        </p:nvSpPr>
        <p:spPr>
          <a:xfrm>
            <a:off x="998524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8" name="Shape 526"/>
          <p:cNvSpPr/>
          <p:nvPr/>
        </p:nvSpPr>
        <p:spPr>
          <a:xfrm>
            <a:off x="1009497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9" name="Shape 527"/>
          <p:cNvSpPr/>
          <p:nvPr/>
        </p:nvSpPr>
        <p:spPr>
          <a:xfrm>
            <a:off x="1020470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0" name="Shape 528"/>
          <p:cNvSpPr/>
          <p:nvPr/>
        </p:nvSpPr>
        <p:spPr>
          <a:xfrm>
            <a:off x="1031443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1" name="Shape 529"/>
          <p:cNvSpPr/>
          <p:nvPr/>
        </p:nvSpPr>
        <p:spPr>
          <a:xfrm>
            <a:off x="1042416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2" name="Shape 530"/>
          <p:cNvSpPr/>
          <p:nvPr/>
        </p:nvSpPr>
        <p:spPr>
          <a:xfrm>
            <a:off x="1053388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3" name="Shape 531"/>
          <p:cNvSpPr/>
          <p:nvPr/>
        </p:nvSpPr>
        <p:spPr>
          <a:xfrm>
            <a:off x="1064361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4" name="Shape 532"/>
          <p:cNvSpPr/>
          <p:nvPr/>
        </p:nvSpPr>
        <p:spPr>
          <a:xfrm>
            <a:off x="1075334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5" name="Shape 533"/>
          <p:cNvSpPr/>
          <p:nvPr/>
        </p:nvSpPr>
        <p:spPr>
          <a:xfrm>
            <a:off x="1086307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6" name="Shape 534"/>
          <p:cNvSpPr/>
          <p:nvPr/>
        </p:nvSpPr>
        <p:spPr>
          <a:xfrm>
            <a:off x="1097280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7" name="Shape 535"/>
          <p:cNvSpPr/>
          <p:nvPr/>
        </p:nvSpPr>
        <p:spPr>
          <a:xfrm>
            <a:off x="1108252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8" name="Shape 536"/>
          <p:cNvSpPr/>
          <p:nvPr/>
        </p:nvSpPr>
        <p:spPr>
          <a:xfrm>
            <a:off x="1119225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9" name="Shape 537"/>
          <p:cNvSpPr/>
          <p:nvPr/>
        </p:nvSpPr>
        <p:spPr>
          <a:xfrm>
            <a:off x="11301984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0" name="Shape 538"/>
          <p:cNvSpPr/>
          <p:nvPr/>
        </p:nvSpPr>
        <p:spPr>
          <a:xfrm>
            <a:off x="11411712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1" name="Shape 539"/>
          <p:cNvSpPr/>
          <p:nvPr/>
        </p:nvSpPr>
        <p:spPr>
          <a:xfrm>
            <a:off x="11521440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2" name="Shape 540"/>
          <p:cNvSpPr/>
          <p:nvPr/>
        </p:nvSpPr>
        <p:spPr>
          <a:xfrm>
            <a:off x="11631168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3" name="Shape 541"/>
          <p:cNvSpPr/>
          <p:nvPr/>
        </p:nvSpPr>
        <p:spPr>
          <a:xfrm>
            <a:off x="11740896" y="18105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4" name="Shape 542"/>
          <p:cNvSpPr/>
          <p:nvPr/>
        </p:nvSpPr>
        <p:spPr>
          <a:xfrm>
            <a:off x="548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5" name="Shape 543"/>
          <p:cNvSpPr/>
          <p:nvPr/>
        </p:nvSpPr>
        <p:spPr>
          <a:xfrm>
            <a:off x="1645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6" name="Shape 544"/>
          <p:cNvSpPr/>
          <p:nvPr/>
        </p:nvSpPr>
        <p:spPr>
          <a:xfrm>
            <a:off x="2743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7" name="Shape 545"/>
          <p:cNvSpPr/>
          <p:nvPr/>
        </p:nvSpPr>
        <p:spPr>
          <a:xfrm>
            <a:off x="3840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8" name="Shape 546"/>
          <p:cNvSpPr/>
          <p:nvPr/>
        </p:nvSpPr>
        <p:spPr>
          <a:xfrm>
            <a:off x="4937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9" name="Shape 547"/>
          <p:cNvSpPr/>
          <p:nvPr/>
        </p:nvSpPr>
        <p:spPr>
          <a:xfrm>
            <a:off x="6035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0" name="Shape 548"/>
          <p:cNvSpPr/>
          <p:nvPr/>
        </p:nvSpPr>
        <p:spPr>
          <a:xfrm>
            <a:off x="7132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1" name="Shape 549"/>
          <p:cNvSpPr/>
          <p:nvPr/>
        </p:nvSpPr>
        <p:spPr>
          <a:xfrm>
            <a:off x="8229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2" name="Shape 550"/>
          <p:cNvSpPr/>
          <p:nvPr/>
        </p:nvSpPr>
        <p:spPr>
          <a:xfrm>
            <a:off x="9326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3" name="Shape 551"/>
          <p:cNvSpPr/>
          <p:nvPr/>
        </p:nvSpPr>
        <p:spPr>
          <a:xfrm>
            <a:off x="10424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4" name="Shape 552"/>
          <p:cNvSpPr/>
          <p:nvPr/>
        </p:nvSpPr>
        <p:spPr>
          <a:xfrm>
            <a:off x="11521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5" name="Shape 553"/>
          <p:cNvSpPr/>
          <p:nvPr/>
        </p:nvSpPr>
        <p:spPr>
          <a:xfrm>
            <a:off x="12618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6" name="Shape 554"/>
          <p:cNvSpPr/>
          <p:nvPr/>
        </p:nvSpPr>
        <p:spPr>
          <a:xfrm>
            <a:off x="13716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7" name="Shape 555"/>
          <p:cNvSpPr/>
          <p:nvPr/>
        </p:nvSpPr>
        <p:spPr>
          <a:xfrm>
            <a:off x="14813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8" name="Shape 556"/>
          <p:cNvSpPr/>
          <p:nvPr/>
        </p:nvSpPr>
        <p:spPr>
          <a:xfrm>
            <a:off x="15910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9" name="Shape 557"/>
          <p:cNvSpPr/>
          <p:nvPr/>
        </p:nvSpPr>
        <p:spPr>
          <a:xfrm>
            <a:off x="17007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0" name="Shape 558"/>
          <p:cNvSpPr/>
          <p:nvPr/>
        </p:nvSpPr>
        <p:spPr>
          <a:xfrm>
            <a:off x="18105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1" name="Shape 559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2" name="Shape 560"/>
          <p:cNvSpPr/>
          <p:nvPr/>
        </p:nvSpPr>
        <p:spPr>
          <a:xfrm>
            <a:off x="20299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3" name="Shape 561"/>
          <p:cNvSpPr/>
          <p:nvPr/>
        </p:nvSpPr>
        <p:spPr>
          <a:xfrm>
            <a:off x="21396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4" name="Shape 562"/>
          <p:cNvSpPr/>
          <p:nvPr/>
        </p:nvSpPr>
        <p:spPr>
          <a:xfrm>
            <a:off x="22494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5" name="Shape 563"/>
          <p:cNvSpPr/>
          <p:nvPr/>
        </p:nvSpPr>
        <p:spPr>
          <a:xfrm>
            <a:off x="23591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6" name="Shape 564"/>
          <p:cNvSpPr/>
          <p:nvPr/>
        </p:nvSpPr>
        <p:spPr>
          <a:xfrm>
            <a:off x="24688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7" name="Shape 565"/>
          <p:cNvSpPr/>
          <p:nvPr/>
        </p:nvSpPr>
        <p:spPr>
          <a:xfrm>
            <a:off x="25786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8" name="Shape 566"/>
          <p:cNvSpPr/>
          <p:nvPr/>
        </p:nvSpPr>
        <p:spPr>
          <a:xfrm>
            <a:off x="26883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9" name="Shape 567"/>
          <p:cNvSpPr/>
          <p:nvPr/>
        </p:nvSpPr>
        <p:spPr>
          <a:xfrm>
            <a:off x="27980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0" name="Shape 568"/>
          <p:cNvSpPr/>
          <p:nvPr/>
        </p:nvSpPr>
        <p:spPr>
          <a:xfrm>
            <a:off x="29077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1" name="Shape 569"/>
          <p:cNvSpPr/>
          <p:nvPr/>
        </p:nvSpPr>
        <p:spPr>
          <a:xfrm>
            <a:off x="30175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2" name="Shape 570"/>
          <p:cNvSpPr/>
          <p:nvPr/>
        </p:nvSpPr>
        <p:spPr>
          <a:xfrm>
            <a:off x="31272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3" name="Shape 571"/>
          <p:cNvSpPr/>
          <p:nvPr/>
        </p:nvSpPr>
        <p:spPr>
          <a:xfrm>
            <a:off x="32369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4" name="Shape 572"/>
          <p:cNvSpPr/>
          <p:nvPr/>
        </p:nvSpPr>
        <p:spPr>
          <a:xfrm>
            <a:off x="33467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5" name="Shape 573"/>
          <p:cNvSpPr/>
          <p:nvPr/>
        </p:nvSpPr>
        <p:spPr>
          <a:xfrm>
            <a:off x="34564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6" name="Shape 574"/>
          <p:cNvSpPr/>
          <p:nvPr/>
        </p:nvSpPr>
        <p:spPr>
          <a:xfrm>
            <a:off x="35661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7" name="Shape 575"/>
          <p:cNvSpPr/>
          <p:nvPr/>
        </p:nvSpPr>
        <p:spPr>
          <a:xfrm>
            <a:off x="36758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8" name="Shape 576"/>
          <p:cNvSpPr/>
          <p:nvPr/>
        </p:nvSpPr>
        <p:spPr>
          <a:xfrm>
            <a:off x="37856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9" name="Shape 577"/>
          <p:cNvSpPr/>
          <p:nvPr/>
        </p:nvSpPr>
        <p:spPr>
          <a:xfrm>
            <a:off x="38953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0" name="Shape 578"/>
          <p:cNvSpPr/>
          <p:nvPr/>
        </p:nvSpPr>
        <p:spPr>
          <a:xfrm>
            <a:off x="40050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1" name="Shape 579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2" name="Shape 580"/>
          <p:cNvSpPr/>
          <p:nvPr/>
        </p:nvSpPr>
        <p:spPr>
          <a:xfrm>
            <a:off x="42245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3" name="Shape 581"/>
          <p:cNvSpPr/>
          <p:nvPr/>
        </p:nvSpPr>
        <p:spPr>
          <a:xfrm>
            <a:off x="43342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4" name="Shape 582"/>
          <p:cNvSpPr/>
          <p:nvPr/>
        </p:nvSpPr>
        <p:spPr>
          <a:xfrm>
            <a:off x="44439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5" name="Shape 583"/>
          <p:cNvSpPr/>
          <p:nvPr/>
        </p:nvSpPr>
        <p:spPr>
          <a:xfrm>
            <a:off x="45537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6" name="Shape 584"/>
          <p:cNvSpPr/>
          <p:nvPr/>
        </p:nvSpPr>
        <p:spPr>
          <a:xfrm>
            <a:off x="46634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7" name="Shape 585"/>
          <p:cNvSpPr/>
          <p:nvPr/>
        </p:nvSpPr>
        <p:spPr>
          <a:xfrm>
            <a:off x="47731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8" name="Shape 586"/>
          <p:cNvSpPr/>
          <p:nvPr/>
        </p:nvSpPr>
        <p:spPr>
          <a:xfrm>
            <a:off x="48828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9" name="Shape 587"/>
          <p:cNvSpPr/>
          <p:nvPr/>
        </p:nvSpPr>
        <p:spPr>
          <a:xfrm>
            <a:off x="49926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0" name="Shape 588"/>
          <p:cNvSpPr/>
          <p:nvPr/>
        </p:nvSpPr>
        <p:spPr>
          <a:xfrm>
            <a:off x="51023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1" name="Shape 589"/>
          <p:cNvSpPr/>
          <p:nvPr/>
        </p:nvSpPr>
        <p:spPr>
          <a:xfrm>
            <a:off x="52120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2" name="Shape 590"/>
          <p:cNvSpPr/>
          <p:nvPr/>
        </p:nvSpPr>
        <p:spPr>
          <a:xfrm>
            <a:off x="53218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3" name="Shape 591"/>
          <p:cNvSpPr/>
          <p:nvPr/>
        </p:nvSpPr>
        <p:spPr>
          <a:xfrm>
            <a:off x="54315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4" name="Shape 592"/>
          <p:cNvSpPr/>
          <p:nvPr/>
        </p:nvSpPr>
        <p:spPr>
          <a:xfrm>
            <a:off x="55412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5" name="Shape 593"/>
          <p:cNvSpPr/>
          <p:nvPr/>
        </p:nvSpPr>
        <p:spPr>
          <a:xfrm>
            <a:off x="56509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6" name="Shape 594"/>
          <p:cNvSpPr/>
          <p:nvPr/>
        </p:nvSpPr>
        <p:spPr>
          <a:xfrm>
            <a:off x="57607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7" name="Shape 595"/>
          <p:cNvSpPr/>
          <p:nvPr/>
        </p:nvSpPr>
        <p:spPr>
          <a:xfrm>
            <a:off x="58704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8" name="Shape 596"/>
          <p:cNvSpPr/>
          <p:nvPr/>
        </p:nvSpPr>
        <p:spPr>
          <a:xfrm>
            <a:off x="59801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9" name="Shape 597"/>
          <p:cNvSpPr/>
          <p:nvPr/>
        </p:nvSpPr>
        <p:spPr>
          <a:xfrm>
            <a:off x="60899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0" name="Shape 598"/>
          <p:cNvSpPr/>
          <p:nvPr/>
        </p:nvSpPr>
        <p:spPr>
          <a:xfrm>
            <a:off x="61996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1" name="Shape 599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2" name="Shape 600"/>
          <p:cNvSpPr/>
          <p:nvPr/>
        </p:nvSpPr>
        <p:spPr>
          <a:xfrm>
            <a:off x="64190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3" name="Shape 601"/>
          <p:cNvSpPr/>
          <p:nvPr/>
        </p:nvSpPr>
        <p:spPr>
          <a:xfrm>
            <a:off x="65288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4" name="Shape 602"/>
          <p:cNvSpPr/>
          <p:nvPr/>
        </p:nvSpPr>
        <p:spPr>
          <a:xfrm>
            <a:off x="66385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5" name="Shape 603"/>
          <p:cNvSpPr/>
          <p:nvPr/>
        </p:nvSpPr>
        <p:spPr>
          <a:xfrm>
            <a:off x="67482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6" name="Shape 604"/>
          <p:cNvSpPr/>
          <p:nvPr/>
        </p:nvSpPr>
        <p:spPr>
          <a:xfrm>
            <a:off x="68580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7" name="Shape 605"/>
          <p:cNvSpPr/>
          <p:nvPr/>
        </p:nvSpPr>
        <p:spPr>
          <a:xfrm>
            <a:off x="69677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8" name="Shape 606"/>
          <p:cNvSpPr/>
          <p:nvPr/>
        </p:nvSpPr>
        <p:spPr>
          <a:xfrm>
            <a:off x="70774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9" name="Shape 607"/>
          <p:cNvSpPr/>
          <p:nvPr/>
        </p:nvSpPr>
        <p:spPr>
          <a:xfrm>
            <a:off x="71871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0" name="Shape 608"/>
          <p:cNvSpPr/>
          <p:nvPr/>
        </p:nvSpPr>
        <p:spPr>
          <a:xfrm>
            <a:off x="72969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1" name="Shape 609"/>
          <p:cNvSpPr/>
          <p:nvPr/>
        </p:nvSpPr>
        <p:spPr>
          <a:xfrm>
            <a:off x="74066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2" name="Shape 610"/>
          <p:cNvSpPr/>
          <p:nvPr/>
        </p:nvSpPr>
        <p:spPr>
          <a:xfrm>
            <a:off x="75163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3" name="Shape 611"/>
          <p:cNvSpPr/>
          <p:nvPr/>
        </p:nvSpPr>
        <p:spPr>
          <a:xfrm>
            <a:off x="76260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4" name="Shape 612"/>
          <p:cNvSpPr/>
          <p:nvPr/>
        </p:nvSpPr>
        <p:spPr>
          <a:xfrm>
            <a:off x="77358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5" name="Shape 613"/>
          <p:cNvSpPr/>
          <p:nvPr/>
        </p:nvSpPr>
        <p:spPr>
          <a:xfrm>
            <a:off x="78455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6" name="Shape 614"/>
          <p:cNvSpPr/>
          <p:nvPr/>
        </p:nvSpPr>
        <p:spPr>
          <a:xfrm>
            <a:off x="79552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7" name="Shape 615"/>
          <p:cNvSpPr/>
          <p:nvPr/>
        </p:nvSpPr>
        <p:spPr>
          <a:xfrm>
            <a:off x="80650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8" name="Shape 616"/>
          <p:cNvSpPr/>
          <p:nvPr/>
        </p:nvSpPr>
        <p:spPr>
          <a:xfrm>
            <a:off x="81747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9" name="Shape 617"/>
          <p:cNvSpPr/>
          <p:nvPr/>
        </p:nvSpPr>
        <p:spPr>
          <a:xfrm>
            <a:off x="82844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0" name="Shape 618"/>
          <p:cNvSpPr/>
          <p:nvPr/>
        </p:nvSpPr>
        <p:spPr>
          <a:xfrm>
            <a:off x="83941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1" name="Shape 619"/>
          <p:cNvSpPr/>
          <p:nvPr/>
        </p:nvSpPr>
        <p:spPr>
          <a:xfrm>
            <a:off x="85039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2" name="Shape 620"/>
          <p:cNvSpPr/>
          <p:nvPr/>
        </p:nvSpPr>
        <p:spPr>
          <a:xfrm>
            <a:off x="86136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3" name="Shape 621"/>
          <p:cNvSpPr/>
          <p:nvPr/>
        </p:nvSpPr>
        <p:spPr>
          <a:xfrm>
            <a:off x="87233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4" name="Shape 622"/>
          <p:cNvSpPr/>
          <p:nvPr/>
        </p:nvSpPr>
        <p:spPr>
          <a:xfrm>
            <a:off x="88331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5" name="Shape 623"/>
          <p:cNvSpPr/>
          <p:nvPr/>
        </p:nvSpPr>
        <p:spPr>
          <a:xfrm>
            <a:off x="89428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6" name="Shape 624"/>
          <p:cNvSpPr/>
          <p:nvPr/>
        </p:nvSpPr>
        <p:spPr>
          <a:xfrm>
            <a:off x="90525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7" name="Shape 625"/>
          <p:cNvSpPr/>
          <p:nvPr/>
        </p:nvSpPr>
        <p:spPr>
          <a:xfrm>
            <a:off x="916228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8" name="Shape 626"/>
          <p:cNvSpPr/>
          <p:nvPr/>
        </p:nvSpPr>
        <p:spPr>
          <a:xfrm>
            <a:off x="927201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9" name="Shape 627"/>
          <p:cNvSpPr/>
          <p:nvPr/>
        </p:nvSpPr>
        <p:spPr>
          <a:xfrm>
            <a:off x="938174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0" name="Shape 628"/>
          <p:cNvSpPr/>
          <p:nvPr/>
        </p:nvSpPr>
        <p:spPr>
          <a:xfrm>
            <a:off x="949147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1" name="Shape 629"/>
          <p:cNvSpPr/>
          <p:nvPr/>
        </p:nvSpPr>
        <p:spPr>
          <a:xfrm>
            <a:off x="960120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2" name="Shape 630"/>
          <p:cNvSpPr/>
          <p:nvPr/>
        </p:nvSpPr>
        <p:spPr>
          <a:xfrm>
            <a:off x="971092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3" name="Shape 631"/>
          <p:cNvSpPr/>
          <p:nvPr/>
        </p:nvSpPr>
        <p:spPr>
          <a:xfrm>
            <a:off x="982065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4" name="Shape 632"/>
          <p:cNvSpPr/>
          <p:nvPr/>
        </p:nvSpPr>
        <p:spPr>
          <a:xfrm>
            <a:off x="993038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5" name="Shape 633"/>
          <p:cNvSpPr/>
          <p:nvPr/>
        </p:nvSpPr>
        <p:spPr>
          <a:xfrm>
            <a:off x="1004011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6" name="Shape 634"/>
          <p:cNvSpPr/>
          <p:nvPr/>
        </p:nvSpPr>
        <p:spPr>
          <a:xfrm>
            <a:off x="1014984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7" name="Shape 635"/>
          <p:cNvSpPr/>
          <p:nvPr/>
        </p:nvSpPr>
        <p:spPr>
          <a:xfrm>
            <a:off x="1025956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8" name="Shape 636"/>
          <p:cNvSpPr/>
          <p:nvPr/>
        </p:nvSpPr>
        <p:spPr>
          <a:xfrm>
            <a:off x="1036929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9" name="Shape 637"/>
          <p:cNvSpPr/>
          <p:nvPr/>
        </p:nvSpPr>
        <p:spPr>
          <a:xfrm>
            <a:off x="1047902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0" name="Shape 638"/>
          <p:cNvSpPr/>
          <p:nvPr/>
        </p:nvSpPr>
        <p:spPr>
          <a:xfrm>
            <a:off x="1058875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1" name="Shape 639"/>
          <p:cNvSpPr/>
          <p:nvPr/>
        </p:nvSpPr>
        <p:spPr>
          <a:xfrm>
            <a:off x="1069848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2" name="Shape 640"/>
          <p:cNvSpPr/>
          <p:nvPr/>
        </p:nvSpPr>
        <p:spPr>
          <a:xfrm>
            <a:off x="1080820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3" name="Shape 641"/>
          <p:cNvSpPr/>
          <p:nvPr/>
        </p:nvSpPr>
        <p:spPr>
          <a:xfrm>
            <a:off x="1091793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4" name="Shape 642"/>
          <p:cNvSpPr/>
          <p:nvPr/>
        </p:nvSpPr>
        <p:spPr>
          <a:xfrm>
            <a:off x="1102766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5" name="Shape 643"/>
          <p:cNvSpPr/>
          <p:nvPr/>
        </p:nvSpPr>
        <p:spPr>
          <a:xfrm>
            <a:off x="1113739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6" name="Shape 644"/>
          <p:cNvSpPr/>
          <p:nvPr/>
        </p:nvSpPr>
        <p:spPr>
          <a:xfrm>
            <a:off x="1124712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7" name="Shape 645"/>
          <p:cNvSpPr/>
          <p:nvPr/>
        </p:nvSpPr>
        <p:spPr>
          <a:xfrm>
            <a:off x="11356848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8" name="Shape 646"/>
          <p:cNvSpPr/>
          <p:nvPr/>
        </p:nvSpPr>
        <p:spPr>
          <a:xfrm>
            <a:off x="11466576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9" name="Shape 647"/>
          <p:cNvSpPr/>
          <p:nvPr/>
        </p:nvSpPr>
        <p:spPr>
          <a:xfrm>
            <a:off x="11576304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0" name="Shape 648"/>
          <p:cNvSpPr/>
          <p:nvPr/>
        </p:nvSpPr>
        <p:spPr>
          <a:xfrm>
            <a:off x="11686032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1" name="Shape 649"/>
          <p:cNvSpPr/>
          <p:nvPr/>
        </p:nvSpPr>
        <p:spPr>
          <a:xfrm>
            <a:off x="11795760" y="19202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2" name="Shape 650"/>
          <p:cNvSpPr/>
          <p:nvPr/>
        </p:nvSpPr>
        <p:spPr>
          <a:xfrm>
            <a:off x="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3" name="Shape 651"/>
          <p:cNvSpPr/>
          <p:nvPr/>
        </p:nvSpPr>
        <p:spPr>
          <a:xfrm>
            <a:off x="1097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4" name="Shape 652"/>
          <p:cNvSpPr/>
          <p:nvPr/>
        </p:nvSpPr>
        <p:spPr>
          <a:xfrm>
            <a:off x="2194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5" name="Shape 653"/>
          <p:cNvSpPr/>
          <p:nvPr/>
        </p:nvSpPr>
        <p:spPr>
          <a:xfrm>
            <a:off x="3291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6" name="Shape 654"/>
          <p:cNvSpPr/>
          <p:nvPr/>
        </p:nvSpPr>
        <p:spPr>
          <a:xfrm>
            <a:off x="4389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7" name="Shape 655"/>
          <p:cNvSpPr/>
          <p:nvPr/>
        </p:nvSpPr>
        <p:spPr>
          <a:xfrm>
            <a:off x="5486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8" name="Shape 656"/>
          <p:cNvSpPr/>
          <p:nvPr/>
        </p:nvSpPr>
        <p:spPr>
          <a:xfrm>
            <a:off x="6583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9" name="Shape 657"/>
          <p:cNvSpPr/>
          <p:nvPr/>
        </p:nvSpPr>
        <p:spPr>
          <a:xfrm>
            <a:off x="7680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0" name="Shape 658"/>
          <p:cNvSpPr/>
          <p:nvPr/>
        </p:nvSpPr>
        <p:spPr>
          <a:xfrm>
            <a:off x="8778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1" name="Shape 659"/>
          <p:cNvSpPr/>
          <p:nvPr/>
        </p:nvSpPr>
        <p:spPr>
          <a:xfrm>
            <a:off x="9875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2" name="Shape 660"/>
          <p:cNvSpPr/>
          <p:nvPr/>
        </p:nvSpPr>
        <p:spPr>
          <a:xfrm>
            <a:off x="10972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3" name="Shape 661"/>
          <p:cNvSpPr/>
          <p:nvPr/>
        </p:nvSpPr>
        <p:spPr>
          <a:xfrm>
            <a:off x="12070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4" name="Shape 662"/>
          <p:cNvSpPr/>
          <p:nvPr/>
        </p:nvSpPr>
        <p:spPr>
          <a:xfrm>
            <a:off x="13167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5" name="Shape 663"/>
          <p:cNvSpPr/>
          <p:nvPr/>
        </p:nvSpPr>
        <p:spPr>
          <a:xfrm>
            <a:off x="14264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6" name="Shape 664"/>
          <p:cNvSpPr/>
          <p:nvPr/>
        </p:nvSpPr>
        <p:spPr>
          <a:xfrm>
            <a:off x="15361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7" name="Shape 665"/>
          <p:cNvSpPr/>
          <p:nvPr/>
        </p:nvSpPr>
        <p:spPr>
          <a:xfrm>
            <a:off x="16459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8" name="Shape 666"/>
          <p:cNvSpPr/>
          <p:nvPr/>
        </p:nvSpPr>
        <p:spPr>
          <a:xfrm>
            <a:off x="17556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9" name="Shape 667"/>
          <p:cNvSpPr/>
          <p:nvPr/>
        </p:nvSpPr>
        <p:spPr>
          <a:xfrm>
            <a:off x="18653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0" name="Shape 668"/>
          <p:cNvSpPr/>
          <p:nvPr/>
        </p:nvSpPr>
        <p:spPr>
          <a:xfrm>
            <a:off x="19751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1" name="Shape 669"/>
          <p:cNvSpPr/>
          <p:nvPr/>
        </p:nvSpPr>
        <p:spPr>
          <a:xfrm>
            <a:off x="20848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2" name="Shape 670"/>
          <p:cNvSpPr/>
          <p:nvPr/>
        </p:nvSpPr>
        <p:spPr>
          <a:xfrm>
            <a:off x="21945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3" name="Shape 671"/>
          <p:cNvSpPr/>
          <p:nvPr/>
        </p:nvSpPr>
        <p:spPr>
          <a:xfrm>
            <a:off x="23042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4" name="Shape 672"/>
          <p:cNvSpPr/>
          <p:nvPr/>
        </p:nvSpPr>
        <p:spPr>
          <a:xfrm>
            <a:off x="24140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5" name="Shape 673"/>
          <p:cNvSpPr/>
          <p:nvPr/>
        </p:nvSpPr>
        <p:spPr>
          <a:xfrm>
            <a:off x="25237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6" name="Shape 674"/>
          <p:cNvSpPr/>
          <p:nvPr/>
        </p:nvSpPr>
        <p:spPr>
          <a:xfrm>
            <a:off x="26334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7" name="Shape 675"/>
          <p:cNvSpPr/>
          <p:nvPr/>
        </p:nvSpPr>
        <p:spPr>
          <a:xfrm>
            <a:off x="27432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8" name="Shape 676"/>
          <p:cNvSpPr/>
          <p:nvPr/>
        </p:nvSpPr>
        <p:spPr>
          <a:xfrm>
            <a:off x="28529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9" name="Shape 677"/>
          <p:cNvSpPr/>
          <p:nvPr/>
        </p:nvSpPr>
        <p:spPr>
          <a:xfrm>
            <a:off x="29626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0" name="Shape 678"/>
          <p:cNvSpPr/>
          <p:nvPr/>
        </p:nvSpPr>
        <p:spPr>
          <a:xfrm>
            <a:off x="30723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1" name="Shape 679"/>
          <p:cNvSpPr/>
          <p:nvPr/>
        </p:nvSpPr>
        <p:spPr>
          <a:xfrm>
            <a:off x="31821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2" name="Shape 680"/>
          <p:cNvSpPr/>
          <p:nvPr/>
        </p:nvSpPr>
        <p:spPr>
          <a:xfrm>
            <a:off x="32918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3" name="Shape 681"/>
          <p:cNvSpPr/>
          <p:nvPr/>
        </p:nvSpPr>
        <p:spPr>
          <a:xfrm>
            <a:off x="34015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4" name="Shape 682"/>
          <p:cNvSpPr/>
          <p:nvPr/>
        </p:nvSpPr>
        <p:spPr>
          <a:xfrm>
            <a:off x="35112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5" name="Shape 683"/>
          <p:cNvSpPr/>
          <p:nvPr/>
        </p:nvSpPr>
        <p:spPr>
          <a:xfrm>
            <a:off x="36210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6" name="Shape 684"/>
          <p:cNvSpPr/>
          <p:nvPr/>
        </p:nvSpPr>
        <p:spPr>
          <a:xfrm>
            <a:off x="37307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7" name="Shape 685"/>
          <p:cNvSpPr/>
          <p:nvPr/>
        </p:nvSpPr>
        <p:spPr>
          <a:xfrm>
            <a:off x="38404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8" name="Shape 686"/>
          <p:cNvSpPr/>
          <p:nvPr/>
        </p:nvSpPr>
        <p:spPr>
          <a:xfrm>
            <a:off x="39502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9" name="Shape 687"/>
          <p:cNvSpPr/>
          <p:nvPr/>
        </p:nvSpPr>
        <p:spPr>
          <a:xfrm>
            <a:off x="40599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0" name="Shape 688"/>
          <p:cNvSpPr/>
          <p:nvPr/>
        </p:nvSpPr>
        <p:spPr>
          <a:xfrm>
            <a:off x="41696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1" name="Shape 689"/>
          <p:cNvSpPr/>
          <p:nvPr/>
        </p:nvSpPr>
        <p:spPr>
          <a:xfrm>
            <a:off x="42793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2" name="Shape 690"/>
          <p:cNvSpPr/>
          <p:nvPr/>
        </p:nvSpPr>
        <p:spPr>
          <a:xfrm>
            <a:off x="43891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3" name="Shape 691"/>
          <p:cNvSpPr/>
          <p:nvPr/>
        </p:nvSpPr>
        <p:spPr>
          <a:xfrm>
            <a:off x="44988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4" name="Shape 692"/>
          <p:cNvSpPr/>
          <p:nvPr/>
        </p:nvSpPr>
        <p:spPr>
          <a:xfrm>
            <a:off x="46085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5" name="Shape 693"/>
          <p:cNvSpPr/>
          <p:nvPr/>
        </p:nvSpPr>
        <p:spPr>
          <a:xfrm>
            <a:off x="47183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6" name="Shape 694"/>
          <p:cNvSpPr/>
          <p:nvPr/>
        </p:nvSpPr>
        <p:spPr>
          <a:xfrm>
            <a:off x="48280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7" name="Shape 695"/>
          <p:cNvSpPr/>
          <p:nvPr/>
        </p:nvSpPr>
        <p:spPr>
          <a:xfrm>
            <a:off x="49377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8" name="Shape 696"/>
          <p:cNvSpPr/>
          <p:nvPr/>
        </p:nvSpPr>
        <p:spPr>
          <a:xfrm>
            <a:off x="50474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9" name="Shape 697"/>
          <p:cNvSpPr/>
          <p:nvPr/>
        </p:nvSpPr>
        <p:spPr>
          <a:xfrm>
            <a:off x="51572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0" name="Shape 698"/>
          <p:cNvSpPr/>
          <p:nvPr/>
        </p:nvSpPr>
        <p:spPr>
          <a:xfrm>
            <a:off x="52669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1" name="Shape 699"/>
          <p:cNvSpPr/>
          <p:nvPr/>
        </p:nvSpPr>
        <p:spPr>
          <a:xfrm>
            <a:off x="53766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2" name="Shape 700"/>
          <p:cNvSpPr/>
          <p:nvPr/>
        </p:nvSpPr>
        <p:spPr>
          <a:xfrm>
            <a:off x="54864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3" name="Shape 701"/>
          <p:cNvSpPr/>
          <p:nvPr/>
        </p:nvSpPr>
        <p:spPr>
          <a:xfrm>
            <a:off x="55961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4" name="Shape 702"/>
          <p:cNvSpPr/>
          <p:nvPr/>
        </p:nvSpPr>
        <p:spPr>
          <a:xfrm>
            <a:off x="57058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5" name="Shape 703"/>
          <p:cNvSpPr/>
          <p:nvPr/>
        </p:nvSpPr>
        <p:spPr>
          <a:xfrm>
            <a:off x="58155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6" name="Shape 704"/>
          <p:cNvSpPr/>
          <p:nvPr/>
        </p:nvSpPr>
        <p:spPr>
          <a:xfrm>
            <a:off x="59253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7" name="Shape 705"/>
          <p:cNvSpPr/>
          <p:nvPr/>
        </p:nvSpPr>
        <p:spPr>
          <a:xfrm>
            <a:off x="60350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8" name="Shape 706"/>
          <p:cNvSpPr/>
          <p:nvPr/>
        </p:nvSpPr>
        <p:spPr>
          <a:xfrm>
            <a:off x="61447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9" name="Shape 707"/>
          <p:cNvSpPr/>
          <p:nvPr/>
        </p:nvSpPr>
        <p:spPr>
          <a:xfrm>
            <a:off x="62544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0" name="Shape 708"/>
          <p:cNvSpPr/>
          <p:nvPr/>
        </p:nvSpPr>
        <p:spPr>
          <a:xfrm>
            <a:off x="63642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1" name="Shape 709"/>
          <p:cNvSpPr/>
          <p:nvPr/>
        </p:nvSpPr>
        <p:spPr>
          <a:xfrm>
            <a:off x="64739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2" name="Shape 710"/>
          <p:cNvSpPr/>
          <p:nvPr/>
        </p:nvSpPr>
        <p:spPr>
          <a:xfrm>
            <a:off x="65836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3" name="Shape 711"/>
          <p:cNvSpPr/>
          <p:nvPr/>
        </p:nvSpPr>
        <p:spPr>
          <a:xfrm>
            <a:off x="66934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4" name="Shape 712"/>
          <p:cNvSpPr/>
          <p:nvPr/>
        </p:nvSpPr>
        <p:spPr>
          <a:xfrm>
            <a:off x="68031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5" name="Shape 713"/>
          <p:cNvSpPr/>
          <p:nvPr/>
        </p:nvSpPr>
        <p:spPr>
          <a:xfrm>
            <a:off x="69128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6" name="Shape 714"/>
          <p:cNvSpPr/>
          <p:nvPr/>
        </p:nvSpPr>
        <p:spPr>
          <a:xfrm>
            <a:off x="70225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7" name="Shape 715"/>
          <p:cNvSpPr/>
          <p:nvPr/>
        </p:nvSpPr>
        <p:spPr>
          <a:xfrm>
            <a:off x="71323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8" name="Shape 716"/>
          <p:cNvSpPr/>
          <p:nvPr/>
        </p:nvSpPr>
        <p:spPr>
          <a:xfrm>
            <a:off x="72420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9" name="Shape 717"/>
          <p:cNvSpPr/>
          <p:nvPr/>
        </p:nvSpPr>
        <p:spPr>
          <a:xfrm>
            <a:off x="73517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0" name="Shape 718"/>
          <p:cNvSpPr/>
          <p:nvPr/>
        </p:nvSpPr>
        <p:spPr>
          <a:xfrm>
            <a:off x="74615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1" name="Shape 719"/>
          <p:cNvSpPr/>
          <p:nvPr/>
        </p:nvSpPr>
        <p:spPr>
          <a:xfrm>
            <a:off x="75712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2" name="Shape 720"/>
          <p:cNvSpPr/>
          <p:nvPr/>
        </p:nvSpPr>
        <p:spPr>
          <a:xfrm>
            <a:off x="76809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3" name="Shape 721"/>
          <p:cNvSpPr/>
          <p:nvPr/>
        </p:nvSpPr>
        <p:spPr>
          <a:xfrm>
            <a:off x="77906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4" name="Shape 722"/>
          <p:cNvSpPr/>
          <p:nvPr/>
        </p:nvSpPr>
        <p:spPr>
          <a:xfrm>
            <a:off x="79004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5" name="Shape 723"/>
          <p:cNvSpPr/>
          <p:nvPr/>
        </p:nvSpPr>
        <p:spPr>
          <a:xfrm>
            <a:off x="80101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6" name="Shape 724"/>
          <p:cNvSpPr/>
          <p:nvPr/>
        </p:nvSpPr>
        <p:spPr>
          <a:xfrm>
            <a:off x="81198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7" name="Shape 725"/>
          <p:cNvSpPr/>
          <p:nvPr/>
        </p:nvSpPr>
        <p:spPr>
          <a:xfrm>
            <a:off x="82296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8" name="Shape 726"/>
          <p:cNvSpPr/>
          <p:nvPr/>
        </p:nvSpPr>
        <p:spPr>
          <a:xfrm>
            <a:off x="83393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9" name="Shape 727"/>
          <p:cNvSpPr/>
          <p:nvPr/>
        </p:nvSpPr>
        <p:spPr>
          <a:xfrm>
            <a:off x="84490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0" name="Shape 728"/>
          <p:cNvSpPr/>
          <p:nvPr/>
        </p:nvSpPr>
        <p:spPr>
          <a:xfrm>
            <a:off x="85587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1" name="Shape 729"/>
          <p:cNvSpPr/>
          <p:nvPr/>
        </p:nvSpPr>
        <p:spPr>
          <a:xfrm>
            <a:off x="86685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2" name="Shape 730"/>
          <p:cNvSpPr/>
          <p:nvPr/>
        </p:nvSpPr>
        <p:spPr>
          <a:xfrm>
            <a:off x="87782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3" name="Shape 731"/>
          <p:cNvSpPr/>
          <p:nvPr/>
        </p:nvSpPr>
        <p:spPr>
          <a:xfrm>
            <a:off x="88879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4" name="Shape 732"/>
          <p:cNvSpPr/>
          <p:nvPr/>
        </p:nvSpPr>
        <p:spPr>
          <a:xfrm>
            <a:off x="89976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5" name="Shape 733"/>
          <p:cNvSpPr/>
          <p:nvPr/>
        </p:nvSpPr>
        <p:spPr>
          <a:xfrm>
            <a:off x="910742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6" name="Shape 734"/>
          <p:cNvSpPr/>
          <p:nvPr/>
        </p:nvSpPr>
        <p:spPr>
          <a:xfrm>
            <a:off x="921715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7" name="Shape 735"/>
          <p:cNvSpPr/>
          <p:nvPr/>
        </p:nvSpPr>
        <p:spPr>
          <a:xfrm>
            <a:off x="932688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8" name="Shape 736"/>
          <p:cNvSpPr/>
          <p:nvPr/>
        </p:nvSpPr>
        <p:spPr>
          <a:xfrm>
            <a:off x="943660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9" name="Shape 737"/>
          <p:cNvSpPr/>
          <p:nvPr/>
        </p:nvSpPr>
        <p:spPr>
          <a:xfrm>
            <a:off x="954633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0" name="Shape 738"/>
          <p:cNvSpPr/>
          <p:nvPr/>
        </p:nvSpPr>
        <p:spPr>
          <a:xfrm>
            <a:off x="965606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1" name="Shape 739"/>
          <p:cNvSpPr/>
          <p:nvPr/>
        </p:nvSpPr>
        <p:spPr>
          <a:xfrm>
            <a:off x="976579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2" name="Shape 740"/>
          <p:cNvSpPr/>
          <p:nvPr/>
        </p:nvSpPr>
        <p:spPr>
          <a:xfrm>
            <a:off x="987552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3" name="Shape 741"/>
          <p:cNvSpPr/>
          <p:nvPr/>
        </p:nvSpPr>
        <p:spPr>
          <a:xfrm>
            <a:off x="998524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4" name="Shape 742"/>
          <p:cNvSpPr/>
          <p:nvPr/>
        </p:nvSpPr>
        <p:spPr>
          <a:xfrm>
            <a:off x="1009497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5" name="Shape 743"/>
          <p:cNvSpPr/>
          <p:nvPr/>
        </p:nvSpPr>
        <p:spPr>
          <a:xfrm>
            <a:off x="1020470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6" name="Shape 744"/>
          <p:cNvSpPr/>
          <p:nvPr/>
        </p:nvSpPr>
        <p:spPr>
          <a:xfrm>
            <a:off x="1031443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7" name="Shape 745"/>
          <p:cNvSpPr/>
          <p:nvPr/>
        </p:nvSpPr>
        <p:spPr>
          <a:xfrm>
            <a:off x="1042416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8" name="Shape 746"/>
          <p:cNvSpPr/>
          <p:nvPr/>
        </p:nvSpPr>
        <p:spPr>
          <a:xfrm>
            <a:off x="1053388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9" name="Shape 747"/>
          <p:cNvSpPr/>
          <p:nvPr/>
        </p:nvSpPr>
        <p:spPr>
          <a:xfrm>
            <a:off x="1064361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0" name="Shape 748"/>
          <p:cNvSpPr/>
          <p:nvPr/>
        </p:nvSpPr>
        <p:spPr>
          <a:xfrm>
            <a:off x="1075334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1" name="Shape 749"/>
          <p:cNvSpPr/>
          <p:nvPr/>
        </p:nvSpPr>
        <p:spPr>
          <a:xfrm>
            <a:off x="1086307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2" name="Shape 750"/>
          <p:cNvSpPr/>
          <p:nvPr/>
        </p:nvSpPr>
        <p:spPr>
          <a:xfrm>
            <a:off x="1097280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3" name="Shape 751"/>
          <p:cNvSpPr/>
          <p:nvPr/>
        </p:nvSpPr>
        <p:spPr>
          <a:xfrm>
            <a:off x="1108252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4" name="Shape 752"/>
          <p:cNvSpPr/>
          <p:nvPr/>
        </p:nvSpPr>
        <p:spPr>
          <a:xfrm>
            <a:off x="1119225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5" name="Shape 753"/>
          <p:cNvSpPr/>
          <p:nvPr/>
        </p:nvSpPr>
        <p:spPr>
          <a:xfrm>
            <a:off x="11301984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6" name="Shape 754"/>
          <p:cNvSpPr/>
          <p:nvPr/>
        </p:nvSpPr>
        <p:spPr>
          <a:xfrm>
            <a:off x="11411712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7" name="Shape 755"/>
          <p:cNvSpPr/>
          <p:nvPr/>
        </p:nvSpPr>
        <p:spPr>
          <a:xfrm>
            <a:off x="11521440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8" name="Shape 756"/>
          <p:cNvSpPr/>
          <p:nvPr/>
        </p:nvSpPr>
        <p:spPr>
          <a:xfrm>
            <a:off x="11631168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9" name="Shape 757"/>
          <p:cNvSpPr/>
          <p:nvPr/>
        </p:nvSpPr>
        <p:spPr>
          <a:xfrm>
            <a:off x="11740896" y="20299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0" name="Shape 758"/>
          <p:cNvSpPr/>
          <p:nvPr/>
        </p:nvSpPr>
        <p:spPr>
          <a:xfrm>
            <a:off x="548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1" name="Shape 759"/>
          <p:cNvSpPr/>
          <p:nvPr/>
        </p:nvSpPr>
        <p:spPr>
          <a:xfrm>
            <a:off x="1645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2" name="Shape 760"/>
          <p:cNvSpPr/>
          <p:nvPr/>
        </p:nvSpPr>
        <p:spPr>
          <a:xfrm>
            <a:off x="2743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3" name="Shape 761"/>
          <p:cNvSpPr/>
          <p:nvPr/>
        </p:nvSpPr>
        <p:spPr>
          <a:xfrm>
            <a:off x="3840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4" name="Shape 762"/>
          <p:cNvSpPr/>
          <p:nvPr/>
        </p:nvSpPr>
        <p:spPr>
          <a:xfrm>
            <a:off x="4937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5" name="Shape 763"/>
          <p:cNvSpPr/>
          <p:nvPr/>
        </p:nvSpPr>
        <p:spPr>
          <a:xfrm>
            <a:off x="6035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6" name="Shape 764"/>
          <p:cNvSpPr/>
          <p:nvPr/>
        </p:nvSpPr>
        <p:spPr>
          <a:xfrm>
            <a:off x="7132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7" name="Shape 765"/>
          <p:cNvSpPr/>
          <p:nvPr/>
        </p:nvSpPr>
        <p:spPr>
          <a:xfrm>
            <a:off x="8229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8" name="Shape 766"/>
          <p:cNvSpPr/>
          <p:nvPr/>
        </p:nvSpPr>
        <p:spPr>
          <a:xfrm>
            <a:off x="9326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9" name="Shape 767"/>
          <p:cNvSpPr/>
          <p:nvPr/>
        </p:nvSpPr>
        <p:spPr>
          <a:xfrm>
            <a:off x="10424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0" name="Shape 768"/>
          <p:cNvSpPr/>
          <p:nvPr/>
        </p:nvSpPr>
        <p:spPr>
          <a:xfrm>
            <a:off x="11521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1" name="Shape 769"/>
          <p:cNvSpPr/>
          <p:nvPr/>
        </p:nvSpPr>
        <p:spPr>
          <a:xfrm>
            <a:off x="12618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2" name="Shape 770"/>
          <p:cNvSpPr/>
          <p:nvPr/>
        </p:nvSpPr>
        <p:spPr>
          <a:xfrm>
            <a:off x="13716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3" name="Shape 771"/>
          <p:cNvSpPr/>
          <p:nvPr/>
        </p:nvSpPr>
        <p:spPr>
          <a:xfrm>
            <a:off x="14813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4" name="Shape 772"/>
          <p:cNvSpPr/>
          <p:nvPr/>
        </p:nvSpPr>
        <p:spPr>
          <a:xfrm>
            <a:off x="15910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5" name="Shape 773"/>
          <p:cNvSpPr/>
          <p:nvPr/>
        </p:nvSpPr>
        <p:spPr>
          <a:xfrm>
            <a:off x="17007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6" name="Shape 774"/>
          <p:cNvSpPr/>
          <p:nvPr/>
        </p:nvSpPr>
        <p:spPr>
          <a:xfrm>
            <a:off x="18105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7" name="Shape 775"/>
          <p:cNvSpPr/>
          <p:nvPr/>
        </p:nvSpPr>
        <p:spPr>
          <a:xfrm>
            <a:off x="19202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8" name="Shape 776"/>
          <p:cNvSpPr/>
          <p:nvPr/>
        </p:nvSpPr>
        <p:spPr>
          <a:xfrm>
            <a:off x="20299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9" name="Shape 777"/>
          <p:cNvSpPr/>
          <p:nvPr/>
        </p:nvSpPr>
        <p:spPr>
          <a:xfrm>
            <a:off x="21396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0" name="Shape 778"/>
          <p:cNvSpPr/>
          <p:nvPr/>
        </p:nvSpPr>
        <p:spPr>
          <a:xfrm>
            <a:off x="22494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1" name="Shape 779"/>
          <p:cNvSpPr/>
          <p:nvPr/>
        </p:nvSpPr>
        <p:spPr>
          <a:xfrm>
            <a:off x="23591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2" name="Shape 780"/>
          <p:cNvSpPr/>
          <p:nvPr/>
        </p:nvSpPr>
        <p:spPr>
          <a:xfrm>
            <a:off x="24688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3" name="Shape 781"/>
          <p:cNvSpPr/>
          <p:nvPr/>
        </p:nvSpPr>
        <p:spPr>
          <a:xfrm>
            <a:off x="25786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4" name="Shape 782"/>
          <p:cNvSpPr/>
          <p:nvPr/>
        </p:nvSpPr>
        <p:spPr>
          <a:xfrm>
            <a:off x="26883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5" name="Shape 783"/>
          <p:cNvSpPr/>
          <p:nvPr/>
        </p:nvSpPr>
        <p:spPr>
          <a:xfrm>
            <a:off x="27980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6" name="Shape 784"/>
          <p:cNvSpPr/>
          <p:nvPr/>
        </p:nvSpPr>
        <p:spPr>
          <a:xfrm>
            <a:off x="29077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7" name="Shape 785"/>
          <p:cNvSpPr/>
          <p:nvPr/>
        </p:nvSpPr>
        <p:spPr>
          <a:xfrm>
            <a:off x="30175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8" name="Shape 786"/>
          <p:cNvSpPr/>
          <p:nvPr/>
        </p:nvSpPr>
        <p:spPr>
          <a:xfrm>
            <a:off x="31272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9" name="Shape 787"/>
          <p:cNvSpPr/>
          <p:nvPr/>
        </p:nvSpPr>
        <p:spPr>
          <a:xfrm>
            <a:off x="32369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0" name="Shape 788"/>
          <p:cNvSpPr/>
          <p:nvPr/>
        </p:nvSpPr>
        <p:spPr>
          <a:xfrm>
            <a:off x="33467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1" name="Shape 789"/>
          <p:cNvSpPr/>
          <p:nvPr/>
        </p:nvSpPr>
        <p:spPr>
          <a:xfrm>
            <a:off x="34564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2" name="Shape 790"/>
          <p:cNvSpPr/>
          <p:nvPr/>
        </p:nvSpPr>
        <p:spPr>
          <a:xfrm>
            <a:off x="35661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3" name="Shape 791"/>
          <p:cNvSpPr/>
          <p:nvPr/>
        </p:nvSpPr>
        <p:spPr>
          <a:xfrm>
            <a:off x="36758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4" name="Shape 792"/>
          <p:cNvSpPr/>
          <p:nvPr/>
        </p:nvSpPr>
        <p:spPr>
          <a:xfrm>
            <a:off x="37856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5" name="Shape 793"/>
          <p:cNvSpPr/>
          <p:nvPr/>
        </p:nvSpPr>
        <p:spPr>
          <a:xfrm>
            <a:off x="38953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6" name="Shape 794"/>
          <p:cNvSpPr/>
          <p:nvPr/>
        </p:nvSpPr>
        <p:spPr>
          <a:xfrm>
            <a:off x="40050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7" name="Shape 795"/>
          <p:cNvSpPr/>
          <p:nvPr/>
        </p:nvSpPr>
        <p:spPr>
          <a:xfrm>
            <a:off x="41148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8" name="Shape 796"/>
          <p:cNvSpPr/>
          <p:nvPr/>
        </p:nvSpPr>
        <p:spPr>
          <a:xfrm>
            <a:off x="42245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9" name="Shape 797"/>
          <p:cNvSpPr/>
          <p:nvPr/>
        </p:nvSpPr>
        <p:spPr>
          <a:xfrm>
            <a:off x="43342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0" name="Shape 798"/>
          <p:cNvSpPr/>
          <p:nvPr/>
        </p:nvSpPr>
        <p:spPr>
          <a:xfrm>
            <a:off x="44439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1" name="Shape 799"/>
          <p:cNvSpPr/>
          <p:nvPr/>
        </p:nvSpPr>
        <p:spPr>
          <a:xfrm>
            <a:off x="45537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2" name="Shape 800"/>
          <p:cNvSpPr/>
          <p:nvPr/>
        </p:nvSpPr>
        <p:spPr>
          <a:xfrm>
            <a:off x="46634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3" name="Shape 801"/>
          <p:cNvSpPr/>
          <p:nvPr/>
        </p:nvSpPr>
        <p:spPr>
          <a:xfrm>
            <a:off x="47731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4" name="Shape 802"/>
          <p:cNvSpPr/>
          <p:nvPr/>
        </p:nvSpPr>
        <p:spPr>
          <a:xfrm>
            <a:off x="48828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5" name="Shape 803"/>
          <p:cNvSpPr/>
          <p:nvPr/>
        </p:nvSpPr>
        <p:spPr>
          <a:xfrm>
            <a:off x="49926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6" name="Shape 804"/>
          <p:cNvSpPr/>
          <p:nvPr/>
        </p:nvSpPr>
        <p:spPr>
          <a:xfrm>
            <a:off x="51023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7" name="Shape 805"/>
          <p:cNvSpPr/>
          <p:nvPr/>
        </p:nvSpPr>
        <p:spPr>
          <a:xfrm>
            <a:off x="52120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8" name="Shape 806"/>
          <p:cNvSpPr/>
          <p:nvPr/>
        </p:nvSpPr>
        <p:spPr>
          <a:xfrm>
            <a:off x="53218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9" name="Shape 807"/>
          <p:cNvSpPr/>
          <p:nvPr/>
        </p:nvSpPr>
        <p:spPr>
          <a:xfrm>
            <a:off x="54315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0" name="Shape 808"/>
          <p:cNvSpPr/>
          <p:nvPr/>
        </p:nvSpPr>
        <p:spPr>
          <a:xfrm>
            <a:off x="55412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1" name="Shape 809"/>
          <p:cNvSpPr/>
          <p:nvPr/>
        </p:nvSpPr>
        <p:spPr>
          <a:xfrm>
            <a:off x="56509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2" name="Shape 810"/>
          <p:cNvSpPr/>
          <p:nvPr/>
        </p:nvSpPr>
        <p:spPr>
          <a:xfrm>
            <a:off x="57607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3" name="Shape 811"/>
          <p:cNvSpPr/>
          <p:nvPr/>
        </p:nvSpPr>
        <p:spPr>
          <a:xfrm>
            <a:off x="58704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4" name="Shape 812"/>
          <p:cNvSpPr/>
          <p:nvPr/>
        </p:nvSpPr>
        <p:spPr>
          <a:xfrm>
            <a:off x="59801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5" name="Shape 813"/>
          <p:cNvSpPr/>
          <p:nvPr/>
        </p:nvSpPr>
        <p:spPr>
          <a:xfrm>
            <a:off x="60899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6" name="Shape 814"/>
          <p:cNvSpPr/>
          <p:nvPr/>
        </p:nvSpPr>
        <p:spPr>
          <a:xfrm>
            <a:off x="61996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7" name="Shape 815"/>
          <p:cNvSpPr/>
          <p:nvPr/>
        </p:nvSpPr>
        <p:spPr>
          <a:xfrm>
            <a:off x="63093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8" name="Shape 816"/>
          <p:cNvSpPr/>
          <p:nvPr/>
        </p:nvSpPr>
        <p:spPr>
          <a:xfrm>
            <a:off x="64190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9" name="Shape 817"/>
          <p:cNvSpPr/>
          <p:nvPr/>
        </p:nvSpPr>
        <p:spPr>
          <a:xfrm>
            <a:off x="65288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0" name="Shape 818"/>
          <p:cNvSpPr/>
          <p:nvPr/>
        </p:nvSpPr>
        <p:spPr>
          <a:xfrm>
            <a:off x="66385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1" name="Shape 819"/>
          <p:cNvSpPr/>
          <p:nvPr/>
        </p:nvSpPr>
        <p:spPr>
          <a:xfrm>
            <a:off x="67482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2" name="Shape 820"/>
          <p:cNvSpPr/>
          <p:nvPr/>
        </p:nvSpPr>
        <p:spPr>
          <a:xfrm>
            <a:off x="68580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3" name="Shape 821"/>
          <p:cNvSpPr/>
          <p:nvPr/>
        </p:nvSpPr>
        <p:spPr>
          <a:xfrm>
            <a:off x="69677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4" name="Shape 822"/>
          <p:cNvSpPr/>
          <p:nvPr/>
        </p:nvSpPr>
        <p:spPr>
          <a:xfrm>
            <a:off x="70774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5" name="Shape 823"/>
          <p:cNvSpPr/>
          <p:nvPr/>
        </p:nvSpPr>
        <p:spPr>
          <a:xfrm>
            <a:off x="71871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6" name="Shape 824"/>
          <p:cNvSpPr/>
          <p:nvPr/>
        </p:nvSpPr>
        <p:spPr>
          <a:xfrm>
            <a:off x="72969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7" name="Shape 825"/>
          <p:cNvSpPr/>
          <p:nvPr/>
        </p:nvSpPr>
        <p:spPr>
          <a:xfrm>
            <a:off x="74066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8" name="Shape 826"/>
          <p:cNvSpPr/>
          <p:nvPr/>
        </p:nvSpPr>
        <p:spPr>
          <a:xfrm>
            <a:off x="75163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9" name="Shape 827"/>
          <p:cNvSpPr/>
          <p:nvPr/>
        </p:nvSpPr>
        <p:spPr>
          <a:xfrm>
            <a:off x="76260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0" name="Shape 828"/>
          <p:cNvSpPr/>
          <p:nvPr/>
        </p:nvSpPr>
        <p:spPr>
          <a:xfrm>
            <a:off x="77358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1" name="Shape 829"/>
          <p:cNvSpPr/>
          <p:nvPr/>
        </p:nvSpPr>
        <p:spPr>
          <a:xfrm>
            <a:off x="78455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2" name="Shape 830"/>
          <p:cNvSpPr/>
          <p:nvPr/>
        </p:nvSpPr>
        <p:spPr>
          <a:xfrm>
            <a:off x="79552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3" name="Shape 831"/>
          <p:cNvSpPr/>
          <p:nvPr/>
        </p:nvSpPr>
        <p:spPr>
          <a:xfrm>
            <a:off x="80650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4" name="Shape 832"/>
          <p:cNvSpPr/>
          <p:nvPr/>
        </p:nvSpPr>
        <p:spPr>
          <a:xfrm>
            <a:off x="81747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5" name="Shape 833"/>
          <p:cNvSpPr/>
          <p:nvPr/>
        </p:nvSpPr>
        <p:spPr>
          <a:xfrm>
            <a:off x="82844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6" name="Shape 834"/>
          <p:cNvSpPr/>
          <p:nvPr/>
        </p:nvSpPr>
        <p:spPr>
          <a:xfrm>
            <a:off x="83941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7" name="Shape 835"/>
          <p:cNvSpPr/>
          <p:nvPr/>
        </p:nvSpPr>
        <p:spPr>
          <a:xfrm>
            <a:off x="85039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8" name="Shape 836"/>
          <p:cNvSpPr/>
          <p:nvPr/>
        </p:nvSpPr>
        <p:spPr>
          <a:xfrm>
            <a:off x="86136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9" name="Shape 837"/>
          <p:cNvSpPr/>
          <p:nvPr/>
        </p:nvSpPr>
        <p:spPr>
          <a:xfrm>
            <a:off x="87233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0" name="Shape 838"/>
          <p:cNvSpPr/>
          <p:nvPr/>
        </p:nvSpPr>
        <p:spPr>
          <a:xfrm>
            <a:off x="88331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1" name="Shape 839"/>
          <p:cNvSpPr/>
          <p:nvPr/>
        </p:nvSpPr>
        <p:spPr>
          <a:xfrm>
            <a:off x="89428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2" name="Shape 840"/>
          <p:cNvSpPr/>
          <p:nvPr/>
        </p:nvSpPr>
        <p:spPr>
          <a:xfrm>
            <a:off x="90525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3" name="Shape 841"/>
          <p:cNvSpPr/>
          <p:nvPr/>
        </p:nvSpPr>
        <p:spPr>
          <a:xfrm>
            <a:off x="916228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4" name="Shape 842"/>
          <p:cNvSpPr/>
          <p:nvPr/>
        </p:nvSpPr>
        <p:spPr>
          <a:xfrm>
            <a:off x="927201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5" name="Shape 843"/>
          <p:cNvSpPr/>
          <p:nvPr/>
        </p:nvSpPr>
        <p:spPr>
          <a:xfrm>
            <a:off x="938174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6" name="Shape 844"/>
          <p:cNvSpPr/>
          <p:nvPr/>
        </p:nvSpPr>
        <p:spPr>
          <a:xfrm>
            <a:off x="949147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7" name="Shape 845"/>
          <p:cNvSpPr/>
          <p:nvPr/>
        </p:nvSpPr>
        <p:spPr>
          <a:xfrm>
            <a:off x="960120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8" name="Shape 846"/>
          <p:cNvSpPr/>
          <p:nvPr/>
        </p:nvSpPr>
        <p:spPr>
          <a:xfrm>
            <a:off x="971092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9" name="Shape 847"/>
          <p:cNvSpPr/>
          <p:nvPr/>
        </p:nvSpPr>
        <p:spPr>
          <a:xfrm>
            <a:off x="982065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0" name="Shape 848"/>
          <p:cNvSpPr/>
          <p:nvPr/>
        </p:nvSpPr>
        <p:spPr>
          <a:xfrm>
            <a:off x="993038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1" name="Shape 849"/>
          <p:cNvSpPr/>
          <p:nvPr/>
        </p:nvSpPr>
        <p:spPr>
          <a:xfrm>
            <a:off x="1004011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2" name="Shape 850"/>
          <p:cNvSpPr/>
          <p:nvPr/>
        </p:nvSpPr>
        <p:spPr>
          <a:xfrm>
            <a:off x="1014984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3" name="Shape 851"/>
          <p:cNvSpPr/>
          <p:nvPr/>
        </p:nvSpPr>
        <p:spPr>
          <a:xfrm>
            <a:off x="1025956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4" name="Shape 852"/>
          <p:cNvSpPr/>
          <p:nvPr/>
        </p:nvSpPr>
        <p:spPr>
          <a:xfrm>
            <a:off x="1036929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5" name="Shape 853"/>
          <p:cNvSpPr/>
          <p:nvPr/>
        </p:nvSpPr>
        <p:spPr>
          <a:xfrm>
            <a:off x="1047902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6" name="Shape 854"/>
          <p:cNvSpPr/>
          <p:nvPr/>
        </p:nvSpPr>
        <p:spPr>
          <a:xfrm>
            <a:off x="1058875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7" name="Shape 855"/>
          <p:cNvSpPr/>
          <p:nvPr/>
        </p:nvSpPr>
        <p:spPr>
          <a:xfrm>
            <a:off x="1069848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8" name="Shape 856"/>
          <p:cNvSpPr/>
          <p:nvPr/>
        </p:nvSpPr>
        <p:spPr>
          <a:xfrm>
            <a:off x="1080820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9" name="Shape 857"/>
          <p:cNvSpPr/>
          <p:nvPr/>
        </p:nvSpPr>
        <p:spPr>
          <a:xfrm>
            <a:off x="1091793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0" name="Shape 858"/>
          <p:cNvSpPr/>
          <p:nvPr/>
        </p:nvSpPr>
        <p:spPr>
          <a:xfrm>
            <a:off x="1102766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1" name="Shape 859"/>
          <p:cNvSpPr/>
          <p:nvPr/>
        </p:nvSpPr>
        <p:spPr>
          <a:xfrm>
            <a:off x="1113739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2" name="Shape 860"/>
          <p:cNvSpPr/>
          <p:nvPr/>
        </p:nvSpPr>
        <p:spPr>
          <a:xfrm>
            <a:off x="1124712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3" name="Shape 861"/>
          <p:cNvSpPr/>
          <p:nvPr/>
        </p:nvSpPr>
        <p:spPr>
          <a:xfrm>
            <a:off x="11356848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4" name="Shape 862"/>
          <p:cNvSpPr/>
          <p:nvPr/>
        </p:nvSpPr>
        <p:spPr>
          <a:xfrm>
            <a:off x="11466576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5" name="Shape 863"/>
          <p:cNvSpPr/>
          <p:nvPr/>
        </p:nvSpPr>
        <p:spPr>
          <a:xfrm>
            <a:off x="11576304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6" name="Shape 864"/>
          <p:cNvSpPr/>
          <p:nvPr/>
        </p:nvSpPr>
        <p:spPr>
          <a:xfrm>
            <a:off x="11686032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7" name="Shape 865"/>
          <p:cNvSpPr/>
          <p:nvPr/>
        </p:nvSpPr>
        <p:spPr>
          <a:xfrm>
            <a:off x="11795760" y="21396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8" name="Shape 866"/>
          <p:cNvSpPr/>
          <p:nvPr/>
        </p:nvSpPr>
        <p:spPr>
          <a:xfrm>
            <a:off x="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9" name="Shape 867"/>
          <p:cNvSpPr/>
          <p:nvPr/>
        </p:nvSpPr>
        <p:spPr>
          <a:xfrm>
            <a:off x="1097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0" name="Shape 868"/>
          <p:cNvSpPr/>
          <p:nvPr/>
        </p:nvSpPr>
        <p:spPr>
          <a:xfrm>
            <a:off x="2194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1" name="Shape 869"/>
          <p:cNvSpPr/>
          <p:nvPr/>
        </p:nvSpPr>
        <p:spPr>
          <a:xfrm>
            <a:off x="3291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2" name="Shape 870"/>
          <p:cNvSpPr/>
          <p:nvPr/>
        </p:nvSpPr>
        <p:spPr>
          <a:xfrm>
            <a:off x="4389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3" name="Shape 871"/>
          <p:cNvSpPr/>
          <p:nvPr/>
        </p:nvSpPr>
        <p:spPr>
          <a:xfrm>
            <a:off x="5486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4" name="Shape 872"/>
          <p:cNvSpPr/>
          <p:nvPr/>
        </p:nvSpPr>
        <p:spPr>
          <a:xfrm>
            <a:off x="6583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5" name="Shape 873"/>
          <p:cNvSpPr/>
          <p:nvPr/>
        </p:nvSpPr>
        <p:spPr>
          <a:xfrm>
            <a:off x="7680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6" name="Shape 874"/>
          <p:cNvSpPr/>
          <p:nvPr/>
        </p:nvSpPr>
        <p:spPr>
          <a:xfrm>
            <a:off x="8778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7" name="Shape 875"/>
          <p:cNvSpPr/>
          <p:nvPr/>
        </p:nvSpPr>
        <p:spPr>
          <a:xfrm>
            <a:off x="9875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8" name="Shape 876"/>
          <p:cNvSpPr/>
          <p:nvPr/>
        </p:nvSpPr>
        <p:spPr>
          <a:xfrm>
            <a:off x="10972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9" name="Shape 877"/>
          <p:cNvSpPr/>
          <p:nvPr/>
        </p:nvSpPr>
        <p:spPr>
          <a:xfrm>
            <a:off x="12070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0" name="Shape 878"/>
          <p:cNvSpPr/>
          <p:nvPr/>
        </p:nvSpPr>
        <p:spPr>
          <a:xfrm>
            <a:off x="13167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1" name="Shape 879"/>
          <p:cNvSpPr/>
          <p:nvPr/>
        </p:nvSpPr>
        <p:spPr>
          <a:xfrm>
            <a:off x="14264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2" name="Shape 880"/>
          <p:cNvSpPr/>
          <p:nvPr/>
        </p:nvSpPr>
        <p:spPr>
          <a:xfrm>
            <a:off x="15361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3" name="Shape 881"/>
          <p:cNvSpPr/>
          <p:nvPr/>
        </p:nvSpPr>
        <p:spPr>
          <a:xfrm>
            <a:off x="16459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4" name="Shape 882"/>
          <p:cNvSpPr/>
          <p:nvPr/>
        </p:nvSpPr>
        <p:spPr>
          <a:xfrm>
            <a:off x="17556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5" name="Shape 883"/>
          <p:cNvSpPr/>
          <p:nvPr/>
        </p:nvSpPr>
        <p:spPr>
          <a:xfrm>
            <a:off x="18653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6" name="Shape 884"/>
          <p:cNvSpPr/>
          <p:nvPr/>
        </p:nvSpPr>
        <p:spPr>
          <a:xfrm>
            <a:off x="19751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7" name="Shape 885"/>
          <p:cNvSpPr/>
          <p:nvPr/>
        </p:nvSpPr>
        <p:spPr>
          <a:xfrm>
            <a:off x="20848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8" name="Shape 886"/>
          <p:cNvSpPr/>
          <p:nvPr/>
        </p:nvSpPr>
        <p:spPr>
          <a:xfrm>
            <a:off x="21945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9" name="Shape 887"/>
          <p:cNvSpPr/>
          <p:nvPr/>
        </p:nvSpPr>
        <p:spPr>
          <a:xfrm>
            <a:off x="23042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0" name="Shape 888"/>
          <p:cNvSpPr/>
          <p:nvPr/>
        </p:nvSpPr>
        <p:spPr>
          <a:xfrm>
            <a:off x="24140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1" name="Shape 889"/>
          <p:cNvSpPr/>
          <p:nvPr/>
        </p:nvSpPr>
        <p:spPr>
          <a:xfrm>
            <a:off x="25237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2" name="Shape 890"/>
          <p:cNvSpPr/>
          <p:nvPr/>
        </p:nvSpPr>
        <p:spPr>
          <a:xfrm>
            <a:off x="26334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3" name="Shape 891"/>
          <p:cNvSpPr/>
          <p:nvPr/>
        </p:nvSpPr>
        <p:spPr>
          <a:xfrm>
            <a:off x="27432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4" name="Shape 892"/>
          <p:cNvSpPr/>
          <p:nvPr/>
        </p:nvSpPr>
        <p:spPr>
          <a:xfrm>
            <a:off x="28529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5" name="Shape 893"/>
          <p:cNvSpPr/>
          <p:nvPr/>
        </p:nvSpPr>
        <p:spPr>
          <a:xfrm>
            <a:off x="29626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6" name="Shape 894"/>
          <p:cNvSpPr/>
          <p:nvPr/>
        </p:nvSpPr>
        <p:spPr>
          <a:xfrm>
            <a:off x="30723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7" name="Shape 895"/>
          <p:cNvSpPr/>
          <p:nvPr/>
        </p:nvSpPr>
        <p:spPr>
          <a:xfrm>
            <a:off x="31821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8" name="Shape 896"/>
          <p:cNvSpPr/>
          <p:nvPr/>
        </p:nvSpPr>
        <p:spPr>
          <a:xfrm>
            <a:off x="32918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9" name="Shape 897"/>
          <p:cNvSpPr/>
          <p:nvPr/>
        </p:nvSpPr>
        <p:spPr>
          <a:xfrm>
            <a:off x="34015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0" name="Shape 898"/>
          <p:cNvSpPr/>
          <p:nvPr/>
        </p:nvSpPr>
        <p:spPr>
          <a:xfrm>
            <a:off x="35112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1" name="Shape 899"/>
          <p:cNvSpPr/>
          <p:nvPr/>
        </p:nvSpPr>
        <p:spPr>
          <a:xfrm>
            <a:off x="36210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2" name="Shape 900"/>
          <p:cNvSpPr/>
          <p:nvPr/>
        </p:nvSpPr>
        <p:spPr>
          <a:xfrm>
            <a:off x="37307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3" name="Shape 901"/>
          <p:cNvSpPr/>
          <p:nvPr/>
        </p:nvSpPr>
        <p:spPr>
          <a:xfrm>
            <a:off x="38404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4" name="Shape 902"/>
          <p:cNvSpPr/>
          <p:nvPr/>
        </p:nvSpPr>
        <p:spPr>
          <a:xfrm>
            <a:off x="39502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5" name="Shape 903"/>
          <p:cNvSpPr/>
          <p:nvPr/>
        </p:nvSpPr>
        <p:spPr>
          <a:xfrm>
            <a:off x="40599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6" name="Shape 904"/>
          <p:cNvSpPr/>
          <p:nvPr/>
        </p:nvSpPr>
        <p:spPr>
          <a:xfrm>
            <a:off x="41696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7" name="Shape 905"/>
          <p:cNvSpPr/>
          <p:nvPr/>
        </p:nvSpPr>
        <p:spPr>
          <a:xfrm>
            <a:off x="42793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8" name="Shape 906"/>
          <p:cNvSpPr/>
          <p:nvPr/>
        </p:nvSpPr>
        <p:spPr>
          <a:xfrm>
            <a:off x="43891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9" name="Shape 907"/>
          <p:cNvSpPr/>
          <p:nvPr/>
        </p:nvSpPr>
        <p:spPr>
          <a:xfrm>
            <a:off x="44988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0" name="Shape 908"/>
          <p:cNvSpPr/>
          <p:nvPr/>
        </p:nvSpPr>
        <p:spPr>
          <a:xfrm>
            <a:off x="46085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1" name="Shape 909"/>
          <p:cNvSpPr/>
          <p:nvPr/>
        </p:nvSpPr>
        <p:spPr>
          <a:xfrm>
            <a:off x="47183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2" name="Shape 910"/>
          <p:cNvSpPr/>
          <p:nvPr/>
        </p:nvSpPr>
        <p:spPr>
          <a:xfrm>
            <a:off x="48280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3" name="Shape 911"/>
          <p:cNvSpPr/>
          <p:nvPr/>
        </p:nvSpPr>
        <p:spPr>
          <a:xfrm>
            <a:off x="49377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4" name="Shape 912"/>
          <p:cNvSpPr/>
          <p:nvPr/>
        </p:nvSpPr>
        <p:spPr>
          <a:xfrm>
            <a:off x="50474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5" name="Shape 913"/>
          <p:cNvSpPr/>
          <p:nvPr/>
        </p:nvSpPr>
        <p:spPr>
          <a:xfrm>
            <a:off x="51572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6" name="Shape 914"/>
          <p:cNvSpPr/>
          <p:nvPr/>
        </p:nvSpPr>
        <p:spPr>
          <a:xfrm>
            <a:off x="52669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7" name="Shape 915"/>
          <p:cNvSpPr/>
          <p:nvPr/>
        </p:nvSpPr>
        <p:spPr>
          <a:xfrm>
            <a:off x="53766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8" name="Shape 916"/>
          <p:cNvSpPr/>
          <p:nvPr/>
        </p:nvSpPr>
        <p:spPr>
          <a:xfrm>
            <a:off x="54864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9" name="Shape 917"/>
          <p:cNvSpPr/>
          <p:nvPr/>
        </p:nvSpPr>
        <p:spPr>
          <a:xfrm>
            <a:off x="55961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0" name="Shape 918"/>
          <p:cNvSpPr/>
          <p:nvPr/>
        </p:nvSpPr>
        <p:spPr>
          <a:xfrm>
            <a:off x="57058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1" name="Shape 919"/>
          <p:cNvSpPr/>
          <p:nvPr/>
        </p:nvSpPr>
        <p:spPr>
          <a:xfrm>
            <a:off x="58155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2" name="Shape 920"/>
          <p:cNvSpPr/>
          <p:nvPr/>
        </p:nvSpPr>
        <p:spPr>
          <a:xfrm>
            <a:off x="59253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3" name="Shape 921"/>
          <p:cNvSpPr/>
          <p:nvPr/>
        </p:nvSpPr>
        <p:spPr>
          <a:xfrm>
            <a:off x="60350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4" name="Shape 922"/>
          <p:cNvSpPr/>
          <p:nvPr/>
        </p:nvSpPr>
        <p:spPr>
          <a:xfrm>
            <a:off x="61447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5" name="Shape 923"/>
          <p:cNvSpPr/>
          <p:nvPr/>
        </p:nvSpPr>
        <p:spPr>
          <a:xfrm>
            <a:off x="62544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6" name="Shape 924"/>
          <p:cNvSpPr/>
          <p:nvPr/>
        </p:nvSpPr>
        <p:spPr>
          <a:xfrm>
            <a:off x="63642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7" name="Shape 925"/>
          <p:cNvSpPr/>
          <p:nvPr/>
        </p:nvSpPr>
        <p:spPr>
          <a:xfrm>
            <a:off x="64739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8" name="Shape 926"/>
          <p:cNvSpPr/>
          <p:nvPr/>
        </p:nvSpPr>
        <p:spPr>
          <a:xfrm>
            <a:off x="65836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9" name="Shape 927"/>
          <p:cNvSpPr/>
          <p:nvPr/>
        </p:nvSpPr>
        <p:spPr>
          <a:xfrm>
            <a:off x="66934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0" name="Shape 928"/>
          <p:cNvSpPr/>
          <p:nvPr/>
        </p:nvSpPr>
        <p:spPr>
          <a:xfrm>
            <a:off x="68031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1" name="Shape 929"/>
          <p:cNvSpPr/>
          <p:nvPr/>
        </p:nvSpPr>
        <p:spPr>
          <a:xfrm>
            <a:off x="69128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2" name="Shape 930"/>
          <p:cNvSpPr/>
          <p:nvPr/>
        </p:nvSpPr>
        <p:spPr>
          <a:xfrm>
            <a:off x="70225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3" name="Shape 931"/>
          <p:cNvSpPr/>
          <p:nvPr/>
        </p:nvSpPr>
        <p:spPr>
          <a:xfrm>
            <a:off x="71323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4" name="Shape 932"/>
          <p:cNvSpPr/>
          <p:nvPr/>
        </p:nvSpPr>
        <p:spPr>
          <a:xfrm>
            <a:off x="72420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5" name="Shape 933"/>
          <p:cNvSpPr/>
          <p:nvPr/>
        </p:nvSpPr>
        <p:spPr>
          <a:xfrm>
            <a:off x="73517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6" name="Shape 934"/>
          <p:cNvSpPr/>
          <p:nvPr/>
        </p:nvSpPr>
        <p:spPr>
          <a:xfrm>
            <a:off x="74615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7" name="Shape 935"/>
          <p:cNvSpPr/>
          <p:nvPr/>
        </p:nvSpPr>
        <p:spPr>
          <a:xfrm>
            <a:off x="75712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8" name="Shape 936"/>
          <p:cNvSpPr/>
          <p:nvPr/>
        </p:nvSpPr>
        <p:spPr>
          <a:xfrm>
            <a:off x="76809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9" name="Shape 937"/>
          <p:cNvSpPr/>
          <p:nvPr/>
        </p:nvSpPr>
        <p:spPr>
          <a:xfrm>
            <a:off x="77906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0" name="Shape 938"/>
          <p:cNvSpPr/>
          <p:nvPr/>
        </p:nvSpPr>
        <p:spPr>
          <a:xfrm>
            <a:off x="79004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1" name="Shape 939"/>
          <p:cNvSpPr/>
          <p:nvPr/>
        </p:nvSpPr>
        <p:spPr>
          <a:xfrm>
            <a:off x="80101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2" name="Shape 940"/>
          <p:cNvSpPr/>
          <p:nvPr/>
        </p:nvSpPr>
        <p:spPr>
          <a:xfrm>
            <a:off x="81198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3" name="Shape 941"/>
          <p:cNvSpPr/>
          <p:nvPr/>
        </p:nvSpPr>
        <p:spPr>
          <a:xfrm>
            <a:off x="82296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4" name="Shape 942"/>
          <p:cNvSpPr/>
          <p:nvPr/>
        </p:nvSpPr>
        <p:spPr>
          <a:xfrm>
            <a:off x="83393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5" name="Shape 943"/>
          <p:cNvSpPr/>
          <p:nvPr/>
        </p:nvSpPr>
        <p:spPr>
          <a:xfrm>
            <a:off x="84490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6" name="Shape 944"/>
          <p:cNvSpPr/>
          <p:nvPr/>
        </p:nvSpPr>
        <p:spPr>
          <a:xfrm>
            <a:off x="85587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7" name="Shape 945"/>
          <p:cNvSpPr/>
          <p:nvPr/>
        </p:nvSpPr>
        <p:spPr>
          <a:xfrm>
            <a:off x="86685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8" name="Shape 946"/>
          <p:cNvSpPr/>
          <p:nvPr/>
        </p:nvSpPr>
        <p:spPr>
          <a:xfrm>
            <a:off x="87782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9" name="Shape 947"/>
          <p:cNvSpPr/>
          <p:nvPr/>
        </p:nvSpPr>
        <p:spPr>
          <a:xfrm>
            <a:off x="88879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0" name="Shape 948"/>
          <p:cNvSpPr/>
          <p:nvPr/>
        </p:nvSpPr>
        <p:spPr>
          <a:xfrm>
            <a:off x="89976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1" name="Shape 949"/>
          <p:cNvSpPr/>
          <p:nvPr/>
        </p:nvSpPr>
        <p:spPr>
          <a:xfrm>
            <a:off x="910742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2" name="Shape 950"/>
          <p:cNvSpPr/>
          <p:nvPr/>
        </p:nvSpPr>
        <p:spPr>
          <a:xfrm>
            <a:off x="921715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3" name="Shape 951"/>
          <p:cNvSpPr/>
          <p:nvPr/>
        </p:nvSpPr>
        <p:spPr>
          <a:xfrm>
            <a:off x="932688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4" name="Shape 952"/>
          <p:cNvSpPr/>
          <p:nvPr/>
        </p:nvSpPr>
        <p:spPr>
          <a:xfrm>
            <a:off x="943660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5" name="Shape 953"/>
          <p:cNvSpPr/>
          <p:nvPr/>
        </p:nvSpPr>
        <p:spPr>
          <a:xfrm>
            <a:off x="954633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6" name="Shape 954"/>
          <p:cNvSpPr/>
          <p:nvPr/>
        </p:nvSpPr>
        <p:spPr>
          <a:xfrm>
            <a:off x="965606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7" name="Shape 955"/>
          <p:cNvSpPr/>
          <p:nvPr/>
        </p:nvSpPr>
        <p:spPr>
          <a:xfrm>
            <a:off x="976579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8" name="Shape 956"/>
          <p:cNvSpPr/>
          <p:nvPr/>
        </p:nvSpPr>
        <p:spPr>
          <a:xfrm>
            <a:off x="987552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9" name="Shape 957"/>
          <p:cNvSpPr/>
          <p:nvPr/>
        </p:nvSpPr>
        <p:spPr>
          <a:xfrm>
            <a:off x="998524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0" name="Shape 958"/>
          <p:cNvSpPr/>
          <p:nvPr/>
        </p:nvSpPr>
        <p:spPr>
          <a:xfrm>
            <a:off x="1009497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1" name="Shape 959"/>
          <p:cNvSpPr/>
          <p:nvPr/>
        </p:nvSpPr>
        <p:spPr>
          <a:xfrm>
            <a:off x="1020470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2" name="Shape 960"/>
          <p:cNvSpPr/>
          <p:nvPr/>
        </p:nvSpPr>
        <p:spPr>
          <a:xfrm>
            <a:off x="1031443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3" name="Shape 961"/>
          <p:cNvSpPr/>
          <p:nvPr/>
        </p:nvSpPr>
        <p:spPr>
          <a:xfrm>
            <a:off x="1042416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4" name="Shape 962"/>
          <p:cNvSpPr/>
          <p:nvPr/>
        </p:nvSpPr>
        <p:spPr>
          <a:xfrm>
            <a:off x="1053388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5" name="Shape 963"/>
          <p:cNvSpPr/>
          <p:nvPr/>
        </p:nvSpPr>
        <p:spPr>
          <a:xfrm>
            <a:off x="1064361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6" name="Shape 964"/>
          <p:cNvSpPr/>
          <p:nvPr/>
        </p:nvSpPr>
        <p:spPr>
          <a:xfrm>
            <a:off x="1075334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7" name="Shape 965"/>
          <p:cNvSpPr/>
          <p:nvPr/>
        </p:nvSpPr>
        <p:spPr>
          <a:xfrm>
            <a:off x="1086307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8" name="Shape 966"/>
          <p:cNvSpPr/>
          <p:nvPr/>
        </p:nvSpPr>
        <p:spPr>
          <a:xfrm>
            <a:off x="1097280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9" name="Shape 967"/>
          <p:cNvSpPr/>
          <p:nvPr/>
        </p:nvSpPr>
        <p:spPr>
          <a:xfrm>
            <a:off x="1108252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0" name="Shape 968"/>
          <p:cNvSpPr/>
          <p:nvPr/>
        </p:nvSpPr>
        <p:spPr>
          <a:xfrm>
            <a:off x="1119225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1" name="Shape 969"/>
          <p:cNvSpPr/>
          <p:nvPr/>
        </p:nvSpPr>
        <p:spPr>
          <a:xfrm>
            <a:off x="11301984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2" name="Shape 970"/>
          <p:cNvSpPr/>
          <p:nvPr/>
        </p:nvSpPr>
        <p:spPr>
          <a:xfrm>
            <a:off x="11411712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3" name="Shape 971"/>
          <p:cNvSpPr/>
          <p:nvPr/>
        </p:nvSpPr>
        <p:spPr>
          <a:xfrm>
            <a:off x="11521440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4" name="Shape 972"/>
          <p:cNvSpPr/>
          <p:nvPr/>
        </p:nvSpPr>
        <p:spPr>
          <a:xfrm>
            <a:off x="11631168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5" name="Shape 973"/>
          <p:cNvSpPr/>
          <p:nvPr/>
        </p:nvSpPr>
        <p:spPr>
          <a:xfrm>
            <a:off x="11740896" y="22494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6" name="Shape 974"/>
          <p:cNvSpPr/>
          <p:nvPr/>
        </p:nvSpPr>
        <p:spPr>
          <a:xfrm>
            <a:off x="548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7" name="Shape 975"/>
          <p:cNvSpPr/>
          <p:nvPr/>
        </p:nvSpPr>
        <p:spPr>
          <a:xfrm>
            <a:off x="1645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8" name="Shape 976"/>
          <p:cNvSpPr/>
          <p:nvPr/>
        </p:nvSpPr>
        <p:spPr>
          <a:xfrm>
            <a:off x="2743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9" name="Shape 977"/>
          <p:cNvSpPr/>
          <p:nvPr/>
        </p:nvSpPr>
        <p:spPr>
          <a:xfrm>
            <a:off x="3840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0" name="Shape 978"/>
          <p:cNvSpPr/>
          <p:nvPr/>
        </p:nvSpPr>
        <p:spPr>
          <a:xfrm>
            <a:off x="4937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1" name="Shape 979"/>
          <p:cNvSpPr/>
          <p:nvPr/>
        </p:nvSpPr>
        <p:spPr>
          <a:xfrm>
            <a:off x="6035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2" name="Shape 980"/>
          <p:cNvSpPr/>
          <p:nvPr/>
        </p:nvSpPr>
        <p:spPr>
          <a:xfrm>
            <a:off x="7132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3" name="Shape 981"/>
          <p:cNvSpPr/>
          <p:nvPr/>
        </p:nvSpPr>
        <p:spPr>
          <a:xfrm>
            <a:off x="8229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4" name="Shape 982"/>
          <p:cNvSpPr/>
          <p:nvPr/>
        </p:nvSpPr>
        <p:spPr>
          <a:xfrm>
            <a:off x="9326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5" name="Shape 983"/>
          <p:cNvSpPr/>
          <p:nvPr/>
        </p:nvSpPr>
        <p:spPr>
          <a:xfrm>
            <a:off x="10424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6" name="Shape 984"/>
          <p:cNvSpPr/>
          <p:nvPr/>
        </p:nvSpPr>
        <p:spPr>
          <a:xfrm>
            <a:off x="11521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7" name="Shape 985"/>
          <p:cNvSpPr/>
          <p:nvPr/>
        </p:nvSpPr>
        <p:spPr>
          <a:xfrm>
            <a:off x="12618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8" name="Shape 986"/>
          <p:cNvSpPr/>
          <p:nvPr/>
        </p:nvSpPr>
        <p:spPr>
          <a:xfrm>
            <a:off x="13716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9" name="Shape 987"/>
          <p:cNvSpPr/>
          <p:nvPr/>
        </p:nvSpPr>
        <p:spPr>
          <a:xfrm>
            <a:off x="14813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0" name="Shape 988"/>
          <p:cNvSpPr/>
          <p:nvPr/>
        </p:nvSpPr>
        <p:spPr>
          <a:xfrm>
            <a:off x="15910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1" name="Shape 989"/>
          <p:cNvSpPr/>
          <p:nvPr/>
        </p:nvSpPr>
        <p:spPr>
          <a:xfrm>
            <a:off x="17007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2" name="Shape 990"/>
          <p:cNvSpPr/>
          <p:nvPr/>
        </p:nvSpPr>
        <p:spPr>
          <a:xfrm>
            <a:off x="18105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3" name="Shape 991"/>
          <p:cNvSpPr/>
          <p:nvPr/>
        </p:nvSpPr>
        <p:spPr>
          <a:xfrm>
            <a:off x="19202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4" name="Shape 992"/>
          <p:cNvSpPr/>
          <p:nvPr/>
        </p:nvSpPr>
        <p:spPr>
          <a:xfrm>
            <a:off x="20299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5" name="Shape 993"/>
          <p:cNvSpPr/>
          <p:nvPr/>
        </p:nvSpPr>
        <p:spPr>
          <a:xfrm>
            <a:off x="21396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6" name="Shape 994"/>
          <p:cNvSpPr/>
          <p:nvPr/>
        </p:nvSpPr>
        <p:spPr>
          <a:xfrm>
            <a:off x="22494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7" name="Shape 995"/>
          <p:cNvSpPr/>
          <p:nvPr/>
        </p:nvSpPr>
        <p:spPr>
          <a:xfrm>
            <a:off x="23591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8" name="Shape 996"/>
          <p:cNvSpPr/>
          <p:nvPr/>
        </p:nvSpPr>
        <p:spPr>
          <a:xfrm>
            <a:off x="24688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9" name="Shape 997"/>
          <p:cNvSpPr/>
          <p:nvPr/>
        </p:nvSpPr>
        <p:spPr>
          <a:xfrm>
            <a:off x="25786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0" name="Shape 998"/>
          <p:cNvSpPr/>
          <p:nvPr/>
        </p:nvSpPr>
        <p:spPr>
          <a:xfrm>
            <a:off x="26883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1" name="Shape 999"/>
          <p:cNvSpPr/>
          <p:nvPr/>
        </p:nvSpPr>
        <p:spPr>
          <a:xfrm>
            <a:off x="27980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2" name="Shape 1000"/>
          <p:cNvSpPr/>
          <p:nvPr/>
        </p:nvSpPr>
        <p:spPr>
          <a:xfrm>
            <a:off x="29077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3" name="Shape 1001"/>
          <p:cNvSpPr/>
          <p:nvPr/>
        </p:nvSpPr>
        <p:spPr>
          <a:xfrm>
            <a:off x="30175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4" name="Shape 1002"/>
          <p:cNvSpPr/>
          <p:nvPr/>
        </p:nvSpPr>
        <p:spPr>
          <a:xfrm>
            <a:off x="31272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5" name="Shape 1003"/>
          <p:cNvSpPr/>
          <p:nvPr/>
        </p:nvSpPr>
        <p:spPr>
          <a:xfrm>
            <a:off x="32369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6" name="Shape 1004"/>
          <p:cNvSpPr/>
          <p:nvPr/>
        </p:nvSpPr>
        <p:spPr>
          <a:xfrm>
            <a:off x="33467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7" name="Shape 1005"/>
          <p:cNvSpPr/>
          <p:nvPr/>
        </p:nvSpPr>
        <p:spPr>
          <a:xfrm>
            <a:off x="34564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8" name="Shape 1006"/>
          <p:cNvSpPr/>
          <p:nvPr/>
        </p:nvSpPr>
        <p:spPr>
          <a:xfrm>
            <a:off x="35661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9" name="Shape 1007"/>
          <p:cNvSpPr/>
          <p:nvPr/>
        </p:nvSpPr>
        <p:spPr>
          <a:xfrm>
            <a:off x="36758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0" name="Shape 1008"/>
          <p:cNvSpPr/>
          <p:nvPr/>
        </p:nvSpPr>
        <p:spPr>
          <a:xfrm>
            <a:off x="37856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1" name="Shape 1009"/>
          <p:cNvSpPr/>
          <p:nvPr/>
        </p:nvSpPr>
        <p:spPr>
          <a:xfrm>
            <a:off x="38953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2" name="Shape 1010"/>
          <p:cNvSpPr/>
          <p:nvPr/>
        </p:nvSpPr>
        <p:spPr>
          <a:xfrm>
            <a:off x="40050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3" name="Shape 1011"/>
          <p:cNvSpPr/>
          <p:nvPr/>
        </p:nvSpPr>
        <p:spPr>
          <a:xfrm>
            <a:off x="41148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4" name="Shape 1012"/>
          <p:cNvSpPr/>
          <p:nvPr/>
        </p:nvSpPr>
        <p:spPr>
          <a:xfrm>
            <a:off x="42245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5" name="Shape 1013"/>
          <p:cNvSpPr/>
          <p:nvPr/>
        </p:nvSpPr>
        <p:spPr>
          <a:xfrm>
            <a:off x="43342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6" name="Shape 1014"/>
          <p:cNvSpPr/>
          <p:nvPr/>
        </p:nvSpPr>
        <p:spPr>
          <a:xfrm>
            <a:off x="44439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7" name="Shape 1015"/>
          <p:cNvSpPr/>
          <p:nvPr/>
        </p:nvSpPr>
        <p:spPr>
          <a:xfrm>
            <a:off x="45537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8" name="Shape 1016"/>
          <p:cNvSpPr/>
          <p:nvPr/>
        </p:nvSpPr>
        <p:spPr>
          <a:xfrm>
            <a:off x="46634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9" name="Shape 1017"/>
          <p:cNvSpPr/>
          <p:nvPr/>
        </p:nvSpPr>
        <p:spPr>
          <a:xfrm>
            <a:off x="47731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0" name="Shape 1018"/>
          <p:cNvSpPr/>
          <p:nvPr/>
        </p:nvSpPr>
        <p:spPr>
          <a:xfrm>
            <a:off x="48828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1" name="Shape 1019"/>
          <p:cNvSpPr/>
          <p:nvPr/>
        </p:nvSpPr>
        <p:spPr>
          <a:xfrm>
            <a:off x="49926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2" name="Shape 1020"/>
          <p:cNvSpPr/>
          <p:nvPr/>
        </p:nvSpPr>
        <p:spPr>
          <a:xfrm>
            <a:off x="51023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3" name="Shape 1021"/>
          <p:cNvSpPr/>
          <p:nvPr/>
        </p:nvSpPr>
        <p:spPr>
          <a:xfrm>
            <a:off x="52120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4" name="Shape 1022"/>
          <p:cNvSpPr/>
          <p:nvPr/>
        </p:nvSpPr>
        <p:spPr>
          <a:xfrm>
            <a:off x="53218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5" name="Shape 1023"/>
          <p:cNvSpPr/>
          <p:nvPr/>
        </p:nvSpPr>
        <p:spPr>
          <a:xfrm>
            <a:off x="54315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6" name="Shape 1024"/>
          <p:cNvSpPr/>
          <p:nvPr/>
        </p:nvSpPr>
        <p:spPr>
          <a:xfrm>
            <a:off x="55412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7" name="Shape 1025"/>
          <p:cNvSpPr/>
          <p:nvPr/>
        </p:nvSpPr>
        <p:spPr>
          <a:xfrm>
            <a:off x="56509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8" name="Shape 1026"/>
          <p:cNvSpPr/>
          <p:nvPr/>
        </p:nvSpPr>
        <p:spPr>
          <a:xfrm>
            <a:off x="57607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9" name="Shape 1027"/>
          <p:cNvSpPr/>
          <p:nvPr/>
        </p:nvSpPr>
        <p:spPr>
          <a:xfrm>
            <a:off x="58704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0" name="Shape 1028"/>
          <p:cNvSpPr/>
          <p:nvPr/>
        </p:nvSpPr>
        <p:spPr>
          <a:xfrm>
            <a:off x="59801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1" name="Shape 1029"/>
          <p:cNvSpPr/>
          <p:nvPr/>
        </p:nvSpPr>
        <p:spPr>
          <a:xfrm>
            <a:off x="60899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2" name="Shape 1030"/>
          <p:cNvSpPr/>
          <p:nvPr/>
        </p:nvSpPr>
        <p:spPr>
          <a:xfrm>
            <a:off x="61996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3" name="Shape 1031"/>
          <p:cNvSpPr/>
          <p:nvPr/>
        </p:nvSpPr>
        <p:spPr>
          <a:xfrm>
            <a:off x="63093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4" name="Shape 1032"/>
          <p:cNvSpPr/>
          <p:nvPr/>
        </p:nvSpPr>
        <p:spPr>
          <a:xfrm>
            <a:off x="64190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5" name="Shape 1033"/>
          <p:cNvSpPr/>
          <p:nvPr/>
        </p:nvSpPr>
        <p:spPr>
          <a:xfrm>
            <a:off x="65288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6" name="Shape 1034"/>
          <p:cNvSpPr/>
          <p:nvPr/>
        </p:nvSpPr>
        <p:spPr>
          <a:xfrm>
            <a:off x="66385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7" name="Shape 1035"/>
          <p:cNvSpPr/>
          <p:nvPr/>
        </p:nvSpPr>
        <p:spPr>
          <a:xfrm>
            <a:off x="67482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8" name="Shape 1036"/>
          <p:cNvSpPr/>
          <p:nvPr/>
        </p:nvSpPr>
        <p:spPr>
          <a:xfrm>
            <a:off x="68580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9" name="Shape 1037"/>
          <p:cNvSpPr/>
          <p:nvPr/>
        </p:nvSpPr>
        <p:spPr>
          <a:xfrm>
            <a:off x="69677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0" name="Shape 1038"/>
          <p:cNvSpPr/>
          <p:nvPr/>
        </p:nvSpPr>
        <p:spPr>
          <a:xfrm>
            <a:off x="70774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1" name="Shape 1039"/>
          <p:cNvSpPr/>
          <p:nvPr/>
        </p:nvSpPr>
        <p:spPr>
          <a:xfrm>
            <a:off x="71871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2" name="Shape 1040"/>
          <p:cNvSpPr/>
          <p:nvPr/>
        </p:nvSpPr>
        <p:spPr>
          <a:xfrm>
            <a:off x="72969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3" name="Shape 1041"/>
          <p:cNvSpPr/>
          <p:nvPr/>
        </p:nvSpPr>
        <p:spPr>
          <a:xfrm>
            <a:off x="74066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4" name="Shape 1042"/>
          <p:cNvSpPr/>
          <p:nvPr/>
        </p:nvSpPr>
        <p:spPr>
          <a:xfrm>
            <a:off x="75163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5" name="Shape 1043"/>
          <p:cNvSpPr/>
          <p:nvPr/>
        </p:nvSpPr>
        <p:spPr>
          <a:xfrm>
            <a:off x="76260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6" name="Shape 1044"/>
          <p:cNvSpPr/>
          <p:nvPr/>
        </p:nvSpPr>
        <p:spPr>
          <a:xfrm>
            <a:off x="77358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7" name="Shape 1045"/>
          <p:cNvSpPr/>
          <p:nvPr/>
        </p:nvSpPr>
        <p:spPr>
          <a:xfrm>
            <a:off x="78455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8" name="Shape 1046"/>
          <p:cNvSpPr/>
          <p:nvPr/>
        </p:nvSpPr>
        <p:spPr>
          <a:xfrm>
            <a:off x="79552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9" name="Shape 1047"/>
          <p:cNvSpPr/>
          <p:nvPr/>
        </p:nvSpPr>
        <p:spPr>
          <a:xfrm>
            <a:off x="80650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0" name="Shape 1048"/>
          <p:cNvSpPr/>
          <p:nvPr/>
        </p:nvSpPr>
        <p:spPr>
          <a:xfrm>
            <a:off x="81747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1" name="Shape 1049"/>
          <p:cNvSpPr/>
          <p:nvPr/>
        </p:nvSpPr>
        <p:spPr>
          <a:xfrm>
            <a:off x="82844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2" name="Shape 1050"/>
          <p:cNvSpPr/>
          <p:nvPr/>
        </p:nvSpPr>
        <p:spPr>
          <a:xfrm>
            <a:off x="83941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3" name="Shape 1051"/>
          <p:cNvSpPr/>
          <p:nvPr/>
        </p:nvSpPr>
        <p:spPr>
          <a:xfrm>
            <a:off x="85039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4" name="Shape 1052"/>
          <p:cNvSpPr/>
          <p:nvPr/>
        </p:nvSpPr>
        <p:spPr>
          <a:xfrm>
            <a:off x="86136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5" name="Shape 1053"/>
          <p:cNvSpPr/>
          <p:nvPr/>
        </p:nvSpPr>
        <p:spPr>
          <a:xfrm>
            <a:off x="87233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6" name="Shape 1054"/>
          <p:cNvSpPr/>
          <p:nvPr/>
        </p:nvSpPr>
        <p:spPr>
          <a:xfrm>
            <a:off x="88331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7" name="Shape 1055"/>
          <p:cNvSpPr/>
          <p:nvPr/>
        </p:nvSpPr>
        <p:spPr>
          <a:xfrm>
            <a:off x="89428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8" name="Shape 1056"/>
          <p:cNvSpPr/>
          <p:nvPr/>
        </p:nvSpPr>
        <p:spPr>
          <a:xfrm>
            <a:off x="90525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9" name="Shape 1057"/>
          <p:cNvSpPr/>
          <p:nvPr/>
        </p:nvSpPr>
        <p:spPr>
          <a:xfrm>
            <a:off x="916228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0" name="Shape 1058"/>
          <p:cNvSpPr/>
          <p:nvPr/>
        </p:nvSpPr>
        <p:spPr>
          <a:xfrm>
            <a:off x="927201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1" name="Shape 1059"/>
          <p:cNvSpPr/>
          <p:nvPr/>
        </p:nvSpPr>
        <p:spPr>
          <a:xfrm>
            <a:off x="938174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2" name="Shape 1060"/>
          <p:cNvSpPr/>
          <p:nvPr/>
        </p:nvSpPr>
        <p:spPr>
          <a:xfrm>
            <a:off x="949147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3" name="Shape 1061"/>
          <p:cNvSpPr/>
          <p:nvPr/>
        </p:nvSpPr>
        <p:spPr>
          <a:xfrm>
            <a:off x="960120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4" name="Shape 1062"/>
          <p:cNvSpPr/>
          <p:nvPr/>
        </p:nvSpPr>
        <p:spPr>
          <a:xfrm>
            <a:off x="971092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5" name="Shape 1063"/>
          <p:cNvSpPr/>
          <p:nvPr/>
        </p:nvSpPr>
        <p:spPr>
          <a:xfrm>
            <a:off x="982065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6" name="Shape 1064"/>
          <p:cNvSpPr/>
          <p:nvPr/>
        </p:nvSpPr>
        <p:spPr>
          <a:xfrm>
            <a:off x="993038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7" name="Shape 1065"/>
          <p:cNvSpPr/>
          <p:nvPr/>
        </p:nvSpPr>
        <p:spPr>
          <a:xfrm>
            <a:off x="1004011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8" name="Shape 1066"/>
          <p:cNvSpPr/>
          <p:nvPr/>
        </p:nvSpPr>
        <p:spPr>
          <a:xfrm>
            <a:off x="1014984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9" name="Shape 1067"/>
          <p:cNvSpPr/>
          <p:nvPr/>
        </p:nvSpPr>
        <p:spPr>
          <a:xfrm>
            <a:off x="1025956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0" name="Shape 1068"/>
          <p:cNvSpPr/>
          <p:nvPr/>
        </p:nvSpPr>
        <p:spPr>
          <a:xfrm>
            <a:off x="1036929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1" name="Shape 1069"/>
          <p:cNvSpPr/>
          <p:nvPr/>
        </p:nvSpPr>
        <p:spPr>
          <a:xfrm>
            <a:off x="1047902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2" name="Shape 1070"/>
          <p:cNvSpPr/>
          <p:nvPr/>
        </p:nvSpPr>
        <p:spPr>
          <a:xfrm>
            <a:off x="1058875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3" name="Shape 1071"/>
          <p:cNvSpPr/>
          <p:nvPr/>
        </p:nvSpPr>
        <p:spPr>
          <a:xfrm>
            <a:off x="1069848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4" name="Shape 1072"/>
          <p:cNvSpPr/>
          <p:nvPr/>
        </p:nvSpPr>
        <p:spPr>
          <a:xfrm>
            <a:off x="1080820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5" name="Shape 1073"/>
          <p:cNvSpPr/>
          <p:nvPr/>
        </p:nvSpPr>
        <p:spPr>
          <a:xfrm>
            <a:off x="1091793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6" name="Shape 1074"/>
          <p:cNvSpPr/>
          <p:nvPr/>
        </p:nvSpPr>
        <p:spPr>
          <a:xfrm>
            <a:off x="1102766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7" name="Shape 1075"/>
          <p:cNvSpPr/>
          <p:nvPr/>
        </p:nvSpPr>
        <p:spPr>
          <a:xfrm>
            <a:off x="1113739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8" name="Shape 1076"/>
          <p:cNvSpPr/>
          <p:nvPr/>
        </p:nvSpPr>
        <p:spPr>
          <a:xfrm>
            <a:off x="1124712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9" name="Shape 1077"/>
          <p:cNvSpPr/>
          <p:nvPr/>
        </p:nvSpPr>
        <p:spPr>
          <a:xfrm>
            <a:off x="11356848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0" name="Shape 1078"/>
          <p:cNvSpPr/>
          <p:nvPr/>
        </p:nvSpPr>
        <p:spPr>
          <a:xfrm>
            <a:off x="11466576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1" name="Shape 1079"/>
          <p:cNvSpPr/>
          <p:nvPr/>
        </p:nvSpPr>
        <p:spPr>
          <a:xfrm>
            <a:off x="11576304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2" name="Shape 1080"/>
          <p:cNvSpPr/>
          <p:nvPr/>
        </p:nvSpPr>
        <p:spPr>
          <a:xfrm>
            <a:off x="11686032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3" name="Shape 1081"/>
          <p:cNvSpPr/>
          <p:nvPr/>
        </p:nvSpPr>
        <p:spPr>
          <a:xfrm>
            <a:off x="11795760" y="235915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4" name="Shape 1082"/>
          <p:cNvSpPr/>
          <p:nvPr/>
        </p:nvSpPr>
        <p:spPr>
          <a:xfrm>
            <a:off x="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5" name="Shape 1083"/>
          <p:cNvSpPr/>
          <p:nvPr/>
        </p:nvSpPr>
        <p:spPr>
          <a:xfrm>
            <a:off x="1097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6" name="Shape 1084"/>
          <p:cNvSpPr/>
          <p:nvPr/>
        </p:nvSpPr>
        <p:spPr>
          <a:xfrm>
            <a:off x="2194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7" name="Shape 1085"/>
          <p:cNvSpPr/>
          <p:nvPr/>
        </p:nvSpPr>
        <p:spPr>
          <a:xfrm>
            <a:off x="3291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8" name="Shape 1086"/>
          <p:cNvSpPr/>
          <p:nvPr/>
        </p:nvSpPr>
        <p:spPr>
          <a:xfrm>
            <a:off x="4389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9" name="Shape 1087"/>
          <p:cNvSpPr/>
          <p:nvPr/>
        </p:nvSpPr>
        <p:spPr>
          <a:xfrm>
            <a:off x="5486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0" name="Shape 1088"/>
          <p:cNvSpPr/>
          <p:nvPr/>
        </p:nvSpPr>
        <p:spPr>
          <a:xfrm>
            <a:off x="6583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1" name="Shape 1089"/>
          <p:cNvSpPr/>
          <p:nvPr/>
        </p:nvSpPr>
        <p:spPr>
          <a:xfrm>
            <a:off x="7680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2" name="Shape 1090"/>
          <p:cNvSpPr/>
          <p:nvPr/>
        </p:nvSpPr>
        <p:spPr>
          <a:xfrm>
            <a:off x="8778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3" name="Shape 1091"/>
          <p:cNvSpPr/>
          <p:nvPr/>
        </p:nvSpPr>
        <p:spPr>
          <a:xfrm>
            <a:off x="9875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4" name="Shape 1092"/>
          <p:cNvSpPr/>
          <p:nvPr/>
        </p:nvSpPr>
        <p:spPr>
          <a:xfrm>
            <a:off x="10972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5" name="Shape 1093"/>
          <p:cNvSpPr/>
          <p:nvPr/>
        </p:nvSpPr>
        <p:spPr>
          <a:xfrm>
            <a:off x="12070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6" name="Shape 1094"/>
          <p:cNvSpPr/>
          <p:nvPr/>
        </p:nvSpPr>
        <p:spPr>
          <a:xfrm>
            <a:off x="13167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7" name="Shape 1095"/>
          <p:cNvSpPr/>
          <p:nvPr/>
        </p:nvSpPr>
        <p:spPr>
          <a:xfrm>
            <a:off x="14264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8" name="Shape 1096"/>
          <p:cNvSpPr/>
          <p:nvPr/>
        </p:nvSpPr>
        <p:spPr>
          <a:xfrm>
            <a:off x="15361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9" name="Shape 1097"/>
          <p:cNvSpPr/>
          <p:nvPr/>
        </p:nvSpPr>
        <p:spPr>
          <a:xfrm>
            <a:off x="16459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0" name="Shape 1098"/>
          <p:cNvSpPr/>
          <p:nvPr/>
        </p:nvSpPr>
        <p:spPr>
          <a:xfrm>
            <a:off x="17556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1" name="Shape 1099"/>
          <p:cNvSpPr/>
          <p:nvPr/>
        </p:nvSpPr>
        <p:spPr>
          <a:xfrm>
            <a:off x="18653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2" name="Shape 1100"/>
          <p:cNvSpPr/>
          <p:nvPr/>
        </p:nvSpPr>
        <p:spPr>
          <a:xfrm>
            <a:off x="19751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3" name="Shape 1101"/>
          <p:cNvSpPr/>
          <p:nvPr/>
        </p:nvSpPr>
        <p:spPr>
          <a:xfrm>
            <a:off x="20848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4" name="Shape 1102"/>
          <p:cNvSpPr/>
          <p:nvPr/>
        </p:nvSpPr>
        <p:spPr>
          <a:xfrm>
            <a:off x="21945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5" name="Shape 1103"/>
          <p:cNvSpPr/>
          <p:nvPr/>
        </p:nvSpPr>
        <p:spPr>
          <a:xfrm>
            <a:off x="23042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6" name="Shape 1104"/>
          <p:cNvSpPr/>
          <p:nvPr/>
        </p:nvSpPr>
        <p:spPr>
          <a:xfrm>
            <a:off x="24140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7" name="Shape 1105"/>
          <p:cNvSpPr/>
          <p:nvPr/>
        </p:nvSpPr>
        <p:spPr>
          <a:xfrm>
            <a:off x="25237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8" name="Shape 1106"/>
          <p:cNvSpPr/>
          <p:nvPr/>
        </p:nvSpPr>
        <p:spPr>
          <a:xfrm>
            <a:off x="26334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9" name="Shape 1107"/>
          <p:cNvSpPr/>
          <p:nvPr/>
        </p:nvSpPr>
        <p:spPr>
          <a:xfrm>
            <a:off x="27432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0" name="Shape 1108"/>
          <p:cNvSpPr/>
          <p:nvPr/>
        </p:nvSpPr>
        <p:spPr>
          <a:xfrm>
            <a:off x="28529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1" name="Shape 1109"/>
          <p:cNvSpPr/>
          <p:nvPr/>
        </p:nvSpPr>
        <p:spPr>
          <a:xfrm>
            <a:off x="29626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2" name="Shape 1110"/>
          <p:cNvSpPr/>
          <p:nvPr/>
        </p:nvSpPr>
        <p:spPr>
          <a:xfrm>
            <a:off x="30723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3" name="Shape 1111"/>
          <p:cNvSpPr/>
          <p:nvPr/>
        </p:nvSpPr>
        <p:spPr>
          <a:xfrm>
            <a:off x="31821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4" name="Shape 1112"/>
          <p:cNvSpPr/>
          <p:nvPr/>
        </p:nvSpPr>
        <p:spPr>
          <a:xfrm>
            <a:off x="32918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5" name="Shape 1113"/>
          <p:cNvSpPr/>
          <p:nvPr/>
        </p:nvSpPr>
        <p:spPr>
          <a:xfrm>
            <a:off x="34015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6" name="Shape 1114"/>
          <p:cNvSpPr/>
          <p:nvPr/>
        </p:nvSpPr>
        <p:spPr>
          <a:xfrm>
            <a:off x="35112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7" name="Shape 1115"/>
          <p:cNvSpPr/>
          <p:nvPr/>
        </p:nvSpPr>
        <p:spPr>
          <a:xfrm>
            <a:off x="36210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8" name="Shape 1116"/>
          <p:cNvSpPr/>
          <p:nvPr/>
        </p:nvSpPr>
        <p:spPr>
          <a:xfrm>
            <a:off x="37307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9" name="Shape 1117"/>
          <p:cNvSpPr/>
          <p:nvPr/>
        </p:nvSpPr>
        <p:spPr>
          <a:xfrm>
            <a:off x="38404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0" name="Shape 1118"/>
          <p:cNvSpPr/>
          <p:nvPr/>
        </p:nvSpPr>
        <p:spPr>
          <a:xfrm>
            <a:off x="39502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1" name="Shape 1119"/>
          <p:cNvSpPr/>
          <p:nvPr/>
        </p:nvSpPr>
        <p:spPr>
          <a:xfrm>
            <a:off x="40599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2" name="Shape 1120"/>
          <p:cNvSpPr/>
          <p:nvPr/>
        </p:nvSpPr>
        <p:spPr>
          <a:xfrm>
            <a:off x="41696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3" name="Shape 1121"/>
          <p:cNvSpPr/>
          <p:nvPr/>
        </p:nvSpPr>
        <p:spPr>
          <a:xfrm>
            <a:off x="42793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4" name="Shape 1122"/>
          <p:cNvSpPr/>
          <p:nvPr/>
        </p:nvSpPr>
        <p:spPr>
          <a:xfrm>
            <a:off x="43891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5" name="Shape 1123"/>
          <p:cNvSpPr/>
          <p:nvPr/>
        </p:nvSpPr>
        <p:spPr>
          <a:xfrm>
            <a:off x="44988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6" name="Shape 1124"/>
          <p:cNvSpPr/>
          <p:nvPr/>
        </p:nvSpPr>
        <p:spPr>
          <a:xfrm>
            <a:off x="46085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7" name="Shape 1125"/>
          <p:cNvSpPr/>
          <p:nvPr/>
        </p:nvSpPr>
        <p:spPr>
          <a:xfrm>
            <a:off x="47183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8" name="Shape 1126"/>
          <p:cNvSpPr/>
          <p:nvPr/>
        </p:nvSpPr>
        <p:spPr>
          <a:xfrm>
            <a:off x="48280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9" name="Shape 1127"/>
          <p:cNvSpPr/>
          <p:nvPr/>
        </p:nvSpPr>
        <p:spPr>
          <a:xfrm>
            <a:off x="49377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0" name="Shape 1128"/>
          <p:cNvSpPr/>
          <p:nvPr/>
        </p:nvSpPr>
        <p:spPr>
          <a:xfrm>
            <a:off x="50474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1" name="Shape 1129"/>
          <p:cNvSpPr/>
          <p:nvPr/>
        </p:nvSpPr>
        <p:spPr>
          <a:xfrm>
            <a:off x="51572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2" name="Shape 1130"/>
          <p:cNvSpPr/>
          <p:nvPr/>
        </p:nvSpPr>
        <p:spPr>
          <a:xfrm>
            <a:off x="52669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3" name="Shape 1131"/>
          <p:cNvSpPr/>
          <p:nvPr/>
        </p:nvSpPr>
        <p:spPr>
          <a:xfrm>
            <a:off x="53766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4" name="Shape 1132"/>
          <p:cNvSpPr/>
          <p:nvPr/>
        </p:nvSpPr>
        <p:spPr>
          <a:xfrm>
            <a:off x="54864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5" name="Shape 1133"/>
          <p:cNvSpPr/>
          <p:nvPr/>
        </p:nvSpPr>
        <p:spPr>
          <a:xfrm>
            <a:off x="55961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6" name="Shape 1134"/>
          <p:cNvSpPr/>
          <p:nvPr/>
        </p:nvSpPr>
        <p:spPr>
          <a:xfrm>
            <a:off x="57058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7" name="Shape 1135"/>
          <p:cNvSpPr/>
          <p:nvPr/>
        </p:nvSpPr>
        <p:spPr>
          <a:xfrm>
            <a:off x="58155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8" name="Shape 1136"/>
          <p:cNvSpPr/>
          <p:nvPr/>
        </p:nvSpPr>
        <p:spPr>
          <a:xfrm>
            <a:off x="59253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9" name="Shape 1137"/>
          <p:cNvSpPr/>
          <p:nvPr/>
        </p:nvSpPr>
        <p:spPr>
          <a:xfrm>
            <a:off x="60350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0" name="Shape 1138"/>
          <p:cNvSpPr/>
          <p:nvPr/>
        </p:nvSpPr>
        <p:spPr>
          <a:xfrm>
            <a:off x="61447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1" name="Shape 1139"/>
          <p:cNvSpPr/>
          <p:nvPr/>
        </p:nvSpPr>
        <p:spPr>
          <a:xfrm>
            <a:off x="62544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2" name="Shape 1140"/>
          <p:cNvSpPr/>
          <p:nvPr/>
        </p:nvSpPr>
        <p:spPr>
          <a:xfrm>
            <a:off x="63642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3" name="Shape 1141"/>
          <p:cNvSpPr/>
          <p:nvPr/>
        </p:nvSpPr>
        <p:spPr>
          <a:xfrm>
            <a:off x="64739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4" name="Shape 1142"/>
          <p:cNvSpPr/>
          <p:nvPr/>
        </p:nvSpPr>
        <p:spPr>
          <a:xfrm>
            <a:off x="65836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5" name="Shape 1143"/>
          <p:cNvSpPr/>
          <p:nvPr/>
        </p:nvSpPr>
        <p:spPr>
          <a:xfrm>
            <a:off x="66934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6" name="Shape 1144"/>
          <p:cNvSpPr/>
          <p:nvPr/>
        </p:nvSpPr>
        <p:spPr>
          <a:xfrm>
            <a:off x="68031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7" name="Shape 1145"/>
          <p:cNvSpPr/>
          <p:nvPr/>
        </p:nvSpPr>
        <p:spPr>
          <a:xfrm>
            <a:off x="69128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8" name="Shape 1146"/>
          <p:cNvSpPr/>
          <p:nvPr/>
        </p:nvSpPr>
        <p:spPr>
          <a:xfrm>
            <a:off x="70225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9" name="Shape 1147"/>
          <p:cNvSpPr/>
          <p:nvPr/>
        </p:nvSpPr>
        <p:spPr>
          <a:xfrm>
            <a:off x="71323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0" name="Shape 1148"/>
          <p:cNvSpPr/>
          <p:nvPr/>
        </p:nvSpPr>
        <p:spPr>
          <a:xfrm>
            <a:off x="72420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1" name="Shape 1149"/>
          <p:cNvSpPr/>
          <p:nvPr/>
        </p:nvSpPr>
        <p:spPr>
          <a:xfrm>
            <a:off x="73517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2" name="Shape 1150"/>
          <p:cNvSpPr/>
          <p:nvPr/>
        </p:nvSpPr>
        <p:spPr>
          <a:xfrm>
            <a:off x="74615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3" name="Shape 1151"/>
          <p:cNvSpPr/>
          <p:nvPr/>
        </p:nvSpPr>
        <p:spPr>
          <a:xfrm>
            <a:off x="75712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4" name="Shape 1152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5" name="Shape 1153"/>
          <p:cNvSpPr/>
          <p:nvPr/>
        </p:nvSpPr>
        <p:spPr>
          <a:xfrm>
            <a:off x="77906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6" name="Shape 1154"/>
          <p:cNvSpPr/>
          <p:nvPr/>
        </p:nvSpPr>
        <p:spPr>
          <a:xfrm>
            <a:off x="79004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7" name="Shape 1155"/>
          <p:cNvSpPr/>
          <p:nvPr/>
        </p:nvSpPr>
        <p:spPr>
          <a:xfrm>
            <a:off x="80101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8" name="Shape 1156"/>
          <p:cNvSpPr/>
          <p:nvPr/>
        </p:nvSpPr>
        <p:spPr>
          <a:xfrm>
            <a:off x="81198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9" name="Shape 1157"/>
          <p:cNvSpPr/>
          <p:nvPr/>
        </p:nvSpPr>
        <p:spPr>
          <a:xfrm>
            <a:off x="82296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0" name="Shape 1158"/>
          <p:cNvSpPr/>
          <p:nvPr/>
        </p:nvSpPr>
        <p:spPr>
          <a:xfrm>
            <a:off x="83393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1" name="Shape 1159"/>
          <p:cNvSpPr/>
          <p:nvPr/>
        </p:nvSpPr>
        <p:spPr>
          <a:xfrm>
            <a:off x="84490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2" name="Shape 1160"/>
          <p:cNvSpPr/>
          <p:nvPr/>
        </p:nvSpPr>
        <p:spPr>
          <a:xfrm>
            <a:off x="85587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3" name="Shape 1161"/>
          <p:cNvSpPr/>
          <p:nvPr/>
        </p:nvSpPr>
        <p:spPr>
          <a:xfrm>
            <a:off x="86685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4" name="Shape 1162"/>
          <p:cNvSpPr/>
          <p:nvPr/>
        </p:nvSpPr>
        <p:spPr>
          <a:xfrm>
            <a:off x="87782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5" name="Shape 1163"/>
          <p:cNvSpPr/>
          <p:nvPr/>
        </p:nvSpPr>
        <p:spPr>
          <a:xfrm>
            <a:off x="88879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6" name="Shape 1164"/>
          <p:cNvSpPr/>
          <p:nvPr/>
        </p:nvSpPr>
        <p:spPr>
          <a:xfrm>
            <a:off x="89976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7" name="Shape 1165"/>
          <p:cNvSpPr/>
          <p:nvPr/>
        </p:nvSpPr>
        <p:spPr>
          <a:xfrm>
            <a:off x="910742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8" name="Shape 1166"/>
          <p:cNvSpPr/>
          <p:nvPr/>
        </p:nvSpPr>
        <p:spPr>
          <a:xfrm>
            <a:off x="921715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9" name="Shape 1167"/>
          <p:cNvSpPr/>
          <p:nvPr/>
        </p:nvSpPr>
        <p:spPr>
          <a:xfrm>
            <a:off x="932688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0" name="Shape 1168"/>
          <p:cNvSpPr/>
          <p:nvPr/>
        </p:nvSpPr>
        <p:spPr>
          <a:xfrm>
            <a:off x="943660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1" name="Shape 1169"/>
          <p:cNvSpPr/>
          <p:nvPr/>
        </p:nvSpPr>
        <p:spPr>
          <a:xfrm>
            <a:off x="954633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2" name="Shape 1170"/>
          <p:cNvSpPr/>
          <p:nvPr/>
        </p:nvSpPr>
        <p:spPr>
          <a:xfrm>
            <a:off x="965606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3" name="Shape 1171"/>
          <p:cNvSpPr/>
          <p:nvPr/>
        </p:nvSpPr>
        <p:spPr>
          <a:xfrm>
            <a:off x="976579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4" name="Shape 1172"/>
          <p:cNvSpPr/>
          <p:nvPr/>
        </p:nvSpPr>
        <p:spPr>
          <a:xfrm>
            <a:off x="987552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5" name="Shape 1173"/>
          <p:cNvSpPr/>
          <p:nvPr/>
        </p:nvSpPr>
        <p:spPr>
          <a:xfrm>
            <a:off x="998524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6" name="Shape 1174"/>
          <p:cNvSpPr/>
          <p:nvPr/>
        </p:nvSpPr>
        <p:spPr>
          <a:xfrm>
            <a:off x="1009497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7" name="Shape 1175"/>
          <p:cNvSpPr/>
          <p:nvPr/>
        </p:nvSpPr>
        <p:spPr>
          <a:xfrm>
            <a:off x="1020470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8" name="Shape 1176"/>
          <p:cNvSpPr/>
          <p:nvPr/>
        </p:nvSpPr>
        <p:spPr>
          <a:xfrm>
            <a:off x="1031443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9" name="Shape 1177"/>
          <p:cNvSpPr/>
          <p:nvPr/>
        </p:nvSpPr>
        <p:spPr>
          <a:xfrm>
            <a:off x="1042416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0" name="Shape 1178"/>
          <p:cNvSpPr/>
          <p:nvPr/>
        </p:nvSpPr>
        <p:spPr>
          <a:xfrm>
            <a:off x="1053388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1" name="Shape 1179"/>
          <p:cNvSpPr/>
          <p:nvPr/>
        </p:nvSpPr>
        <p:spPr>
          <a:xfrm>
            <a:off x="1064361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2" name="Shape 1180"/>
          <p:cNvSpPr/>
          <p:nvPr/>
        </p:nvSpPr>
        <p:spPr>
          <a:xfrm>
            <a:off x="1075334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3" name="Shape 1181"/>
          <p:cNvSpPr/>
          <p:nvPr/>
        </p:nvSpPr>
        <p:spPr>
          <a:xfrm>
            <a:off x="1086307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4" name="Shape 1182"/>
          <p:cNvSpPr/>
          <p:nvPr/>
        </p:nvSpPr>
        <p:spPr>
          <a:xfrm>
            <a:off x="1097280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5" name="Shape 1183"/>
          <p:cNvSpPr/>
          <p:nvPr/>
        </p:nvSpPr>
        <p:spPr>
          <a:xfrm>
            <a:off x="1108252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6" name="Shape 1184"/>
          <p:cNvSpPr/>
          <p:nvPr/>
        </p:nvSpPr>
        <p:spPr>
          <a:xfrm>
            <a:off x="1119225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7" name="Shape 1185"/>
          <p:cNvSpPr/>
          <p:nvPr/>
        </p:nvSpPr>
        <p:spPr>
          <a:xfrm>
            <a:off x="11301984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8" name="Shape 1186"/>
          <p:cNvSpPr/>
          <p:nvPr/>
        </p:nvSpPr>
        <p:spPr>
          <a:xfrm>
            <a:off x="11411712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9" name="Shape 1187"/>
          <p:cNvSpPr/>
          <p:nvPr/>
        </p:nvSpPr>
        <p:spPr>
          <a:xfrm>
            <a:off x="11521440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0" name="Shape 1188"/>
          <p:cNvSpPr/>
          <p:nvPr/>
        </p:nvSpPr>
        <p:spPr>
          <a:xfrm>
            <a:off x="11631168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1" name="Shape 1189"/>
          <p:cNvSpPr/>
          <p:nvPr/>
        </p:nvSpPr>
        <p:spPr>
          <a:xfrm>
            <a:off x="11740896" y="246888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2" name="Shape 1190"/>
          <p:cNvSpPr/>
          <p:nvPr/>
        </p:nvSpPr>
        <p:spPr>
          <a:xfrm>
            <a:off x="548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3" name="Shape 1191"/>
          <p:cNvSpPr/>
          <p:nvPr/>
        </p:nvSpPr>
        <p:spPr>
          <a:xfrm>
            <a:off x="1645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4" name="Shape 1192"/>
          <p:cNvSpPr/>
          <p:nvPr/>
        </p:nvSpPr>
        <p:spPr>
          <a:xfrm>
            <a:off x="2743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5" name="Shape 1193"/>
          <p:cNvSpPr/>
          <p:nvPr/>
        </p:nvSpPr>
        <p:spPr>
          <a:xfrm>
            <a:off x="3840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6" name="Shape 1194"/>
          <p:cNvSpPr/>
          <p:nvPr/>
        </p:nvSpPr>
        <p:spPr>
          <a:xfrm>
            <a:off x="4937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7" name="Shape 1195"/>
          <p:cNvSpPr/>
          <p:nvPr/>
        </p:nvSpPr>
        <p:spPr>
          <a:xfrm>
            <a:off x="6035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8" name="Shape 1196"/>
          <p:cNvSpPr/>
          <p:nvPr/>
        </p:nvSpPr>
        <p:spPr>
          <a:xfrm>
            <a:off x="7132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9" name="Shape 1197"/>
          <p:cNvSpPr/>
          <p:nvPr/>
        </p:nvSpPr>
        <p:spPr>
          <a:xfrm>
            <a:off x="8229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0" name="Shape 1198"/>
          <p:cNvSpPr/>
          <p:nvPr/>
        </p:nvSpPr>
        <p:spPr>
          <a:xfrm>
            <a:off x="9326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1" name="Shape 1199"/>
          <p:cNvSpPr/>
          <p:nvPr/>
        </p:nvSpPr>
        <p:spPr>
          <a:xfrm>
            <a:off x="10424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2" name="Shape 1200"/>
          <p:cNvSpPr/>
          <p:nvPr/>
        </p:nvSpPr>
        <p:spPr>
          <a:xfrm>
            <a:off x="11521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3" name="Shape 1201"/>
          <p:cNvSpPr/>
          <p:nvPr/>
        </p:nvSpPr>
        <p:spPr>
          <a:xfrm>
            <a:off x="12618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4" name="Shape 1202"/>
          <p:cNvSpPr/>
          <p:nvPr/>
        </p:nvSpPr>
        <p:spPr>
          <a:xfrm>
            <a:off x="13716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5" name="Shape 1203"/>
          <p:cNvSpPr/>
          <p:nvPr/>
        </p:nvSpPr>
        <p:spPr>
          <a:xfrm>
            <a:off x="14813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6" name="Shape 1204"/>
          <p:cNvSpPr/>
          <p:nvPr/>
        </p:nvSpPr>
        <p:spPr>
          <a:xfrm>
            <a:off x="15910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7" name="Shape 1205"/>
          <p:cNvSpPr/>
          <p:nvPr/>
        </p:nvSpPr>
        <p:spPr>
          <a:xfrm>
            <a:off x="17007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8" name="Shape 1206"/>
          <p:cNvSpPr/>
          <p:nvPr/>
        </p:nvSpPr>
        <p:spPr>
          <a:xfrm>
            <a:off x="18105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9" name="Shape 1207"/>
          <p:cNvSpPr/>
          <p:nvPr/>
        </p:nvSpPr>
        <p:spPr>
          <a:xfrm>
            <a:off x="19202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0" name="Shape 1208"/>
          <p:cNvSpPr/>
          <p:nvPr/>
        </p:nvSpPr>
        <p:spPr>
          <a:xfrm>
            <a:off x="20299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1" name="Shape 1209"/>
          <p:cNvSpPr/>
          <p:nvPr/>
        </p:nvSpPr>
        <p:spPr>
          <a:xfrm>
            <a:off x="21396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2" name="Shape 1210"/>
          <p:cNvSpPr/>
          <p:nvPr/>
        </p:nvSpPr>
        <p:spPr>
          <a:xfrm>
            <a:off x="22494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3" name="Shape 1211"/>
          <p:cNvSpPr/>
          <p:nvPr/>
        </p:nvSpPr>
        <p:spPr>
          <a:xfrm>
            <a:off x="23591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4" name="Shape 1212"/>
          <p:cNvSpPr/>
          <p:nvPr/>
        </p:nvSpPr>
        <p:spPr>
          <a:xfrm>
            <a:off x="24688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5" name="Shape 1213"/>
          <p:cNvSpPr/>
          <p:nvPr/>
        </p:nvSpPr>
        <p:spPr>
          <a:xfrm>
            <a:off x="25786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6" name="Shape 1214"/>
          <p:cNvSpPr/>
          <p:nvPr/>
        </p:nvSpPr>
        <p:spPr>
          <a:xfrm>
            <a:off x="26883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7" name="Shape 1215"/>
          <p:cNvSpPr/>
          <p:nvPr/>
        </p:nvSpPr>
        <p:spPr>
          <a:xfrm>
            <a:off x="27980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8" name="Shape 1216"/>
          <p:cNvSpPr/>
          <p:nvPr/>
        </p:nvSpPr>
        <p:spPr>
          <a:xfrm>
            <a:off x="29077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9" name="Shape 1217"/>
          <p:cNvSpPr/>
          <p:nvPr/>
        </p:nvSpPr>
        <p:spPr>
          <a:xfrm>
            <a:off x="30175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0" name="Shape 1218"/>
          <p:cNvSpPr/>
          <p:nvPr/>
        </p:nvSpPr>
        <p:spPr>
          <a:xfrm>
            <a:off x="31272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1" name="Shape 1219"/>
          <p:cNvSpPr/>
          <p:nvPr/>
        </p:nvSpPr>
        <p:spPr>
          <a:xfrm>
            <a:off x="32369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2" name="Shape 1220"/>
          <p:cNvSpPr/>
          <p:nvPr/>
        </p:nvSpPr>
        <p:spPr>
          <a:xfrm>
            <a:off x="33467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3" name="Shape 1221"/>
          <p:cNvSpPr/>
          <p:nvPr/>
        </p:nvSpPr>
        <p:spPr>
          <a:xfrm>
            <a:off x="34564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4" name="Shape 1222"/>
          <p:cNvSpPr/>
          <p:nvPr/>
        </p:nvSpPr>
        <p:spPr>
          <a:xfrm>
            <a:off x="35661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5" name="Shape 1223"/>
          <p:cNvSpPr/>
          <p:nvPr/>
        </p:nvSpPr>
        <p:spPr>
          <a:xfrm>
            <a:off x="36758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6" name="Shape 1224"/>
          <p:cNvSpPr/>
          <p:nvPr/>
        </p:nvSpPr>
        <p:spPr>
          <a:xfrm>
            <a:off x="37856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7" name="Shape 1225"/>
          <p:cNvSpPr/>
          <p:nvPr/>
        </p:nvSpPr>
        <p:spPr>
          <a:xfrm>
            <a:off x="38953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8" name="Shape 1226"/>
          <p:cNvSpPr/>
          <p:nvPr/>
        </p:nvSpPr>
        <p:spPr>
          <a:xfrm>
            <a:off x="40050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9" name="Shape 1227"/>
          <p:cNvSpPr/>
          <p:nvPr/>
        </p:nvSpPr>
        <p:spPr>
          <a:xfrm>
            <a:off x="41148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0" name="Shape 1228"/>
          <p:cNvSpPr/>
          <p:nvPr/>
        </p:nvSpPr>
        <p:spPr>
          <a:xfrm>
            <a:off x="42245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1" name="Shape 1229"/>
          <p:cNvSpPr/>
          <p:nvPr/>
        </p:nvSpPr>
        <p:spPr>
          <a:xfrm>
            <a:off x="43342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2" name="Shape 1230"/>
          <p:cNvSpPr/>
          <p:nvPr/>
        </p:nvSpPr>
        <p:spPr>
          <a:xfrm>
            <a:off x="44439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3" name="Shape 1231"/>
          <p:cNvSpPr/>
          <p:nvPr/>
        </p:nvSpPr>
        <p:spPr>
          <a:xfrm>
            <a:off x="45537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4" name="Shape 1232"/>
          <p:cNvSpPr/>
          <p:nvPr/>
        </p:nvSpPr>
        <p:spPr>
          <a:xfrm>
            <a:off x="46634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5" name="Shape 1233"/>
          <p:cNvSpPr/>
          <p:nvPr/>
        </p:nvSpPr>
        <p:spPr>
          <a:xfrm>
            <a:off x="47731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6" name="Shape 1234"/>
          <p:cNvSpPr/>
          <p:nvPr/>
        </p:nvSpPr>
        <p:spPr>
          <a:xfrm>
            <a:off x="48828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7" name="Shape 1235"/>
          <p:cNvSpPr/>
          <p:nvPr/>
        </p:nvSpPr>
        <p:spPr>
          <a:xfrm>
            <a:off x="49926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8" name="Shape 1236"/>
          <p:cNvSpPr/>
          <p:nvPr/>
        </p:nvSpPr>
        <p:spPr>
          <a:xfrm>
            <a:off x="51023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9" name="Shape 1237"/>
          <p:cNvSpPr/>
          <p:nvPr/>
        </p:nvSpPr>
        <p:spPr>
          <a:xfrm>
            <a:off x="52120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0" name="Shape 1238"/>
          <p:cNvSpPr/>
          <p:nvPr/>
        </p:nvSpPr>
        <p:spPr>
          <a:xfrm>
            <a:off x="53218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1" name="Shape 1239"/>
          <p:cNvSpPr/>
          <p:nvPr/>
        </p:nvSpPr>
        <p:spPr>
          <a:xfrm>
            <a:off x="54315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2" name="Shape 1240"/>
          <p:cNvSpPr/>
          <p:nvPr/>
        </p:nvSpPr>
        <p:spPr>
          <a:xfrm>
            <a:off x="55412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3" name="Shape 1241"/>
          <p:cNvSpPr/>
          <p:nvPr/>
        </p:nvSpPr>
        <p:spPr>
          <a:xfrm>
            <a:off x="56509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4" name="Shape 1242"/>
          <p:cNvSpPr/>
          <p:nvPr/>
        </p:nvSpPr>
        <p:spPr>
          <a:xfrm>
            <a:off x="57607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5" name="Shape 1243"/>
          <p:cNvSpPr/>
          <p:nvPr/>
        </p:nvSpPr>
        <p:spPr>
          <a:xfrm>
            <a:off x="58704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6" name="Shape 1244"/>
          <p:cNvSpPr/>
          <p:nvPr/>
        </p:nvSpPr>
        <p:spPr>
          <a:xfrm>
            <a:off x="59801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7" name="Shape 1245"/>
          <p:cNvSpPr/>
          <p:nvPr/>
        </p:nvSpPr>
        <p:spPr>
          <a:xfrm>
            <a:off x="60899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8" name="Shape 1246"/>
          <p:cNvSpPr/>
          <p:nvPr/>
        </p:nvSpPr>
        <p:spPr>
          <a:xfrm>
            <a:off x="61996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9" name="Shape 1247"/>
          <p:cNvSpPr/>
          <p:nvPr/>
        </p:nvSpPr>
        <p:spPr>
          <a:xfrm>
            <a:off x="63093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0" name="Shape 1248"/>
          <p:cNvSpPr/>
          <p:nvPr/>
        </p:nvSpPr>
        <p:spPr>
          <a:xfrm>
            <a:off x="64190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1" name="Shape 1249"/>
          <p:cNvSpPr/>
          <p:nvPr/>
        </p:nvSpPr>
        <p:spPr>
          <a:xfrm>
            <a:off x="65288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2" name="Shape 1250"/>
          <p:cNvSpPr/>
          <p:nvPr/>
        </p:nvSpPr>
        <p:spPr>
          <a:xfrm>
            <a:off x="66385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3" name="Shape 1251"/>
          <p:cNvSpPr/>
          <p:nvPr/>
        </p:nvSpPr>
        <p:spPr>
          <a:xfrm>
            <a:off x="67482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4" name="Shape 1252"/>
          <p:cNvSpPr/>
          <p:nvPr/>
        </p:nvSpPr>
        <p:spPr>
          <a:xfrm>
            <a:off x="68580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5" name="Shape 1253"/>
          <p:cNvSpPr/>
          <p:nvPr/>
        </p:nvSpPr>
        <p:spPr>
          <a:xfrm>
            <a:off x="69677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6" name="Shape 1254"/>
          <p:cNvSpPr/>
          <p:nvPr/>
        </p:nvSpPr>
        <p:spPr>
          <a:xfrm>
            <a:off x="70774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7" name="Shape 1255"/>
          <p:cNvSpPr/>
          <p:nvPr/>
        </p:nvSpPr>
        <p:spPr>
          <a:xfrm>
            <a:off x="71871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8" name="Shape 1256"/>
          <p:cNvSpPr/>
          <p:nvPr/>
        </p:nvSpPr>
        <p:spPr>
          <a:xfrm>
            <a:off x="72969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9" name="Shape 1257"/>
          <p:cNvSpPr/>
          <p:nvPr/>
        </p:nvSpPr>
        <p:spPr>
          <a:xfrm>
            <a:off x="74066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0" name="Shape 1258"/>
          <p:cNvSpPr/>
          <p:nvPr/>
        </p:nvSpPr>
        <p:spPr>
          <a:xfrm>
            <a:off x="75163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1" name="Shape 1259"/>
          <p:cNvSpPr/>
          <p:nvPr/>
        </p:nvSpPr>
        <p:spPr>
          <a:xfrm>
            <a:off x="76260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2" name="Shape 1260"/>
          <p:cNvSpPr/>
          <p:nvPr/>
        </p:nvSpPr>
        <p:spPr>
          <a:xfrm>
            <a:off x="77358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3" name="Shape 1261"/>
          <p:cNvSpPr/>
          <p:nvPr/>
        </p:nvSpPr>
        <p:spPr>
          <a:xfrm>
            <a:off x="78455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4" name="Shape 1262"/>
          <p:cNvSpPr/>
          <p:nvPr/>
        </p:nvSpPr>
        <p:spPr>
          <a:xfrm>
            <a:off x="79552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5" name="Shape 1263"/>
          <p:cNvSpPr/>
          <p:nvPr/>
        </p:nvSpPr>
        <p:spPr>
          <a:xfrm>
            <a:off x="80650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6" name="Shape 1264"/>
          <p:cNvSpPr/>
          <p:nvPr/>
        </p:nvSpPr>
        <p:spPr>
          <a:xfrm>
            <a:off x="81747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7" name="Shape 1265"/>
          <p:cNvSpPr/>
          <p:nvPr/>
        </p:nvSpPr>
        <p:spPr>
          <a:xfrm>
            <a:off x="82844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8" name="Shape 1266"/>
          <p:cNvSpPr/>
          <p:nvPr/>
        </p:nvSpPr>
        <p:spPr>
          <a:xfrm>
            <a:off x="83941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9" name="Shape 1267"/>
          <p:cNvSpPr/>
          <p:nvPr/>
        </p:nvSpPr>
        <p:spPr>
          <a:xfrm>
            <a:off x="85039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0" name="Shape 1268"/>
          <p:cNvSpPr/>
          <p:nvPr/>
        </p:nvSpPr>
        <p:spPr>
          <a:xfrm>
            <a:off x="86136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1" name="Shape 1269"/>
          <p:cNvSpPr/>
          <p:nvPr/>
        </p:nvSpPr>
        <p:spPr>
          <a:xfrm>
            <a:off x="87233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2" name="Shape 1270"/>
          <p:cNvSpPr/>
          <p:nvPr/>
        </p:nvSpPr>
        <p:spPr>
          <a:xfrm>
            <a:off x="88331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3" name="Shape 1271"/>
          <p:cNvSpPr/>
          <p:nvPr/>
        </p:nvSpPr>
        <p:spPr>
          <a:xfrm>
            <a:off x="89428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4" name="Shape 1272"/>
          <p:cNvSpPr/>
          <p:nvPr/>
        </p:nvSpPr>
        <p:spPr>
          <a:xfrm>
            <a:off x="90525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5" name="Shape 1273"/>
          <p:cNvSpPr/>
          <p:nvPr/>
        </p:nvSpPr>
        <p:spPr>
          <a:xfrm>
            <a:off x="916228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6" name="Shape 1274"/>
          <p:cNvSpPr/>
          <p:nvPr/>
        </p:nvSpPr>
        <p:spPr>
          <a:xfrm>
            <a:off x="927201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7" name="Shape 1275"/>
          <p:cNvSpPr/>
          <p:nvPr/>
        </p:nvSpPr>
        <p:spPr>
          <a:xfrm>
            <a:off x="938174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8" name="Shape 1276"/>
          <p:cNvSpPr/>
          <p:nvPr/>
        </p:nvSpPr>
        <p:spPr>
          <a:xfrm>
            <a:off x="949147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9" name="Shape 1277"/>
          <p:cNvSpPr/>
          <p:nvPr/>
        </p:nvSpPr>
        <p:spPr>
          <a:xfrm>
            <a:off x="960120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0" name="Shape 1278"/>
          <p:cNvSpPr/>
          <p:nvPr/>
        </p:nvSpPr>
        <p:spPr>
          <a:xfrm>
            <a:off x="971092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1" name="Shape 1279"/>
          <p:cNvSpPr/>
          <p:nvPr/>
        </p:nvSpPr>
        <p:spPr>
          <a:xfrm>
            <a:off x="982065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2" name="Shape 1280"/>
          <p:cNvSpPr/>
          <p:nvPr/>
        </p:nvSpPr>
        <p:spPr>
          <a:xfrm>
            <a:off x="993038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3" name="Shape 1281"/>
          <p:cNvSpPr/>
          <p:nvPr/>
        </p:nvSpPr>
        <p:spPr>
          <a:xfrm>
            <a:off x="1004011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4" name="Shape 1282"/>
          <p:cNvSpPr/>
          <p:nvPr/>
        </p:nvSpPr>
        <p:spPr>
          <a:xfrm>
            <a:off x="1014984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5" name="Shape 1283"/>
          <p:cNvSpPr/>
          <p:nvPr/>
        </p:nvSpPr>
        <p:spPr>
          <a:xfrm>
            <a:off x="1025956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6" name="Shape 1284"/>
          <p:cNvSpPr/>
          <p:nvPr/>
        </p:nvSpPr>
        <p:spPr>
          <a:xfrm>
            <a:off x="1036929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7" name="Shape 1285"/>
          <p:cNvSpPr/>
          <p:nvPr/>
        </p:nvSpPr>
        <p:spPr>
          <a:xfrm>
            <a:off x="1047902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8" name="Shape 1286"/>
          <p:cNvSpPr/>
          <p:nvPr/>
        </p:nvSpPr>
        <p:spPr>
          <a:xfrm>
            <a:off x="1058875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9" name="Shape 1287"/>
          <p:cNvSpPr/>
          <p:nvPr/>
        </p:nvSpPr>
        <p:spPr>
          <a:xfrm>
            <a:off x="1069848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0" name="Shape 1288"/>
          <p:cNvSpPr/>
          <p:nvPr/>
        </p:nvSpPr>
        <p:spPr>
          <a:xfrm>
            <a:off x="1080820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1" name="Shape 1289"/>
          <p:cNvSpPr/>
          <p:nvPr/>
        </p:nvSpPr>
        <p:spPr>
          <a:xfrm>
            <a:off x="1091793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2" name="Shape 1290"/>
          <p:cNvSpPr/>
          <p:nvPr/>
        </p:nvSpPr>
        <p:spPr>
          <a:xfrm>
            <a:off x="1102766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3" name="Shape 1291"/>
          <p:cNvSpPr/>
          <p:nvPr/>
        </p:nvSpPr>
        <p:spPr>
          <a:xfrm>
            <a:off x="1113739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4" name="Shape 1292"/>
          <p:cNvSpPr/>
          <p:nvPr/>
        </p:nvSpPr>
        <p:spPr>
          <a:xfrm>
            <a:off x="1124712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5" name="Shape 1293"/>
          <p:cNvSpPr/>
          <p:nvPr/>
        </p:nvSpPr>
        <p:spPr>
          <a:xfrm>
            <a:off x="11356848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6" name="Shape 1294"/>
          <p:cNvSpPr/>
          <p:nvPr/>
        </p:nvSpPr>
        <p:spPr>
          <a:xfrm>
            <a:off x="11466576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7" name="Shape 1295"/>
          <p:cNvSpPr/>
          <p:nvPr/>
        </p:nvSpPr>
        <p:spPr>
          <a:xfrm>
            <a:off x="11576304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8" name="Shape 1296"/>
          <p:cNvSpPr/>
          <p:nvPr/>
        </p:nvSpPr>
        <p:spPr>
          <a:xfrm>
            <a:off x="11686032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9" name="Shape 1297"/>
          <p:cNvSpPr/>
          <p:nvPr/>
        </p:nvSpPr>
        <p:spPr>
          <a:xfrm>
            <a:off x="11795760" y="257860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0" name="Shape 1298"/>
          <p:cNvSpPr/>
          <p:nvPr/>
        </p:nvSpPr>
        <p:spPr>
          <a:xfrm>
            <a:off x="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1" name="Shape 1299"/>
          <p:cNvSpPr/>
          <p:nvPr/>
        </p:nvSpPr>
        <p:spPr>
          <a:xfrm>
            <a:off x="1097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2" name="Shape 1300"/>
          <p:cNvSpPr/>
          <p:nvPr/>
        </p:nvSpPr>
        <p:spPr>
          <a:xfrm>
            <a:off x="2194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3" name="Shape 1301"/>
          <p:cNvSpPr/>
          <p:nvPr/>
        </p:nvSpPr>
        <p:spPr>
          <a:xfrm>
            <a:off x="3291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4" name="Shape 1302"/>
          <p:cNvSpPr/>
          <p:nvPr/>
        </p:nvSpPr>
        <p:spPr>
          <a:xfrm>
            <a:off x="4389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5" name="Shape 1303"/>
          <p:cNvSpPr/>
          <p:nvPr/>
        </p:nvSpPr>
        <p:spPr>
          <a:xfrm>
            <a:off x="5486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6" name="Shape 1304"/>
          <p:cNvSpPr/>
          <p:nvPr/>
        </p:nvSpPr>
        <p:spPr>
          <a:xfrm>
            <a:off x="6583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7" name="Shape 1305"/>
          <p:cNvSpPr/>
          <p:nvPr/>
        </p:nvSpPr>
        <p:spPr>
          <a:xfrm>
            <a:off x="7680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8" name="Shape 1306"/>
          <p:cNvSpPr/>
          <p:nvPr/>
        </p:nvSpPr>
        <p:spPr>
          <a:xfrm>
            <a:off x="8778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9" name="Shape 1307"/>
          <p:cNvSpPr/>
          <p:nvPr/>
        </p:nvSpPr>
        <p:spPr>
          <a:xfrm>
            <a:off x="9875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0" name="Shape 1308"/>
          <p:cNvSpPr/>
          <p:nvPr/>
        </p:nvSpPr>
        <p:spPr>
          <a:xfrm>
            <a:off x="10972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1" name="Shape 1309"/>
          <p:cNvSpPr/>
          <p:nvPr/>
        </p:nvSpPr>
        <p:spPr>
          <a:xfrm>
            <a:off x="12070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2" name="Shape 1310"/>
          <p:cNvSpPr/>
          <p:nvPr/>
        </p:nvSpPr>
        <p:spPr>
          <a:xfrm>
            <a:off x="13167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3" name="Shape 1311"/>
          <p:cNvSpPr/>
          <p:nvPr/>
        </p:nvSpPr>
        <p:spPr>
          <a:xfrm>
            <a:off x="14264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4" name="Shape 1312"/>
          <p:cNvSpPr/>
          <p:nvPr/>
        </p:nvSpPr>
        <p:spPr>
          <a:xfrm>
            <a:off x="15361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5" name="Shape 1313"/>
          <p:cNvSpPr/>
          <p:nvPr/>
        </p:nvSpPr>
        <p:spPr>
          <a:xfrm>
            <a:off x="16459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6" name="Shape 1314"/>
          <p:cNvSpPr/>
          <p:nvPr/>
        </p:nvSpPr>
        <p:spPr>
          <a:xfrm>
            <a:off x="17556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7" name="Shape 1315"/>
          <p:cNvSpPr/>
          <p:nvPr/>
        </p:nvSpPr>
        <p:spPr>
          <a:xfrm>
            <a:off x="18653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8" name="Shape 1316"/>
          <p:cNvSpPr/>
          <p:nvPr/>
        </p:nvSpPr>
        <p:spPr>
          <a:xfrm>
            <a:off x="19751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9" name="Shape 1317"/>
          <p:cNvSpPr/>
          <p:nvPr/>
        </p:nvSpPr>
        <p:spPr>
          <a:xfrm>
            <a:off x="20848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0" name="Shape 1318"/>
          <p:cNvSpPr/>
          <p:nvPr/>
        </p:nvSpPr>
        <p:spPr>
          <a:xfrm>
            <a:off x="21945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1" name="Shape 1319"/>
          <p:cNvSpPr/>
          <p:nvPr/>
        </p:nvSpPr>
        <p:spPr>
          <a:xfrm>
            <a:off x="23042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2" name="Shape 1320"/>
          <p:cNvSpPr/>
          <p:nvPr/>
        </p:nvSpPr>
        <p:spPr>
          <a:xfrm>
            <a:off x="24140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3" name="Shape 1321"/>
          <p:cNvSpPr/>
          <p:nvPr/>
        </p:nvSpPr>
        <p:spPr>
          <a:xfrm>
            <a:off x="25237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4" name="Shape 1322"/>
          <p:cNvSpPr/>
          <p:nvPr/>
        </p:nvSpPr>
        <p:spPr>
          <a:xfrm>
            <a:off x="26334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5" name="Shape 1323"/>
          <p:cNvSpPr/>
          <p:nvPr/>
        </p:nvSpPr>
        <p:spPr>
          <a:xfrm>
            <a:off x="27432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6" name="Shape 1324"/>
          <p:cNvSpPr/>
          <p:nvPr/>
        </p:nvSpPr>
        <p:spPr>
          <a:xfrm>
            <a:off x="28529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7" name="Shape 1325"/>
          <p:cNvSpPr/>
          <p:nvPr/>
        </p:nvSpPr>
        <p:spPr>
          <a:xfrm>
            <a:off x="29626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8" name="Shape 1326"/>
          <p:cNvSpPr/>
          <p:nvPr/>
        </p:nvSpPr>
        <p:spPr>
          <a:xfrm>
            <a:off x="30723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9" name="Shape 1327"/>
          <p:cNvSpPr/>
          <p:nvPr/>
        </p:nvSpPr>
        <p:spPr>
          <a:xfrm>
            <a:off x="31821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0" name="Shape 1328"/>
          <p:cNvSpPr/>
          <p:nvPr/>
        </p:nvSpPr>
        <p:spPr>
          <a:xfrm>
            <a:off x="32918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1" name="Shape 1329"/>
          <p:cNvSpPr/>
          <p:nvPr/>
        </p:nvSpPr>
        <p:spPr>
          <a:xfrm>
            <a:off x="34015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2" name="Shape 1330"/>
          <p:cNvSpPr/>
          <p:nvPr/>
        </p:nvSpPr>
        <p:spPr>
          <a:xfrm>
            <a:off x="35112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3" name="Shape 1331"/>
          <p:cNvSpPr/>
          <p:nvPr/>
        </p:nvSpPr>
        <p:spPr>
          <a:xfrm>
            <a:off x="36210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4" name="Shape 1332"/>
          <p:cNvSpPr/>
          <p:nvPr/>
        </p:nvSpPr>
        <p:spPr>
          <a:xfrm>
            <a:off x="37307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5" name="Shape 1333"/>
          <p:cNvSpPr/>
          <p:nvPr/>
        </p:nvSpPr>
        <p:spPr>
          <a:xfrm>
            <a:off x="38404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6" name="Shape 1334"/>
          <p:cNvSpPr/>
          <p:nvPr/>
        </p:nvSpPr>
        <p:spPr>
          <a:xfrm>
            <a:off x="39502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7" name="Shape 1335"/>
          <p:cNvSpPr/>
          <p:nvPr/>
        </p:nvSpPr>
        <p:spPr>
          <a:xfrm>
            <a:off x="40599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8" name="Shape 1336"/>
          <p:cNvSpPr/>
          <p:nvPr/>
        </p:nvSpPr>
        <p:spPr>
          <a:xfrm>
            <a:off x="41696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9" name="Shape 1337"/>
          <p:cNvSpPr/>
          <p:nvPr/>
        </p:nvSpPr>
        <p:spPr>
          <a:xfrm>
            <a:off x="42793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0" name="Shape 1338"/>
          <p:cNvSpPr/>
          <p:nvPr/>
        </p:nvSpPr>
        <p:spPr>
          <a:xfrm>
            <a:off x="43891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1" name="Shape 1339"/>
          <p:cNvSpPr/>
          <p:nvPr/>
        </p:nvSpPr>
        <p:spPr>
          <a:xfrm>
            <a:off x="44988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2" name="Shape 1340"/>
          <p:cNvSpPr/>
          <p:nvPr/>
        </p:nvSpPr>
        <p:spPr>
          <a:xfrm>
            <a:off x="46085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3" name="Shape 1341"/>
          <p:cNvSpPr/>
          <p:nvPr/>
        </p:nvSpPr>
        <p:spPr>
          <a:xfrm>
            <a:off x="47183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4" name="Shape 1342"/>
          <p:cNvSpPr/>
          <p:nvPr/>
        </p:nvSpPr>
        <p:spPr>
          <a:xfrm>
            <a:off x="48280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5" name="Shape 1343"/>
          <p:cNvSpPr/>
          <p:nvPr/>
        </p:nvSpPr>
        <p:spPr>
          <a:xfrm>
            <a:off x="49377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6" name="Shape 1344"/>
          <p:cNvSpPr/>
          <p:nvPr/>
        </p:nvSpPr>
        <p:spPr>
          <a:xfrm>
            <a:off x="50474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7" name="Shape 1345"/>
          <p:cNvSpPr/>
          <p:nvPr/>
        </p:nvSpPr>
        <p:spPr>
          <a:xfrm>
            <a:off x="51572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8" name="Shape 1346"/>
          <p:cNvSpPr/>
          <p:nvPr/>
        </p:nvSpPr>
        <p:spPr>
          <a:xfrm>
            <a:off x="52669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9" name="Shape 1347"/>
          <p:cNvSpPr/>
          <p:nvPr/>
        </p:nvSpPr>
        <p:spPr>
          <a:xfrm>
            <a:off x="53766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0" name="Shape 1348"/>
          <p:cNvSpPr/>
          <p:nvPr/>
        </p:nvSpPr>
        <p:spPr>
          <a:xfrm>
            <a:off x="54864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1" name="Shape 1349"/>
          <p:cNvSpPr/>
          <p:nvPr/>
        </p:nvSpPr>
        <p:spPr>
          <a:xfrm>
            <a:off x="55961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2" name="Shape 1350"/>
          <p:cNvSpPr/>
          <p:nvPr/>
        </p:nvSpPr>
        <p:spPr>
          <a:xfrm>
            <a:off x="57058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3" name="Shape 1351"/>
          <p:cNvSpPr/>
          <p:nvPr/>
        </p:nvSpPr>
        <p:spPr>
          <a:xfrm>
            <a:off x="58155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4" name="Shape 1352"/>
          <p:cNvSpPr/>
          <p:nvPr/>
        </p:nvSpPr>
        <p:spPr>
          <a:xfrm>
            <a:off x="59253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5" name="Shape 1353"/>
          <p:cNvSpPr/>
          <p:nvPr/>
        </p:nvSpPr>
        <p:spPr>
          <a:xfrm>
            <a:off x="60350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6" name="Shape 1354"/>
          <p:cNvSpPr/>
          <p:nvPr/>
        </p:nvSpPr>
        <p:spPr>
          <a:xfrm>
            <a:off x="61447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7" name="Shape 1355"/>
          <p:cNvSpPr/>
          <p:nvPr/>
        </p:nvSpPr>
        <p:spPr>
          <a:xfrm>
            <a:off x="62544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8" name="Shape 1356"/>
          <p:cNvSpPr/>
          <p:nvPr/>
        </p:nvSpPr>
        <p:spPr>
          <a:xfrm>
            <a:off x="63642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9" name="Shape 1357"/>
          <p:cNvSpPr/>
          <p:nvPr/>
        </p:nvSpPr>
        <p:spPr>
          <a:xfrm>
            <a:off x="64739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0" name="Shape 1358"/>
          <p:cNvSpPr/>
          <p:nvPr/>
        </p:nvSpPr>
        <p:spPr>
          <a:xfrm>
            <a:off x="65836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1" name="Shape 1359"/>
          <p:cNvSpPr/>
          <p:nvPr/>
        </p:nvSpPr>
        <p:spPr>
          <a:xfrm>
            <a:off x="66934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2" name="Shape 1360"/>
          <p:cNvSpPr/>
          <p:nvPr/>
        </p:nvSpPr>
        <p:spPr>
          <a:xfrm>
            <a:off x="68031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3" name="Shape 1361"/>
          <p:cNvSpPr/>
          <p:nvPr/>
        </p:nvSpPr>
        <p:spPr>
          <a:xfrm>
            <a:off x="69128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4" name="Shape 1362"/>
          <p:cNvSpPr/>
          <p:nvPr/>
        </p:nvSpPr>
        <p:spPr>
          <a:xfrm>
            <a:off x="70225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5" name="Shape 1363"/>
          <p:cNvSpPr/>
          <p:nvPr/>
        </p:nvSpPr>
        <p:spPr>
          <a:xfrm>
            <a:off x="71323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6" name="Shape 1364"/>
          <p:cNvSpPr/>
          <p:nvPr/>
        </p:nvSpPr>
        <p:spPr>
          <a:xfrm>
            <a:off x="72420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7" name="Shape 1365"/>
          <p:cNvSpPr/>
          <p:nvPr/>
        </p:nvSpPr>
        <p:spPr>
          <a:xfrm>
            <a:off x="73517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8" name="Shape 1366"/>
          <p:cNvSpPr/>
          <p:nvPr/>
        </p:nvSpPr>
        <p:spPr>
          <a:xfrm>
            <a:off x="74615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9" name="Shape 1367"/>
          <p:cNvSpPr/>
          <p:nvPr/>
        </p:nvSpPr>
        <p:spPr>
          <a:xfrm>
            <a:off x="75712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0" name="Shape 1368"/>
          <p:cNvSpPr/>
          <p:nvPr/>
        </p:nvSpPr>
        <p:spPr>
          <a:xfrm>
            <a:off x="76809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1" name="Shape 1369"/>
          <p:cNvSpPr/>
          <p:nvPr/>
        </p:nvSpPr>
        <p:spPr>
          <a:xfrm>
            <a:off x="77906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2" name="Shape 1370"/>
          <p:cNvSpPr/>
          <p:nvPr/>
        </p:nvSpPr>
        <p:spPr>
          <a:xfrm>
            <a:off x="79004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3" name="Shape 1371"/>
          <p:cNvSpPr/>
          <p:nvPr/>
        </p:nvSpPr>
        <p:spPr>
          <a:xfrm>
            <a:off x="80101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4" name="Shape 1372"/>
          <p:cNvSpPr/>
          <p:nvPr/>
        </p:nvSpPr>
        <p:spPr>
          <a:xfrm>
            <a:off x="81198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5" name="Shape 1373"/>
          <p:cNvSpPr/>
          <p:nvPr/>
        </p:nvSpPr>
        <p:spPr>
          <a:xfrm>
            <a:off x="82296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6" name="Shape 1374"/>
          <p:cNvSpPr/>
          <p:nvPr/>
        </p:nvSpPr>
        <p:spPr>
          <a:xfrm>
            <a:off x="83393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7" name="Shape 1375"/>
          <p:cNvSpPr/>
          <p:nvPr/>
        </p:nvSpPr>
        <p:spPr>
          <a:xfrm>
            <a:off x="84490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8" name="Shape 1376"/>
          <p:cNvSpPr/>
          <p:nvPr/>
        </p:nvSpPr>
        <p:spPr>
          <a:xfrm>
            <a:off x="85587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9" name="Shape 1377"/>
          <p:cNvSpPr/>
          <p:nvPr/>
        </p:nvSpPr>
        <p:spPr>
          <a:xfrm>
            <a:off x="86685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0" name="Shape 1378"/>
          <p:cNvSpPr/>
          <p:nvPr/>
        </p:nvSpPr>
        <p:spPr>
          <a:xfrm>
            <a:off x="87782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1" name="Shape 1379"/>
          <p:cNvSpPr/>
          <p:nvPr/>
        </p:nvSpPr>
        <p:spPr>
          <a:xfrm>
            <a:off x="88879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2" name="Shape 1380"/>
          <p:cNvSpPr/>
          <p:nvPr/>
        </p:nvSpPr>
        <p:spPr>
          <a:xfrm>
            <a:off x="89976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3" name="Shape 1381"/>
          <p:cNvSpPr/>
          <p:nvPr/>
        </p:nvSpPr>
        <p:spPr>
          <a:xfrm>
            <a:off x="910742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4" name="Shape 1382"/>
          <p:cNvSpPr/>
          <p:nvPr/>
        </p:nvSpPr>
        <p:spPr>
          <a:xfrm>
            <a:off x="921715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5" name="Shape 1383"/>
          <p:cNvSpPr/>
          <p:nvPr/>
        </p:nvSpPr>
        <p:spPr>
          <a:xfrm>
            <a:off x="932688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6" name="Shape 1384"/>
          <p:cNvSpPr/>
          <p:nvPr/>
        </p:nvSpPr>
        <p:spPr>
          <a:xfrm>
            <a:off x="943660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7" name="Shape 1385"/>
          <p:cNvSpPr/>
          <p:nvPr/>
        </p:nvSpPr>
        <p:spPr>
          <a:xfrm>
            <a:off x="954633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8" name="Shape 1386"/>
          <p:cNvSpPr/>
          <p:nvPr/>
        </p:nvSpPr>
        <p:spPr>
          <a:xfrm>
            <a:off x="965606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9" name="Shape 1387"/>
          <p:cNvSpPr/>
          <p:nvPr/>
        </p:nvSpPr>
        <p:spPr>
          <a:xfrm>
            <a:off x="976579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0" name="Shape 1388"/>
          <p:cNvSpPr/>
          <p:nvPr/>
        </p:nvSpPr>
        <p:spPr>
          <a:xfrm>
            <a:off x="987552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1" name="Shape 1389"/>
          <p:cNvSpPr/>
          <p:nvPr/>
        </p:nvSpPr>
        <p:spPr>
          <a:xfrm>
            <a:off x="998524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2" name="Shape 1390"/>
          <p:cNvSpPr/>
          <p:nvPr/>
        </p:nvSpPr>
        <p:spPr>
          <a:xfrm>
            <a:off x="1009497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3" name="Shape 1391"/>
          <p:cNvSpPr/>
          <p:nvPr/>
        </p:nvSpPr>
        <p:spPr>
          <a:xfrm>
            <a:off x="1020470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4" name="Shape 1392"/>
          <p:cNvSpPr/>
          <p:nvPr/>
        </p:nvSpPr>
        <p:spPr>
          <a:xfrm>
            <a:off x="1031443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5" name="Shape 1393"/>
          <p:cNvSpPr/>
          <p:nvPr/>
        </p:nvSpPr>
        <p:spPr>
          <a:xfrm>
            <a:off x="1042416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6" name="Shape 1394"/>
          <p:cNvSpPr/>
          <p:nvPr/>
        </p:nvSpPr>
        <p:spPr>
          <a:xfrm>
            <a:off x="1053388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7" name="Shape 1395"/>
          <p:cNvSpPr/>
          <p:nvPr/>
        </p:nvSpPr>
        <p:spPr>
          <a:xfrm>
            <a:off x="1064361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8" name="Shape 1396"/>
          <p:cNvSpPr/>
          <p:nvPr/>
        </p:nvSpPr>
        <p:spPr>
          <a:xfrm>
            <a:off x="1075334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9" name="Shape 1397"/>
          <p:cNvSpPr/>
          <p:nvPr/>
        </p:nvSpPr>
        <p:spPr>
          <a:xfrm>
            <a:off x="1086307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0" name="Shape 1398"/>
          <p:cNvSpPr/>
          <p:nvPr/>
        </p:nvSpPr>
        <p:spPr>
          <a:xfrm>
            <a:off x="1097280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1" name="Shape 1399"/>
          <p:cNvSpPr/>
          <p:nvPr/>
        </p:nvSpPr>
        <p:spPr>
          <a:xfrm>
            <a:off x="1108252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2" name="Shape 1400"/>
          <p:cNvSpPr/>
          <p:nvPr/>
        </p:nvSpPr>
        <p:spPr>
          <a:xfrm>
            <a:off x="1119225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3" name="Shape 1401"/>
          <p:cNvSpPr/>
          <p:nvPr/>
        </p:nvSpPr>
        <p:spPr>
          <a:xfrm>
            <a:off x="11301984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4" name="Shape 1402"/>
          <p:cNvSpPr/>
          <p:nvPr/>
        </p:nvSpPr>
        <p:spPr>
          <a:xfrm>
            <a:off x="11411712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5" name="Shape 1403"/>
          <p:cNvSpPr/>
          <p:nvPr/>
        </p:nvSpPr>
        <p:spPr>
          <a:xfrm>
            <a:off x="11521440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6" name="Shape 1404"/>
          <p:cNvSpPr/>
          <p:nvPr/>
        </p:nvSpPr>
        <p:spPr>
          <a:xfrm>
            <a:off x="11631168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7" name="Shape 1405"/>
          <p:cNvSpPr/>
          <p:nvPr/>
        </p:nvSpPr>
        <p:spPr>
          <a:xfrm>
            <a:off x="11740896" y="268833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8" name="Shape 1406"/>
          <p:cNvSpPr/>
          <p:nvPr/>
        </p:nvSpPr>
        <p:spPr>
          <a:xfrm>
            <a:off x="548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9" name="Shape 1407"/>
          <p:cNvSpPr/>
          <p:nvPr/>
        </p:nvSpPr>
        <p:spPr>
          <a:xfrm>
            <a:off x="1645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0" name="Shape 1408"/>
          <p:cNvSpPr/>
          <p:nvPr/>
        </p:nvSpPr>
        <p:spPr>
          <a:xfrm>
            <a:off x="2743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1" name="Shape 1409"/>
          <p:cNvSpPr/>
          <p:nvPr/>
        </p:nvSpPr>
        <p:spPr>
          <a:xfrm>
            <a:off x="3840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2" name="Shape 1410"/>
          <p:cNvSpPr/>
          <p:nvPr/>
        </p:nvSpPr>
        <p:spPr>
          <a:xfrm>
            <a:off x="4937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3" name="Shape 1411"/>
          <p:cNvSpPr/>
          <p:nvPr/>
        </p:nvSpPr>
        <p:spPr>
          <a:xfrm>
            <a:off x="6035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4" name="Shape 1412"/>
          <p:cNvSpPr/>
          <p:nvPr/>
        </p:nvSpPr>
        <p:spPr>
          <a:xfrm>
            <a:off x="7132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5" name="Shape 1413"/>
          <p:cNvSpPr/>
          <p:nvPr/>
        </p:nvSpPr>
        <p:spPr>
          <a:xfrm>
            <a:off x="8229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6" name="Shape 1414"/>
          <p:cNvSpPr/>
          <p:nvPr/>
        </p:nvSpPr>
        <p:spPr>
          <a:xfrm>
            <a:off x="9326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7" name="Shape 1415"/>
          <p:cNvSpPr/>
          <p:nvPr/>
        </p:nvSpPr>
        <p:spPr>
          <a:xfrm>
            <a:off x="10424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8" name="Shape 1416"/>
          <p:cNvSpPr/>
          <p:nvPr/>
        </p:nvSpPr>
        <p:spPr>
          <a:xfrm>
            <a:off x="11521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9" name="Shape 1417"/>
          <p:cNvSpPr/>
          <p:nvPr/>
        </p:nvSpPr>
        <p:spPr>
          <a:xfrm>
            <a:off x="12618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0" name="Shape 1418"/>
          <p:cNvSpPr/>
          <p:nvPr/>
        </p:nvSpPr>
        <p:spPr>
          <a:xfrm>
            <a:off x="13716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1" name="Shape 1419"/>
          <p:cNvSpPr/>
          <p:nvPr/>
        </p:nvSpPr>
        <p:spPr>
          <a:xfrm>
            <a:off x="14813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2" name="Shape 1420"/>
          <p:cNvSpPr/>
          <p:nvPr/>
        </p:nvSpPr>
        <p:spPr>
          <a:xfrm>
            <a:off x="15910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3" name="Shape 1421"/>
          <p:cNvSpPr/>
          <p:nvPr/>
        </p:nvSpPr>
        <p:spPr>
          <a:xfrm>
            <a:off x="17007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4" name="Shape 1422"/>
          <p:cNvSpPr/>
          <p:nvPr/>
        </p:nvSpPr>
        <p:spPr>
          <a:xfrm>
            <a:off x="18105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5" name="Shape 1423"/>
          <p:cNvSpPr/>
          <p:nvPr/>
        </p:nvSpPr>
        <p:spPr>
          <a:xfrm>
            <a:off x="19202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6" name="Shape 1424"/>
          <p:cNvSpPr/>
          <p:nvPr/>
        </p:nvSpPr>
        <p:spPr>
          <a:xfrm>
            <a:off x="20299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7" name="Shape 1425"/>
          <p:cNvSpPr/>
          <p:nvPr/>
        </p:nvSpPr>
        <p:spPr>
          <a:xfrm>
            <a:off x="21396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8" name="Shape 1426"/>
          <p:cNvSpPr/>
          <p:nvPr/>
        </p:nvSpPr>
        <p:spPr>
          <a:xfrm>
            <a:off x="22494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9" name="Shape 1427"/>
          <p:cNvSpPr/>
          <p:nvPr/>
        </p:nvSpPr>
        <p:spPr>
          <a:xfrm>
            <a:off x="23591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0" name="Shape 1428"/>
          <p:cNvSpPr/>
          <p:nvPr/>
        </p:nvSpPr>
        <p:spPr>
          <a:xfrm>
            <a:off x="24688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1" name="Shape 1429"/>
          <p:cNvSpPr/>
          <p:nvPr/>
        </p:nvSpPr>
        <p:spPr>
          <a:xfrm>
            <a:off x="25786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2" name="Shape 1430"/>
          <p:cNvSpPr/>
          <p:nvPr/>
        </p:nvSpPr>
        <p:spPr>
          <a:xfrm>
            <a:off x="26883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3" name="Shape 1431"/>
          <p:cNvSpPr/>
          <p:nvPr/>
        </p:nvSpPr>
        <p:spPr>
          <a:xfrm>
            <a:off x="27980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4" name="Shape 1432"/>
          <p:cNvSpPr/>
          <p:nvPr/>
        </p:nvSpPr>
        <p:spPr>
          <a:xfrm>
            <a:off x="29077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5" name="Shape 1433"/>
          <p:cNvSpPr/>
          <p:nvPr/>
        </p:nvSpPr>
        <p:spPr>
          <a:xfrm>
            <a:off x="30175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6" name="Shape 1434"/>
          <p:cNvSpPr/>
          <p:nvPr/>
        </p:nvSpPr>
        <p:spPr>
          <a:xfrm>
            <a:off x="31272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7" name="Shape 1435"/>
          <p:cNvSpPr/>
          <p:nvPr/>
        </p:nvSpPr>
        <p:spPr>
          <a:xfrm>
            <a:off x="32369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8" name="Shape 1436"/>
          <p:cNvSpPr/>
          <p:nvPr/>
        </p:nvSpPr>
        <p:spPr>
          <a:xfrm>
            <a:off x="33467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9" name="Shape 1437"/>
          <p:cNvSpPr/>
          <p:nvPr/>
        </p:nvSpPr>
        <p:spPr>
          <a:xfrm>
            <a:off x="34564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0" name="Shape 1438"/>
          <p:cNvSpPr/>
          <p:nvPr/>
        </p:nvSpPr>
        <p:spPr>
          <a:xfrm>
            <a:off x="35661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1" name="Shape 1439"/>
          <p:cNvSpPr/>
          <p:nvPr/>
        </p:nvSpPr>
        <p:spPr>
          <a:xfrm>
            <a:off x="36758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2" name="Shape 1440"/>
          <p:cNvSpPr/>
          <p:nvPr/>
        </p:nvSpPr>
        <p:spPr>
          <a:xfrm>
            <a:off x="37856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3" name="Shape 1441"/>
          <p:cNvSpPr/>
          <p:nvPr/>
        </p:nvSpPr>
        <p:spPr>
          <a:xfrm>
            <a:off x="38953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4" name="Shape 1442"/>
          <p:cNvSpPr/>
          <p:nvPr/>
        </p:nvSpPr>
        <p:spPr>
          <a:xfrm>
            <a:off x="40050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5" name="Shape 1443"/>
          <p:cNvSpPr/>
          <p:nvPr/>
        </p:nvSpPr>
        <p:spPr>
          <a:xfrm>
            <a:off x="41148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6" name="Shape 1444"/>
          <p:cNvSpPr/>
          <p:nvPr/>
        </p:nvSpPr>
        <p:spPr>
          <a:xfrm>
            <a:off x="42245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7" name="Shape 1445"/>
          <p:cNvSpPr/>
          <p:nvPr/>
        </p:nvSpPr>
        <p:spPr>
          <a:xfrm>
            <a:off x="43342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8" name="Shape 1446"/>
          <p:cNvSpPr/>
          <p:nvPr/>
        </p:nvSpPr>
        <p:spPr>
          <a:xfrm>
            <a:off x="44439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9" name="Shape 1447"/>
          <p:cNvSpPr/>
          <p:nvPr/>
        </p:nvSpPr>
        <p:spPr>
          <a:xfrm>
            <a:off x="45537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0" name="Shape 1448"/>
          <p:cNvSpPr/>
          <p:nvPr/>
        </p:nvSpPr>
        <p:spPr>
          <a:xfrm>
            <a:off x="46634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1" name="Shape 1449"/>
          <p:cNvSpPr/>
          <p:nvPr/>
        </p:nvSpPr>
        <p:spPr>
          <a:xfrm>
            <a:off x="47731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2" name="Shape 1450"/>
          <p:cNvSpPr/>
          <p:nvPr/>
        </p:nvSpPr>
        <p:spPr>
          <a:xfrm>
            <a:off x="48828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3" name="Shape 1451"/>
          <p:cNvSpPr/>
          <p:nvPr/>
        </p:nvSpPr>
        <p:spPr>
          <a:xfrm>
            <a:off x="49926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4" name="Shape 1452"/>
          <p:cNvSpPr/>
          <p:nvPr/>
        </p:nvSpPr>
        <p:spPr>
          <a:xfrm>
            <a:off x="51023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5" name="Shape 1453"/>
          <p:cNvSpPr/>
          <p:nvPr/>
        </p:nvSpPr>
        <p:spPr>
          <a:xfrm>
            <a:off x="52120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6" name="Shape 1454"/>
          <p:cNvSpPr/>
          <p:nvPr/>
        </p:nvSpPr>
        <p:spPr>
          <a:xfrm>
            <a:off x="53218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7" name="Shape 1455"/>
          <p:cNvSpPr/>
          <p:nvPr/>
        </p:nvSpPr>
        <p:spPr>
          <a:xfrm>
            <a:off x="54315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8" name="Shape 1456"/>
          <p:cNvSpPr/>
          <p:nvPr/>
        </p:nvSpPr>
        <p:spPr>
          <a:xfrm>
            <a:off x="55412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9" name="Shape 1457"/>
          <p:cNvSpPr/>
          <p:nvPr/>
        </p:nvSpPr>
        <p:spPr>
          <a:xfrm>
            <a:off x="56509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0" name="Shape 1458"/>
          <p:cNvSpPr/>
          <p:nvPr/>
        </p:nvSpPr>
        <p:spPr>
          <a:xfrm>
            <a:off x="57607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1" name="Shape 1459"/>
          <p:cNvSpPr/>
          <p:nvPr/>
        </p:nvSpPr>
        <p:spPr>
          <a:xfrm>
            <a:off x="58704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2" name="Shape 1460"/>
          <p:cNvSpPr/>
          <p:nvPr/>
        </p:nvSpPr>
        <p:spPr>
          <a:xfrm>
            <a:off x="59801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3" name="Shape 1461"/>
          <p:cNvSpPr/>
          <p:nvPr/>
        </p:nvSpPr>
        <p:spPr>
          <a:xfrm>
            <a:off x="60899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4" name="Shape 1462"/>
          <p:cNvSpPr/>
          <p:nvPr/>
        </p:nvSpPr>
        <p:spPr>
          <a:xfrm>
            <a:off x="61996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5" name="Shape 1463"/>
          <p:cNvSpPr/>
          <p:nvPr/>
        </p:nvSpPr>
        <p:spPr>
          <a:xfrm>
            <a:off x="63093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6" name="Shape 1464"/>
          <p:cNvSpPr/>
          <p:nvPr/>
        </p:nvSpPr>
        <p:spPr>
          <a:xfrm>
            <a:off x="64190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7" name="Shape 1465"/>
          <p:cNvSpPr/>
          <p:nvPr/>
        </p:nvSpPr>
        <p:spPr>
          <a:xfrm>
            <a:off x="65288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8" name="Shape 1466"/>
          <p:cNvSpPr/>
          <p:nvPr/>
        </p:nvSpPr>
        <p:spPr>
          <a:xfrm>
            <a:off x="66385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9" name="Shape 1467"/>
          <p:cNvSpPr/>
          <p:nvPr/>
        </p:nvSpPr>
        <p:spPr>
          <a:xfrm>
            <a:off x="67482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0" name="Shape 1468"/>
          <p:cNvSpPr/>
          <p:nvPr/>
        </p:nvSpPr>
        <p:spPr>
          <a:xfrm>
            <a:off x="68580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1" name="Shape 1469"/>
          <p:cNvSpPr/>
          <p:nvPr/>
        </p:nvSpPr>
        <p:spPr>
          <a:xfrm>
            <a:off x="69677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2" name="Shape 1470"/>
          <p:cNvSpPr/>
          <p:nvPr/>
        </p:nvSpPr>
        <p:spPr>
          <a:xfrm>
            <a:off x="70774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3" name="Shape 1471"/>
          <p:cNvSpPr/>
          <p:nvPr/>
        </p:nvSpPr>
        <p:spPr>
          <a:xfrm>
            <a:off x="71871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4" name="Shape 1472"/>
          <p:cNvSpPr/>
          <p:nvPr/>
        </p:nvSpPr>
        <p:spPr>
          <a:xfrm>
            <a:off x="72969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5" name="Shape 1473"/>
          <p:cNvSpPr/>
          <p:nvPr/>
        </p:nvSpPr>
        <p:spPr>
          <a:xfrm>
            <a:off x="74066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6" name="Shape 1474"/>
          <p:cNvSpPr/>
          <p:nvPr/>
        </p:nvSpPr>
        <p:spPr>
          <a:xfrm>
            <a:off x="75163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7" name="Shape 1475"/>
          <p:cNvSpPr/>
          <p:nvPr/>
        </p:nvSpPr>
        <p:spPr>
          <a:xfrm>
            <a:off x="76260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8" name="Shape 1476"/>
          <p:cNvSpPr/>
          <p:nvPr/>
        </p:nvSpPr>
        <p:spPr>
          <a:xfrm>
            <a:off x="77358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9" name="Shape 1477"/>
          <p:cNvSpPr/>
          <p:nvPr/>
        </p:nvSpPr>
        <p:spPr>
          <a:xfrm>
            <a:off x="78455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0" name="Shape 1478"/>
          <p:cNvSpPr/>
          <p:nvPr/>
        </p:nvSpPr>
        <p:spPr>
          <a:xfrm>
            <a:off x="79552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1" name="Shape 1479"/>
          <p:cNvSpPr/>
          <p:nvPr/>
        </p:nvSpPr>
        <p:spPr>
          <a:xfrm>
            <a:off x="80650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2" name="Shape 1480"/>
          <p:cNvSpPr/>
          <p:nvPr/>
        </p:nvSpPr>
        <p:spPr>
          <a:xfrm>
            <a:off x="81747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3" name="Shape 1481"/>
          <p:cNvSpPr/>
          <p:nvPr/>
        </p:nvSpPr>
        <p:spPr>
          <a:xfrm>
            <a:off x="82844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4" name="Shape 1482"/>
          <p:cNvSpPr/>
          <p:nvPr/>
        </p:nvSpPr>
        <p:spPr>
          <a:xfrm>
            <a:off x="83941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5" name="Shape 1483"/>
          <p:cNvSpPr/>
          <p:nvPr/>
        </p:nvSpPr>
        <p:spPr>
          <a:xfrm>
            <a:off x="85039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6" name="Shape 1484"/>
          <p:cNvSpPr/>
          <p:nvPr/>
        </p:nvSpPr>
        <p:spPr>
          <a:xfrm>
            <a:off x="86136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7" name="Shape 1485"/>
          <p:cNvSpPr/>
          <p:nvPr/>
        </p:nvSpPr>
        <p:spPr>
          <a:xfrm>
            <a:off x="87233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8" name="Shape 1486"/>
          <p:cNvSpPr/>
          <p:nvPr/>
        </p:nvSpPr>
        <p:spPr>
          <a:xfrm>
            <a:off x="88331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9" name="Shape 1487"/>
          <p:cNvSpPr/>
          <p:nvPr/>
        </p:nvSpPr>
        <p:spPr>
          <a:xfrm>
            <a:off x="89428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0" name="Shape 1488"/>
          <p:cNvSpPr/>
          <p:nvPr/>
        </p:nvSpPr>
        <p:spPr>
          <a:xfrm>
            <a:off x="90525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1" name="Shape 1489"/>
          <p:cNvSpPr/>
          <p:nvPr/>
        </p:nvSpPr>
        <p:spPr>
          <a:xfrm>
            <a:off x="916228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2" name="Shape 1490"/>
          <p:cNvSpPr/>
          <p:nvPr/>
        </p:nvSpPr>
        <p:spPr>
          <a:xfrm>
            <a:off x="927201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3" name="Shape 1491"/>
          <p:cNvSpPr/>
          <p:nvPr/>
        </p:nvSpPr>
        <p:spPr>
          <a:xfrm>
            <a:off x="938174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4" name="Shape 1492"/>
          <p:cNvSpPr/>
          <p:nvPr/>
        </p:nvSpPr>
        <p:spPr>
          <a:xfrm>
            <a:off x="949147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5" name="Shape 1493"/>
          <p:cNvSpPr/>
          <p:nvPr/>
        </p:nvSpPr>
        <p:spPr>
          <a:xfrm>
            <a:off x="960120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6" name="Shape 1494"/>
          <p:cNvSpPr/>
          <p:nvPr/>
        </p:nvSpPr>
        <p:spPr>
          <a:xfrm>
            <a:off x="971092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7" name="Shape 1495"/>
          <p:cNvSpPr/>
          <p:nvPr/>
        </p:nvSpPr>
        <p:spPr>
          <a:xfrm>
            <a:off x="982065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8" name="Shape 1496"/>
          <p:cNvSpPr/>
          <p:nvPr/>
        </p:nvSpPr>
        <p:spPr>
          <a:xfrm>
            <a:off x="993038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9" name="Shape 1497"/>
          <p:cNvSpPr/>
          <p:nvPr/>
        </p:nvSpPr>
        <p:spPr>
          <a:xfrm>
            <a:off x="1004011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0" name="Shape 1498"/>
          <p:cNvSpPr/>
          <p:nvPr/>
        </p:nvSpPr>
        <p:spPr>
          <a:xfrm>
            <a:off x="1014984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1" name="Shape 1499"/>
          <p:cNvSpPr/>
          <p:nvPr/>
        </p:nvSpPr>
        <p:spPr>
          <a:xfrm>
            <a:off x="1025956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2" name="Shape 1500"/>
          <p:cNvSpPr/>
          <p:nvPr/>
        </p:nvSpPr>
        <p:spPr>
          <a:xfrm>
            <a:off x="1036929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3" name="Shape 1501"/>
          <p:cNvSpPr/>
          <p:nvPr/>
        </p:nvSpPr>
        <p:spPr>
          <a:xfrm>
            <a:off x="1047902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4" name="Shape 1502"/>
          <p:cNvSpPr/>
          <p:nvPr/>
        </p:nvSpPr>
        <p:spPr>
          <a:xfrm>
            <a:off x="1058875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5" name="Shape 1503"/>
          <p:cNvSpPr/>
          <p:nvPr/>
        </p:nvSpPr>
        <p:spPr>
          <a:xfrm>
            <a:off x="1069848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6" name="Shape 1504"/>
          <p:cNvSpPr/>
          <p:nvPr/>
        </p:nvSpPr>
        <p:spPr>
          <a:xfrm>
            <a:off x="1080820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7" name="Shape 1505"/>
          <p:cNvSpPr/>
          <p:nvPr/>
        </p:nvSpPr>
        <p:spPr>
          <a:xfrm>
            <a:off x="1091793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8" name="Shape 1506"/>
          <p:cNvSpPr/>
          <p:nvPr/>
        </p:nvSpPr>
        <p:spPr>
          <a:xfrm>
            <a:off x="1102766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9" name="Shape 1507"/>
          <p:cNvSpPr/>
          <p:nvPr/>
        </p:nvSpPr>
        <p:spPr>
          <a:xfrm>
            <a:off x="1113739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0" name="Shape 1508"/>
          <p:cNvSpPr/>
          <p:nvPr/>
        </p:nvSpPr>
        <p:spPr>
          <a:xfrm>
            <a:off x="1124712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1" name="Shape 1509"/>
          <p:cNvSpPr/>
          <p:nvPr/>
        </p:nvSpPr>
        <p:spPr>
          <a:xfrm>
            <a:off x="11356848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2" name="Shape 1510"/>
          <p:cNvSpPr/>
          <p:nvPr/>
        </p:nvSpPr>
        <p:spPr>
          <a:xfrm>
            <a:off x="11466576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3" name="Shape 1511"/>
          <p:cNvSpPr/>
          <p:nvPr/>
        </p:nvSpPr>
        <p:spPr>
          <a:xfrm>
            <a:off x="11576304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4" name="Shape 1512"/>
          <p:cNvSpPr/>
          <p:nvPr/>
        </p:nvSpPr>
        <p:spPr>
          <a:xfrm>
            <a:off x="11686032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5" name="Shape 1513"/>
          <p:cNvSpPr/>
          <p:nvPr/>
        </p:nvSpPr>
        <p:spPr>
          <a:xfrm>
            <a:off x="11795760" y="279806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6" name="Shape 1514"/>
          <p:cNvSpPr/>
          <p:nvPr/>
        </p:nvSpPr>
        <p:spPr>
          <a:xfrm>
            <a:off x="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7" name="Shape 1515"/>
          <p:cNvSpPr/>
          <p:nvPr/>
        </p:nvSpPr>
        <p:spPr>
          <a:xfrm>
            <a:off x="1097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8" name="Shape 1516"/>
          <p:cNvSpPr/>
          <p:nvPr/>
        </p:nvSpPr>
        <p:spPr>
          <a:xfrm>
            <a:off x="2194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9" name="Shape 1517"/>
          <p:cNvSpPr/>
          <p:nvPr/>
        </p:nvSpPr>
        <p:spPr>
          <a:xfrm>
            <a:off x="3291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0" name="Shape 1518"/>
          <p:cNvSpPr/>
          <p:nvPr/>
        </p:nvSpPr>
        <p:spPr>
          <a:xfrm>
            <a:off x="4389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1" name="Shape 1519"/>
          <p:cNvSpPr/>
          <p:nvPr/>
        </p:nvSpPr>
        <p:spPr>
          <a:xfrm>
            <a:off x="5486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2" name="Shape 1520"/>
          <p:cNvSpPr/>
          <p:nvPr/>
        </p:nvSpPr>
        <p:spPr>
          <a:xfrm>
            <a:off x="6583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3" name="Shape 1521"/>
          <p:cNvSpPr/>
          <p:nvPr/>
        </p:nvSpPr>
        <p:spPr>
          <a:xfrm>
            <a:off x="7680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4" name="Shape 1522"/>
          <p:cNvSpPr/>
          <p:nvPr/>
        </p:nvSpPr>
        <p:spPr>
          <a:xfrm>
            <a:off x="8778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5" name="Shape 1523"/>
          <p:cNvSpPr/>
          <p:nvPr/>
        </p:nvSpPr>
        <p:spPr>
          <a:xfrm>
            <a:off x="9875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6" name="Shape 1524"/>
          <p:cNvSpPr/>
          <p:nvPr/>
        </p:nvSpPr>
        <p:spPr>
          <a:xfrm>
            <a:off x="10972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7" name="Shape 1525"/>
          <p:cNvSpPr/>
          <p:nvPr/>
        </p:nvSpPr>
        <p:spPr>
          <a:xfrm>
            <a:off x="12070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8" name="Shape 1526"/>
          <p:cNvSpPr/>
          <p:nvPr/>
        </p:nvSpPr>
        <p:spPr>
          <a:xfrm>
            <a:off x="13167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9" name="Shape 1527"/>
          <p:cNvSpPr/>
          <p:nvPr/>
        </p:nvSpPr>
        <p:spPr>
          <a:xfrm>
            <a:off x="14264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0" name="Shape 1528"/>
          <p:cNvSpPr/>
          <p:nvPr/>
        </p:nvSpPr>
        <p:spPr>
          <a:xfrm>
            <a:off x="15361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1" name="Shape 1529"/>
          <p:cNvSpPr/>
          <p:nvPr/>
        </p:nvSpPr>
        <p:spPr>
          <a:xfrm>
            <a:off x="16459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2" name="Shape 1530"/>
          <p:cNvSpPr/>
          <p:nvPr/>
        </p:nvSpPr>
        <p:spPr>
          <a:xfrm>
            <a:off x="17556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3" name="Shape 1531"/>
          <p:cNvSpPr/>
          <p:nvPr/>
        </p:nvSpPr>
        <p:spPr>
          <a:xfrm>
            <a:off x="18653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4" name="Shape 1532"/>
          <p:cNvSpPr/>
          <p:nvPr/>
        </p:nvSpPr>
        <p:spPr>
          <a:xfrm>
            <a:off x="19751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5" name="Shape 1533"/>
          <p:cNvSpPr/>
          <p:nvPr/>
        </p:nvSpPr>
        <p:spPr>
          <a:xfrm>
            <a:off x="20848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" name="Shape 1534"/>
          <p:cNvSpPr/>
          <p:nvPr/>
        </p:nvSpPr>
        <p:spPr>
          <a:xfrm>
            <a:off x="21945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7" name="Shape 1535"/>
          <p:cNvSpPr/>
          <p:nvPr/>
        </p:nvSpPr>
        <p:spPr>
          <a:xfrm>
            <a:off x="23042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8" name="Shape 1536"/>
          <p:cNvSpPr/>
          <p:nvPr/>
        </p:nvSpPr>
        <p:spPr>
          <a:xfrm>
            <a:off x="24140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9" name="Shape 1537"/>
          <p:cNvSpPr/>
          <p:nvPr/>
        </p:nvSpPr>
        <p:spPr>
          <a:xfrm>
            <a:off x="25237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0" name="Shape 1538"/>
          <p:cNvSpPr/>
          <p:nvPr/>
        </p:nvSpPr>
        <p:spPr>
          <a:xfrm>
            <a:off x="26334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1" name="Shape 1539"/>
          <p:cNvSpPr/>
          <p:nvPr/>
        </p:nvSpPr>
        <p:spPr>
          <a:xfrm>
            <a:off x="27432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2" name="Shape 1540"/>
          <p:cNvSpPr/>
          <p:nvPr/>
        </p:nvSpPr>
        <p:spPr>
          <a:xfrm>
            <a:off x="28529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3" name="Shape 1541"/>
          <p:cNvSpPr/>
          <p:nvPr/>
        </p:nvSpPr>
        <p:spPr>
          <a:xfrm>
            <a:off x="29626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4" name="Shape 1542"/>
          <p:cNvSpPr/>
          <p:nvPr/>
        </p:nvSpPr>
        <p:spPr>
          <a:xfrm>
            <a:off x="30723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5" name="Shape 1543"/>
          <p:cNvSpPr/>
          <p:nvPr/>
        </p:nvSpPr>
        <p:spPr>
          <a:xfrm>
            <a:off x="31821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6" name="Shape 1544"/>
          <p:cNvSpPr/>
          <p:nvPr/>
        </p:nvSpPr>
        <p:spPr>
          <a:xfrm>
            <a:off x="32918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7" name="Shape 1545"/>
          <p:cNvSpPr/>
          <p:nvPr/>
        </p:nvSpPr>
        <p:spPr>
          <a:xfrm>
            <a:off x="34015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8" name="Shape 1546"/>
          <p:cNvSpPr/>
          <p:nvPr/>
        </p:nvSpPr>
        <p:spPr>
          <a:xfrm>
            <a:off x="35112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9" name="Shape 1547"/>
          <p:cNvSpPr/>
          <p:nvPr/>
        </p:nvSpPr>
        <p:spPr>
          <a:xfrm>
            <a:off x="36210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0" name="Shape 1548"/>
          <p:cNvSpPr/>
          <p:nvPr/>
        </p:nvSpPr>
        <p:spPr>
          <a:xfrm>
            <a:off x="37307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1" name="Shape 1549"/>
          <p:cNvSpPr/>
          <p:nvPr/>
        </p:nvSpPr>
        <p:spPr>
          <a:xfrm>
            <a:off x="38404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2" name="Shape 1550"/>
          <p:cNvSpPr/>
          <p:nvPr/>
        </p:nvSpPr>
        <p:spPr>
          <a:xfrm>
            <a:off x="39502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3" name="Shape 1551"/>
          <p:cNvSpPr/>
          <p:nvPr/>
        </p:nvSpPr>
        <p:spPr>
          <a:xfrm>
            <a:off x="40599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4" name="Shape 1552"/>
          <p:cNvSpPr/>
          <p:nvPr/>
        </p:nvSpPr>
        <p:spPr>
          <a:xfrm>
            <a:off x="41696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5" name="Shape 1553"/>
          <p:cNvSpPr/>
          <p:nvPr/>
        </p:nvSpPr>
        <p:spPr>
          <a:xfrm>
            <a:off x="42793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6" name="Shape 1554"/>
          <p:cNvSpPr/>
          <p:nvPr/>
        </p:nvSpPr>
        <p:spPr>
          <a:xfrm>
            <a:off x="43891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7" name="Shape 1555"/>
          <p:cNvSpPr/>
          <p:nvPr/>
        </p:nvSpPr>
        <p:spPr>
          <a:xfrm>
            <a:off x="44988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8" name="Shape 1556"/>
          <p:cNvSpPr/>
          <p:nvPr/>
        </p:nvSpPr>
        <p:spPr>
          <a:xfrm>
            <a:off x="46085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9" name="Shape 1557"/>
          <p:cNvSpPr/>
          <p:nvPr/>
        </p:nvSpPr>
        <p:spPr>
          <a:xfrm>
            <a:off x="47183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0" name="Shape 1558"/>
          <p:cNvSpPr/>
          <p:nvPr/>
        </p:nvSpPr>
        <p:spPr>
          <a:xfrm>
            <a:off x="48280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1" name="Shape 1559"/>
          <p:cNvSpPr/>
          <p:nvPr/>
        </p:nvSpPr>
        <p:spPr>
          <a:xfrm>
            <a:off x="49377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2" name="Shape 1560"/>
          <p:cNvSpPr/>
          <p:nvPr/>
        </p:nvSpPr>
        <p:spPr>
          <a:xfrm>
            <a:off x="50474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3" name="Shape 1561"/>
          <p:cNvSpPr/>
          <p:nvPr/>
        </p:nvSpPr>
        <p:spPr>
          <a:xfrm>
            <a:off x="51572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4" name="Shape 1562"/>
          <p:cNvSpPr/>
          <p:nvPr/>
        </p:nvSpPr>
        <p:spPr>
          <a:xfrm>
            <a:off x="52669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5" name="Shape 1563"/>
          <p:cNvSpPr/>
          <p:nvPr/>
        </p:nvSpPr>
        <p:spPr>
          <a:xfrm>
            <a:off x="53766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6" name="Shape 1564"/>
          <p:cNvSpPr/>
          <p:nvPr/>
        </p:nvSpPr>
        <p:spPr>
          <a:xfrm>
            <a:off x="54864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7" name="Shape 1565"/>
          <p:cNvSpPr/>
          <p:nvPr/>
        </p:nvSpPr>
        <p:spPr>
          <a:xfrm>
            <a:off x="55961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8" name="Shape 1566"/>
          <p:cNvSpPr/>
          <p:nvPr/>
        </p:nvSpPr>
        <p:spPr>
          <a:xfrm>
            <a:off x="57058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9" name="Shape 1567"/>
          <p:cNvSpPr/>
          <p:nvPr/>
        </p:nvSpPr>
        <p:spPr>
          <a:xfrm>
            <a:off x="58155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0" name="Shape 1568"/>
          <p:cNvSpPr/>
          <p:nvPr/>
        </p:nvSpPr>
        <p:spPr>
          <a:xfrm>
            <a:off x="59253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1" name="Shape 1569"/>
          <p:cNvSpPr/>
          <p:nvPr/>
        </p:nvSpPr>
        <p:spPr>
          <a:xfrm>
            <a:off x="60350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2" name="Shape 1570"/>
          <p:cNvSpPr/>
          <p:nvPr/>
        </p:nvSpPr>
        <p:spPr>
          <a:xfrm>
            <a:off x="61447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3" name="Shape 1571"/>
          <p:cNvSpPr/>
          <p:nvPr/>
        </p:nvSpPr>
        <p:spPr>
          <a:xfrm>
            <a:off x="62544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4" name="Shape 1572"/>
          <p:cNvSpPr/>
          <p:nvPr/>
        </p:nvSpPr>
        <p:spPr>
          <a:xfrm>
            <a:off x="63642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5" name="Shape 1573"/>
          <p:cNvSpPr/>
          <p:nvPr/>
        </p:nvSpPr>
        <p:spPr>
          <a:xfrm>
            <a:off x="64739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6" name="Shape 1574"/>
          <p:cNvSpPr/>
          <p:nvPr/>
        </p:nvSpPr>
        <p:spPr>
          <a:xfrm>
            <a:off x="65836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7" name="Shape 1575"/>
          <p:cNvSpPr/>
          <p:nvPr/>
        </p:nvSpPr>
        <p:spPr>
          <a:xfrm>
            <a:off x="66934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8" name="Shape 1576"/>
          <p:cNvSpPr/>
          <p:nvPr/>
        </p:nvSpPr>
        <p:spPr>
          <a:xfrm>
            <a:off x="68031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9" name="Shape 1577"/>
          <p:cNvSpPr/>
          <p:nvPr/>
        </p:nvSpPr>
        <p:spPr>
          <a:xfrm>
            <a:off x="69128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0" name="Shape 1578"/>
          <p:cNvSpPr/>
          <p:nvPr/>
        </p:nvSpPr>
        <p:spPr>
          <a:xfrm>
            <a:off x="70225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1" name="Shape 1579"/>
          <p:cNvSpPr/>
          <p:nvPr/>
        </p:nvSpPr>
        <p:spPr>
          <a:xfrm>
            <a:off x="71323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2" name="Shape 1580"/>
          <p:cNvSpPr/>
          <p:nvPr/>
        </p:nvSpPr>
        <p:spPr>
          <a:xfrm>
            <a:off x="72420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3" name="Shape 1581"/>
          <p:cNvSpPr/>
          <p:nvPr/>
        </p:nvSpPr>
        <p:spPr>
          <a:xfrm>
            <a:off x="73517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4" name="Shape 1582"/>
          <p:cNvSpPr/>
          <p:nvPr/>
        </p:nvSpPr>
        <p:spPr>
          <a:xfrm>
            <a:off x="74615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5" name="Shape 1583"/>
          <p:cNvSpPr/>
          <p:nvPr/>
        </p:nvSpPr>
        <p:spPr>
          <a:xfrm>
            <a:off x="75712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6" name="Shape 1584"/>
          <p:cNvSpPr/>
          <p:nvPr/>
        </p:nvSpPr>
        <p:spPr>
          <a:xfrm>
            <a:off x="76809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7" name="Shape 1585"/>
          <p:cNvSpPr/>
          <p:nvPr/>
        </p:nvSpPr>
        <p:spPr>
          <a:xfrm>
            <a:off x="77906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8" name="Shape 1586"/>
          <p:cNvSpPr/>
          <p:nvPr/>
        </p:nvSpPr>
        <p:spPr>
          <a:xfrm>
            <a:off x="79004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9" name="Shape 1587"/>
          <p:cNvSpPr/>
          <p:nvPr/>
        </p:nvSpPr>
        <p:spPr>
          <a:xfrm>
            <a:off x="80101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0" name="Shape 1588"/>
          <p:cNvSpPr/>
          <p:nvPr/>
        </p:nvSpPr>
        <p:spPr>
          <a:xfrm>
            <a:off x="81198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1" name="Shape 1589"/>
          <p:cNvSpPr/>
          <p:nvPr/>
        </p:nvSpPr>
        <p:spPr>
          <a:xfrm>
            <a:off x="82296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2" name="Shape 1590"/>
          <p:cNvSpPr/>
          <p:nvPr/>
        </p:nvSpPr>
        <p:spPr>
          <a:xfrm>
            <a:off x="83393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3" name="Shape 1591"/>
          <p:cNvSpPr/>
          <p:nvPr/>
        </p:nvSpPr>
        <p:spPr>
          <a:xfrm>
            <a:off x="84490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4" name="Shape 1592"/>
          <p:cNvSpPr/>
          <p:nvPr/>
        </p:nvSpPr>
        <p:spPr>
          <a:xfrm>
            <a:off x="85587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5" name="Shape 1593"/>
          <p:cNvSpPr/>
          <p:nvPr/>
        </p:nvSpPr>
        <p:spPr>
          <a:xfrm>
            <a:off x="86685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6" name="Shape 1594"/>
          <p:cNvSpPr/>
          <p:nvPr/>
        </p:nvSpPr>
        <p:spPr>
          <a:xfrm>
            <a:off x="87782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7" name="Shape 1595"/>
          <p:cNvSpPr/>
          <p:nvPr/>
        </p:nvSpPr>
        <p:spPr>
          <a:xfrm>
            <a:off x="88879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8" name="Shape 1596"/>
          <p:cNvSpPr/>
          <p:nvPr/>
        </p:nvSpPr>
        <p:spPr>
          <a:xfrm>
            <a:off x="89976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9" name="Shape 1597"/>
          <p:cNvSpPr/>
          <p:nvPr/>
        </p:nvSpPr>
        <p:spPr>
          <a:xfrm>
            <a:off x="910742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0" name="Shape 1598"/>
          <p:cNvSpPr/>
          <p:nvPr/>
        </p:nvSpPr>
        <p:spPr>
          <a:xfrm>
            <a:off x="921715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1" name="Shape 1599"/>
          <p:cNvSpPr/>
          <p:nvPr/>
        </p:nvSpPr>
        <p:spPr>
          <a:xfrm>
            <a:off x="932688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2" name="Shape 1600"/>
          <p:cNvSpPr/>
          <p:nvPr/>
        </p:nvSpPr>
        <p:spPr>
          <a:xfrm>
            <a:off x="943660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3" name="Shape 1601"/>
          <p:cNvSpPr/>
          <p:nvPr/>
        </p:nvSpPr>
        <p:spPr>
          <a:xfrm>
            <a:off x="954633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4" name="Shape 1602"/>
          <p:cNvSpPr/>
          <p:nvPr/>
        </p:nvSpPr>
        <p:spPr>
          <a:xfrm>
            <a:off x="965606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5" name="Shape 1603"/>
          <p:cNvSpPr/>
          <p:nvPr/>
        </p:nvSpPr>
        <p:spPr>
          <a:xfrm>
            <a:off x="976579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6" name="Shape 1604"/>
          <p:cNvSpPr/>
          <p:nvPr/>
        </p:nvSpPr>
        <p:spPr>
          <a:xfrm>
            <a:off x="987552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7" name="Shape 1605"/>
          <p:cNvSpPr/>
          <p:nvPr/>
        </p:nvSpPr>
        <p:spPr>
          <a:xfrm>
            <a:off x="998524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8" name="Shape 1606"/>
          <p:cNvSpPr/>
          <p:nvPr/>
        </p:nvSpPr>
        <p:spPr>
          <a:xfrm>
            <a:off x="1009497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9" name="Shape 1607"/>
          <p:cNvSpPr/>
          <p:nvPr/>
        </p:nvSpPr>
        <p:spPr>
          <a:xfrm>
            <a:off x="1020470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0" name="Shape 1608"/>
          <p:cNvSpPr/>
          <p:nvPr/>
        </p:nvSpPr>
        <p:spPr>
          <a:xfrm>
            <a:off x="1031443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1" name="Shape 1609"/>
          <p:cNvSpPr/>
          <p:nvPr/>
        </p:nvSpPr>
        <p:spPr>
          <a:xfrm>
            <a:off x="1042416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2" name="Shape 1610"/>
          <p:cNvSpPr/>
          <p:nvPr/>
        </p:nvSpPr>
        <p:spPr>
          <a:xfrm>
            <a:off x="1053388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3" name="Shape 1611"/>
          <p:cNvSpPr/>
          <p:nvPr/>
        </p:nvSpPr>
        <p:spPr>
          <a:xfrm>
            <a:off x="1064361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4" name="Shape 1612"/>
          <p:cNvSpPr/>
          <p:nvPr/>
        </p:nvSpPr>
        <p:spPr>
          <a:xfrm>
            <a:off x="1075334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5" name="Shape 1613"/>
          <p:cNvSpPr/>
          <p:nvPr/>
        </p:nvSpPr>
        <p:spPr>
          <a:xfrm>
            <a:off x="1086307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6" name="Shape 1614"/>
          <p:cNvSpPr/>
          <p:nvPr/>
        </p:nvSpPr>
        <p:spPr>
          <a:xfrm>
            <a:off x="1097280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7" name="Shape 1615"/>
          <p:cNvSpPr/>
          <p:nvPr/>
        </p:nvSpPr>
        <p:spPr>
          <a:xfrm>
            <a:off x="1108252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8" name="Shape 1616"/>
          <p:cNvSpPr/>
          <p:nvPr/>
        </p:nvSpPr>
        <p:spPr>
          <a:xfrm>
            <a:off x="1119225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9" name="Shape 1617"/>
          <p:cNvSpPr/>
          <p:nvPr/>
        </p:nvSpPr>
        <p:spPr>
          <a:xfrm>
            <a:off x="11301984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0" name="Shape 1618"/>
          <p:cNvSpPr/>
          <p:nvPr/>
        </p:nvSpPr>
        <p:spPr>
          <a:xfrm>
            <a:off x="11411712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1" name="Shape 1619"/>
          <p:cNvSpPr/>
          <p:nvPr/>
        </p:nvSpPr>
        <p:spPr>
          <a:xfrm>
            <a:off x="11521440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2" name="Shape 1620"/>
          <p:cNvSpPr/>
          <p:nvPr/>
        </p:nvSpPr>
        <p:spPr>
          <a:xfrm>
            <a:off x="11631168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3" name="Shape 1621"/>
          <p:cNvSpPr/>
          <p:nvPr/>
        </p:nvSpPr>
        <p:spPr>
          <a:xfrm>
            <a:off x="11740896" y="290779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4" name="Shape 1622"/>
          <p:cNvSpPr/>
          <p:nvPr/>
        </p:nvSpPr>
        <p:spPr>
          <a:xfrm>
            <a:off x="548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5" name="Shape 1623"/>
          <p:cNvSpPr/>
          <p:nvPr/>
        </p:nvSpPr>
        <p:spPr>
          <a:xfrm>
            <a:off x="1645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6" name="Shape 1624"/>
          <p:cNvSpPr/>
          <p:nvPr/>
        </p:nvSpPr>
        <p:spPr>
          <a:xfrm>
            <a:off x="2743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7" name="Shape 1625"/>
          <p:cNvSpPr/>
          <p:nvPr/>
        </p:nvSpPr>
        <p:spPr>
          <a:xfrm>
            <a:off x="3840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8" name="Shape 1626"/>
          <p:cNvSpPr/>
          <p:nvPr/>
        </p:nvSpPr>
        <p:spPr>
          <a:xfrm>
            <a:off x="4937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9" name="Shape 1627"/>
          <p:cNvSpPr/>
          <p:nvPr/>
        </p:nvSpPr>
        <p:spPr>
          <a:xfrm>
            <a:off x="6035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0" name="Shape 1628"/>
          <p:cNvSpPr/>
          <p:nvPr/>
        </p:nvSpPr>
        <p:spPr>
          <a:xfrm>
            <a:off x="7132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1" name="Shape 1629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2" name="Shape 1630"/>
          <p:cNvSpPr/>
          <p:nvPr/>
        </p:nvSpPr>
        <p:spPr>
          <a:xfrm>
            <a:off x="9326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3" name="Shape 1631"/>
          <p:cNvSpPr/>
          <p:nvPr/>
        </p:nvSpPr>
        <p:spPr>
          <a:xfrm>
            <a:off x="10424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4" name="Shape 1632"/>
          <p:cNvSpPr/>
          <p:nvPr/>
        </p:nvSpPr>
        <p:spPr>
          <a:xfrm>
            <a:off x="11521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5" name="Shape 1633"/>
          <p:cNvSpPr/>
          <p:nvPr/>
        </p:nvSpPr>
        <p:spPr>
          <a:xfrm>
            <a:off x="12618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6" name="Shape 1634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7" name="Shape 1635"/>
          <p:cNvSpPr/>
          <p:nvPr/>
        </p:nvSpPr>
        <p:spPr>
          <a:xfrm>
            <a:off x="14813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8" name="Shape 1636"/>
          <p:cNvSpPr/>
          <p:nvPr/>
        </p:nvSpPr>
        <p:spPr>
          <a:xfrm>
            <a:off x="15910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9" name="Shape 1637"/>
          <p:cNvSpPr/>
          <p:nvPr/>
        </p:nvSpPr>
        <p:spPr>
          <a:xfrm>
            <a:off x="17007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0" name="Shape 1638"/>
          <p:cNvSpPr/>
          <p:nvPr/>
        </p:nvSpPr>
        <p:spPr>
          <a:xfrm>
            <a:off x="18105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1" name="Shape 1639"/>
          <p:cNvSpPr/>
          <p:nvPr/>
        </p:nvSpPr>
        <p:spPr>
          <a:xfrm>
            <a:off x="19202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2" name="Shape 1640"/>
          <p:cNvSpPr/>
          <p:nvPr/>
        </p:nvSpPr>
        <p:spPr>
          <a:xfrm>
            <a:off x="20299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3" name="Shape 1641"/>
          <p:cNvSpPr/>
          <p:nvPr/>
        </p:nvSpPr>
        <p:spPr>
          <a:xfrm>
            <a:off x="21396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4" name="Shape 1642"/>
          <p:cNvSpPr/>
          <p:nvPr/>
        </p:nvSpPr>
        <p:spPr>
          <a:xfrm>
            <a:off x="22494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5" name="Shape 1643"/>
          <p:cNvSpPr/>
          <p:nvPr/>
        </p:nvSpPr>
        <p:spPr>
          <a:xfrm>
            <a:off x="23591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6" name="Shape 1644"/>
          <p:cNvSpPr/>
          <p:nvPr/>
        </p:nvSpPr>
        <p:spPr>
          <a:xfrm>
            <a:off x="24688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7" name="Shape 1645"/>
          <p:cNvSpPr/>
          <p:nvPr/>
        </p:nvSpPr>
        <p:spPr>
          <a:xfrm>
            <a:off x="25786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8" name="Shape 1646"/>
          <p:cNvSpPr/>
          <p:nvPr/>
        </p:nvSpPr>
        <p:spPr>
          <a:xfrm>
            <a:off x="26883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9" name="Shape 1647"/>
          <p:cNvSpPr/>
          <p:nvPr/>
        </p:nvSpPr>
        <p:spPr>
          <a:xfrm>
            <a:off x="27980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0" name="Shape 1648"/>
          <p:cNvSpPr/>
          <p:nvPr/>
        </p:nvSpPr>
        <p:spPr>
          <a:xfrm>
            <a:off x="29077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1" name="Shape 1649"/>
          <p:cNvSpPr/>
          <p:nvPr/>
        </p:nvSpPr>
        <p:spPr>
          <a:xfrm>
            <a:off x="30175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2" name="Shape 1650"/>
          <p:cNvSpPr/>
          <p:nvPr/>
        </p:nvSpPr>
        <p:spPr>
          <a:xfrm>
            <a:off x="31272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3" name="Shape 1651"/>
          <p:cNvSpPr/>
          <p:nvPr/>
        </p:nvSpPr>
        <p:spPr>
          <a:xfrm>
            <a:off x="32369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4" name="Shape 1652"/>
          <p:cNvSpPr/>
          <p:nvPr/>
        </p:nvSpPr>
        <p:spPr>
          <a:xfrm>
            <a:off x="33467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5" name="Shape 1653"/>
          <p:cNvSpPr/>
          <p:nvPr/>
        </p:nvSpPr>
        <p:spPr>
          <a:xfrm>
            <a:off x="34564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6" name="Shape 1654"/>
          <p:cNvSpPr/>
          <p:nvPr/>
        </p:nvSpPr>
        <p:spPr>
          <a:xfrm>
            <a:off x="35661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7" name="Shape 1655"/>
          <p:cNvSpPr/>
          <p:nvPr/>
        </p:nvSpPr>
        <p:spPr>
          <a:xfrm>
            <a:off x="36758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8" name="Shape 1656"/>
          <p:cNvSpPr/>
          <p:nvPr/>
        </p:nvSpPr>
        <p:spPr>
          <a:xfrm>
            <a:off x="37856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9" name="Shape 1657"/>
          <p:cNvSpPr/>
          <p:nvPr/>
        </p:nvSpPr>
        <p:spPr>
          <a:xfrm>
            <a:off x="38953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0" name="Shape 1658"/>
          <p:cNvSpPr/>
          <p:nvPr/>
        </p:nvSpPr>
        <p:spPr>
          <a:xfrm>
            <a:off x="40050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1" name="Shape 1659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2" name="Shape 1660"/>
          <p:cNvSpPr/>
          <p:nvPr/>
        </p:nvSpPr>
        <p:spPr>
          <a:xfrm>
            <a:off x="42245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3" name="Shape 1661"/>
          <p:cNvSpPr/>
          <p:nvPr/>
        </p:nvSpPr>
        <p:spPr>
          <a:xfrm>
            <a:off x="43342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4" name="Shape 1662"/>
          <p:cNvSpPr/>
          <p:nvPr/>
        </p:nvSpPr>
        <p:spPr>
          <a:xfrm>
            <a:off x="44439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5" name="Shape 1663"/>
          <p:cNvSpPr/>
          <p:nvPr/>
        </p:nvSpPr>
        <p:spPr>
          <a:xfrm>
            <a:off x="45537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6" name="Shape 1664"/>
          <p:cNvSpPr/>
          <p:nvPr/>
        </p:nvSpPr>
        <p:spPr>
          <a:xfrm>
            <a:off x="46634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7" name="Shape 1665"/>
          <p:cNvSpPr/>
          <p:nvPr/>
        </p:nvSpPr>
        <p:spPr>
          <a:xfrm>
            <a:off x="47731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8" name="Shape 1666"/>
          <p:cNvSpPr/>
          <p:nvPr/>
        </p:nvSpPr>
        <p:spPr>
          <a:xfrm>
            <a:off x="48828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9" name="Shape 1667"/>
          <p:cNvSpPr/>
          <p:nvPr/>
        </p:nvSpPr>
        <p:spPr>
          <a:xfrm>
            <a:off x="49926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0" name="Shape 1668"/>
          <p:cNvSpPr/>
          <p:nvPr/>
        </p:nvSpPr>
        <p:spPr>
          <a:xfrm>
            <a:off x="51023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1" name="Shape 1669"/>
          <p:cNvSpPr/>
          <p:nvPr/>
        </p:nvSpPr>
        <p:spPr>
          <a:xfrm>
            <a:off x="52120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2" name="Shape 1670"/>
          <p:cNvSpPr/>
          <p:nvPr/>
        </p:nvSpPr>
        <p:spPr>
          <a:xfrm>
            <a:off x="53218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3" name="Shape 1671"/>
          <p:cNvSpPr/>
          <p:nvPr/>
        </p:nvSpPr>
        <p:spPr>
          <a:xfrm>
            <a:off x="54315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4" name="Shape 1672"/>
          <p:cNvSpPr/>
          <p:nvPr/>
        </p:nvSpPr>
        <p:spPr>
          <a:xfrm>
            <a:off x="55412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5" name="Shape 1673"/>
          <p:cNvSpPr/>
          <p:nvPr/>
        </p:nvSpPr>
        <p:spPr>
          <a:xfrm>
            <a:off x="56509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6" name="Shape 1674"/>
          <p:cNvSpPr/>
          <p:nvPr/>
        </p:nvSpPr>
        <p:spPr>
          <a:xfrm>
            <a:off x="57607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7" name="Shape 1675"/>
          <p:cNvSpPr/>
          <p:nvPr/>
        </p:nvSpPr>
        <p:spPr>
          <a:xfrm>
            <a:off x="58704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8" name="Shape 1676"/>
          <p:cNvSpPr/>
          <p:nvPr/>
        </p:nvSpPr>
        <p:spPr>
          <a:xfrm>
            <a:off x="59801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9" name="Shape 1677"/>
          <p:cNvSpPr/>
          <p:nvPr/>
        </p:nvSpPr>
        <p:spPr>
          <a:xfrm>
            <a:off x="60899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0" name="Shape 1678"/>
          <p:cNvSpPr/>
          <p:nvPr/>
        </p:nvSpPr>
        <p:spPr>
          <a:xfrm>
            <a:off x="61996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1" name="Shape 1679"/>
          <p:cNvSpPr/>
          <p:nvPr/>
        </p:nvSpPr>
        <p:spPr>
          <a:xfrm>
            <a:off x="63093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2" name="Shape 1680"/>
          <p:cNvSpPr/>
          <p:nvPr/>
        </p:nvSpPr>
        <p:spPr>
          <a:xfrm>
            <a:off x="64190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3" name="Shape 1681"/>
          <p:cNvSpPr/>
          <p:nvPr/>
        </p:nvSpPr>
        <p:spPr>
          <a:xfrm>
            <a:off x="65288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4" name="Shape 1682"/>
          <p:cNvSpPr/>
          <p:nvPr/>
        </p:nvSpPr>
        <p:spPr>
          <a:xfrm>
            <a:off x="66385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5" name="Shape 1683"/>
          <p:cNvSpPr/>
          <p:nvPr/>
        </p:nvSpPr>
        <p:spPr>
          <a:xfrm>
            <a:off x="67482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6" name="Shape 1684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7" name="Shape 1685"/>
          <p:cNvSpPr/>
          <p:nvPr/>
        </p:nvSpPr>
        <p:spPr>
          <a:xfrm>
            <a:off x="69677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8" name="Shape 1686"/>
          <p:cNvSpPr/>
          <p:nvPr/>
        </p:nvSpPr>
        <p:spPr>
          <a:xfrm>
            <a:off x="70774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9" name="Shape 1687"/>
          <p:cNvSpPr/>
          <p:nvPr/>
        </p:nvSpPr>
        <p:spPr>
          <a:xfrm>
            <a:off x="71871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0" name="Shape 1688"/>
          <p:cNvSpPr/>
          <p:nvPr/>
        </p:nvSpPr>
        <p:spPr>
          <a:xfrm>
            <a:off x="72969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1" name="Shape 1689"/>
          <p:cNvSpPr/>
          <p:nvPr/>
        </p:nvSpPr>
        <p:spPr>
          <a:xfrm>
            <a:off x="74066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2" name="Shape 1690"/>
          <p:cNvSpPr/>
          <p:nvPr/>
        </p:nvSpPr>
        <p:spPr>
          <a:xfrm>
            <a:off x="75163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3" name="Shape 1691"/>
          <p:cNvSpPr/>
          <p:nvPr/>
        </p:nvSpPr>
        <p:spPr>
          <a:xfrm>
            <a:off x="76260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4" name="Shape 1692"/>
          <p:cNvSpPr/>
          <p:nvPr/>
        </p:nvSpPr>
        <p:spPr>
          <a:xfrm>
            <a:off x="77358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5" name="Shape 1693"/>
          <p:cNvSpPr/>
          <p:nvPr/>
        </p:nvSpPr>
        <p:spPr>
          <a:xfrm>
            <a:off x="78455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6" name="Shape 1694"/>
          <p:cNvSpPr/>
          <p:nvPr/>
        </p:nvSpPr>
        <p:spPr>
          <a:xfrm>
            <a:off x="79552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7" name="Shape 1695"/>
          <p:cNvSpPr/>
          <p:nvPr/>
        </p:nvSpPr>
        <p:spPr>
          <a:xfrm>
            <a:off x="80650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8" name="Shape 1696"/>
          <p:cNvSpPr/>
          <p:nvPr/>
        </p:nvSpPr>
        <p:spPr>
          <a:xfrm>
            <a:off x="81747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9" name="Shape 1697"/>
          <p:cNvSpPr/>
          <p:nvPr/>
        </p:nvSpPr>
        <p:spPr>
          <a:xfrm>
            <a:off x="82844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0" name="Shape 1698"/>
          <p:cNvSpPr/>
          <p:nvPr/>
        </p:nvSpPr>
        <p:spPr>
          <a:xfrm>
            <a:off x="83941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1" name="Shape 1699"/>
          <p:cNvSpPr/>
          <p:nvPr/>
        </p:nvSpPr>
        <p:spPr>
          <a:xfrm>
            <a:off x="85039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2" name="Shape 1700"/>
          <p:cNvSpPr/>
          <p:nvPr/>
        </p:nvSpPr>
        <p:spPr>
          <a:xfrm>
            <a:off x="86136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3" name="Shape 1701"/>
          <p:cNvSpPr/>
          <p:nvPr/>
        </p:nvSpPr>
        <p:spPr>
          <a:xfrm>
            <a:off x="87233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4" name="Shape 1702"/>
          <p:cNvSpPr/>
          <p:nvPr/>
        </p:nvSpPr>
        <p:spPr>
          <a:xfrm>
            <a:off x="88331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5" name="Shape 1703"/>
          <p:cNvSpPr/>
          <p:nvPr/>
        </p:nvSpPr>
        <p:spPr>
          <a:xfrm>
            <a:off x="89428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6" name="Shape 1704"/>
          <p:cNvSpPr/>
          <p:nvPr/>
        </p:nvSpPr>
        <p:spPr>
          <a:xfrm>
            <a:off x="90525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7" name="Shape 1705"/>
          <p:cNvSpPr/>
          <p:nvPr/>
        </p:nvSpPr>
        <p:spPr>
          <a:xfrm>
            <a:off x="916228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8" name="Shape 1706"/>
          <p:cNvSpPr/>
          <p:nvPr/>
        </p:nvSpPr>
        <p:spPr>
          <a:xfrm>
            <a:off x="927201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9" name="Shape 1707"/>
          <p:cNvSpPr/>
          <p:nvPr/>
        </p:nvSpPr>
        <p:spPr>
          <a:xfrm>
            <a:off x="938174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0" name="Shape 1708"/>
          <p:cNvSpPr/>
          <p:nvPr/>
        </p:nvSpPr>
        <p:spPr>
          <a:xfrm>
            <a:off x="949147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1" name="Shape 1709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2" name="Shape 1710"/>
          <p:cNvSpPr/>
          <p:nvPr/>
        </p:nvSpPr>
        <p:spPr>
          <a:xfrm>
            <a:off x="971092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3" name="Shape 1711"/>
          <p:cNvSpPr/>
          <p:nvPr/>
        </p:nvSpPr>
        <p:spPr>
          <a:xfrm>
            <a:off x="982065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4" name="Shape 1712"/>
          <p:cNvSpPr/>
          <p:nvPr/>
        </p:nvSpPr>
        <p:spPr>
          <a:xfrm>
            <a:off x="993038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5" name="Shape 1713"/>
          <p:cNvSpPr/>
          <p:nvPr/>
        </p:nvSpPr>
        <p:spPr>
          <a:xfrm>
            <a:off x="1004011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6" name="Shape 1714"/>
          <p:cNvSpPr/>
          <p:nvPr/>
        </p:nvSpPr>
        <p:spPr>
          <a:xfrm>
            <a:off x="1014984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7" name="Shape 1715"/>
          <p:cNvSpPr/>
          <p:nvPr/>
        </p:nvSpPr>
        <p:spPr>
          <a:xfrm>
            <a:off x="1025956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8" name="Shape 1716"/>
          <p:cNvSpPr/>
          <p:nvPr/>
        </p:nvSpPr>
        <p:spPr>
          <a:xfrm>
            <a:off x="1036929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9" name="Shape 1717"/>
          <p:cNvSpPr/>
          <p:nvPr/>
        </p:nvSpPr>
        <p:spPr>
          <a:xfrm>
            <a:off x="1047902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0" name="Shape 1718"/>
          <p:cNvSpPr/>
          <p:nvPr/>
        </p:nvSpPr>
        <p:spPr>
          <a:xfrm>
            <a:off x="1058875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1" name="Shape 1719"/>
          <p:cNvSpPr/>
          <p:nvPr/>
        </p:nvSpPr>
        <p:spPr>
          <a:xfrm>
            <a:off x="1069848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2" name="Shape 1720"/>
          <p:cNvSpPr/>
          <p:nvPr/>
        </p:nvSpPr>
        <p:spPr>
          <a:xfrm>
            <a:off x="1080820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3" name="Shape 1721"/>
          <p:cNvSpPr/>
          <p:nvPr/>
        </p:nvSpPr>
        <p:spPr>
          <a:xfrm>
            <a:off x="1091793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4" name="Shape 1722"/>
          <p:cNvSpPr/>
          <p:nvPr/>
        </p:nvSpPr>
        <p:spPr>
          <a:xfrm>
            <a:off x="1102766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5" name="Shape 1723"/>
          <p:cNvSpPr/>
          <p:nvPr/>
        </p:nvSpPr>
        <p:spPr>
          <a:xfrm>
            <a:off x="1113739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6" name="Shape 1724"/>
          <p:cNvSpPr/>
          <p:nvPr/>
        </p:nvSpPr>
        <p:spPr>
          <a:xfrm>
            <a:off x="1124712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7" name="Shape 1725"/>
          <p:cNvSpPr/>
          <p:nvPr/>
        </p:nvSpPr>
        <p:spPr>
          <a:xfrm>
            <a:off x="11356848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8" name="Shape 1726"/>
          <p:cNvSpPr/>
          <p:nvPr/>
        </p:nvSpPr>
        <p:spPr>
          <a:xfrm>
            <a:off x="11466576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9" name="Shape 1727"/>
          <p:cNvSpPr/>
          <p:nvPr/>
        </p:nvSpPr>
        <p:spPr>
          <a:xfrm>
            <a:off x="11576304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0" name="Shape 1728"/>
          <p:cNvSpPr/>
          <p:nvPr/>
        </p:nvSpPr>
        <p:spPr>
          <a:xfrm>
            <a:off x="11686032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1" name="Shape 1729"/>
          <p:cNvSpPr/>
          <p:nvPr/>
        </p:nvSpPr>
        <p:spPr>
          <a:xfrm>
            <a:off x="11795760" y="30175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2" name="Shape 1730"/>
          <p:cNvSpPr/>
          <p:nvPr/>
        </p:nvSpPr>
        <p:spPr>
          <a:xfrm>
            <a:off x="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3" name="Shape 1731"/>
          <p:cNvSpPr/>
          <p:nvPr/>
        </p:nvSpPr>
        <p:spPr>
          <a:xfrm>
            <a:off x="1097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4" name="Shape 1732"/>
          <p:cNvSpPr/>
          <p:nvPr/>
        </p:nvSpPr>
        <p:spPr>
          <a:xfrm>
            <a:off x="2194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5" name="Shape 1733"/>
          <p:cNvSpPr/>
          <p:nvPr/>
        </p:nvSpPr>
        <p:spPr>
          <a:xfrm>
            <a:off x="3291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6" name="Shape 1734"/>
          <p:cNvSpPr/>
          <p:nvPr/>
        </p:nvSpPr>
        <p:spPr>
          <a:xfrm>
            <a:off x="4389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7" name="Shape 1735"/>
          <p:cNvSpPr/>
          <p:nvPr/>
        </p:nvSpPr>
        <p:spPr>
          <a:xfrm>
            <a:off x="5486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8" name="Shape 1736"/>
          <p:cNvSpPr/>
          <p:nvPr/>
        </p:nvSpPr>
        <p:spPr>
          <a:xfrm>
            <a:off x="6583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9" name="Shape 1737"/>
          <p:cNvSpPr/>
          <p:nvPr/>
        </p:nvSpPr>
        <p:spPr>
          <a:xfrm>
            <a:off x="7680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0" name="Shape 1738"/>
          <p:cNvSpPr/>
          <p:nvPr/>
        </p:nvSpPr>
        <p:spPr>
          <a:xfrm>
            <a:off x="8778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1" name="Shape 1739"/>
          <p:cNvSpPr/>
          <p:nvPr/>
        </p:nvSpPr>
        <p:spPr>
          <a:xfrm>
            <a:off x="9875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2" name="Shape 1740"/>
          <p:cNvSpPr/>
          <p:nvPr/>
        </p:nvSpPr>
        <p:spPr>
          <a:xfrm>
            <a:off x="10972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3" name="Shape 1741"/>
          <p:cNvSpPr/>
          <p:nvPr/>
        </p:nvSpPr>
        <p:spPr>
          <a:xfrm>
            <a:off x="12070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4" name="Shape 1742"/>
          <p:cNvSpPr/>
          <p:nvPr/>
        </p:nvSpPr>
        <p:spPr>
          <a:xfrm>
            <a:off x="13167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5" name="Shape 1743"/>
          <p:cNvSpPr/>
          <p:nvPr/>
        </p:nvSpPr>
        <p:spPr>
          <a:xfrm>
            <a:off x="14264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6" name="Shape 1744"/>
          <p:cNvSpPr/>
          <p:nvPr/>
        </p:nvSpPr>
        <p:spPr>
          <a:xfrm>
            <a:off x="15361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7" name="Shape 1745"/>
          <p:cNvSpPr/>
          <p:nvPr/>
        </p:nvSpPr>
        <p:spPr>
          <a:xfrm>
            <a:off x="16459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8" name="Shape 1746"/>
          <p:cNvSpPr/>
          <p:nvPr/>
        </p:nvSpPr>
        <p:spPr>
          <a:xfrm>
            <a:off x="17556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9" name="Shape 1747"/>
          <p:cNvSpPr/>
          <p:nvPr/>
        </p:nvSpPr>
        <p:spPr>
          <a:xfrm>
            <a:off x="18653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0" name="Shape 1748"/>
          <p:cNvSpPr/>
          <p:nvPr/>
        </p:nvSpPr>
        <p:spPr>
          <a:xfrm>
            <a:off x="19751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1" name="Shape 1749"/>
          <p:cNvSpPr/>
          <p:nvPr/>
        </p:nvSpPr>
        <p:spPr>
          <a:xfrm>
            <a:off x="20848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2" name="Shape 1750"/>
          <p:cNvSpPr/>
          <p:nvPr/>
        </p:nvSpPr>
        <p:spPr>
          <a:xfrm>
            <a:off x="21945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3" name="Shape 1751"/>
          <p:cNvSpPr/>
          <p:nvPr/>
        </p:nvSpPr>
        <p:spPr>
          <a:xfrm>
            <a:off x="23042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4" name="Shape 1752"/>
          <p:cNvSpPr/>
          <p:nvPr/>
        </p:nvSpPr>
        <p:spPr>
          <a:xfrm>
            <a:off x="24140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5" name="Shape 1753"/>
          <p:cNvSpPr/>
          <p:nvPr/>
        </p:nvSpPr>
        <p:spPr>
          <a:xfrm>
            <a:off x="25237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6" name="Shape 1754"/>
          <p:cNvSpPr/>
          <p:nvPr/>
        </p:nvSpPr>
        <p:spPr>
          <a:xfrm>
            <a:off x="26334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7" name="Shape 1755"/>
          <p:cNvSpPr/>
          <p:nvPr/>
        </p:nvSpPr>
        <p:spPr>
          <a:xfrm>
            <a:off x="27432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8" name="Shape 1756"/>
          <p:cNvSpPr/>
          <p:nvPr/>
        </p:nvSpPr>
        <p:spPr>
          <a:xfrm>
            <a:off x="28529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9" name="Shape 1757"/>
          <p:cNvSpPr/>
          <p:nvPr/>
        </p:nvSpPr>
        <p:spPr>
          <a:xfrm>
            <a:off x="29626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0" name="Shape 1758"/>
          <p:cNvSpPr/>
          <p:nvPr/>
        </p:nvSpPr>
        <p:spPr>
          <a:xfrm>
            <a:off x="30723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1" name="Shape 1759"/>
          <p:cNvSpPr/>
          <p:nvPr/>
        </p:nvSpPr>
        <p:spPr>
          <a:xfrm>
            <a:off x="31821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2" name="Shape 1760"/>
          <p:cNvSpPr/>
          <p:nvPr/>
        </p:nvSpPr>
        <p:spPr>
          <a:xfrm>
            <a:off x="32918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3" name="Shape 1761"/>
          <p:cNvSpPr/>
          <p:nvPr/>
        </p:nvSpPr>
        <p:spPr>
          <a:xfrm>
            <a:off x="34015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4" name="Shape 1762"/>
          <p:cNvSpPr/>
          <p:nvPr/>
        </p:nvSpPr>
        <p:spPr>
          <a:xfrm>
            <a:off x="35112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5" name="Shape 1763"/>
          <p:cNvSpPr/>
          <p:nvPr/>
        </p:nvSpPr>
        <p:spPr>
          <a:xfrm>
            <a:off x="36210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6" name="Shape 1764"/>
          <p:cNvSpPr/>
          <p:nvPr/>
        </p:nvSpPr>
        <p:spPr>
          <a:xfrm>
            <a:off x="37307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7" name="Shape 1765"/>
          <p:cNvSpPr/>
          <p:nvPr/>
        </p:nvSpPr>
        <p:spPr>
          <a:xfrm>
            <a:off x="38404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8" name="Shape 1766"/>
          <p:cNvSpPr/>
          <p:nvPr/>
        </p:nvSpPr>
        <p:spPr>
          <a:xfrm>
            <a:off x="39502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9" name="Shape 1767"/>
          <p:cNvSpPr/>
          <p:nvPr/>
        </p:nvSpPr>
        <p:spPr>
          <a:xfrm>
            <a:off x="40599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0" name="Shape 1768"/>
          <p:cNvSpPr/>
          <p:nvPr/>
        </p:nvSpPr>
        <p:spPr>
          <a:xfrm>
            <a:off x="41696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1" name="Shape 1769"/>
          <p:cNvSpPr/>
          <p:nvPr/>
        </p:nvSpPr>
        <p:spPr>
          <a:xfrm>
            <a:off x="42793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2" name="Shape 1770"/>
          <p:cNvSpPr/>
          <p:nvPr/>
        </p:nvSpPr>
        <p:spPr>
          <a:xfrm>
            <a:off x="43891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3" name="Shape 1771"/>
          <p:cNvSpPr/>
          <p:nvPr/>
        </p:nvSpPr>
        <p:spPr>
          <a:xfrm>
            <a:off x="44988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4" name="Shape 1772"/>
          <p:cNvSpPr/>
          <p:nvPr/>
        </p:nvSpPr>
        <p:spPr>
          <a:xfrm>
            <a:off x="46085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5" name="Shape 1773"/>
          <p:cNvSpPr/>
          <p:nvPr/>
        </p:nvSpPr>
        <p:spPr>
          <a:xfrm>
            <a:off x="47183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6" name="Shape 1774"/>
          <p:cNvSpPr/>
          <p:nvPr/>
        </p:nvSpPr>
        <p:spPr>
          <a:xfrm>
            <a:off x="48280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7" name="Shape 1775"/>
          <p:cNvSpPr/>
          <p:nvPr/>
        </p:nvSpPr>
        <p:spPr>
          <a:xfrm>
            <a:off x="49377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8" name="Shape 1776"/>
          <p:cNvSpPr/>
          <p:nvPr/>
        </p:nvSpPr>
        <p:spPr>
          <a:xfrm>
            <a:off x="50474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9" name="Shape 1777"/>
          <p:cNvSpPr/>
          <p:nvPr/>
        </p:nvSpPr>
        <p:spPr>
          <a:xfrm>
            <a:off x="51572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0" name="Shape 1778"/>
          <p:cNvSpPr/>
          <p:nvPr/>
        </p:nvSpPr>
        <p:spPr>
          <a:xfrm>
            <a:off x="52669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1" name="Shape 1779"/>
          <p:cNvSpPr/>
          <p:nvPr/>
        </p:nvSpPr>
        <p:spPr>
          <a:xfrm>
            <a:off x="53766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2" name="Shape 1780"/>
          <p:cNvSpPr/>
          <p:nvPr/>
        </p:nvSpPr>
        <p:spPr>
          <a:xfrm>
            <a:off x="54864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3" name="Shape 1781"/>
          <p:cNvSpPr/>
          <p:nvPr/>
        </p:nvSpPr>
        <p:spPr>
          <a:xfrm>
            <a:off x="55961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4" name="Shape 1782"/>
          <p:cNvSpPr/>
          <p:nvPr/>
        </p:nvSpPr>
        <p:spPr>
          <a:xfrm>
            <a:off x="57058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5" name="Shape 1783"/>
          <p:cNvSpPr/>
          <p:nvPr/>
        </p:nvSpPr>
        <p:spPr>
          <a:xfrm>
            <a:off x="58155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6" name="Shape 1784"/>
          <p:cNvSpPr/>
          <p:nvPr/>
        </p:nvSpPr>
        <p:spPr>
          <a:xfrm>
            <a:off x="59253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7" name="Shape 1785"/>
          <p:cNvSpPr/>
          <p:nvPr/>
        </p:nvSpPr>
        <p:spPr>
          <a:xfrm>
            <a:off x="60350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8" name="Shape 1786"/>
          <p:cNvSpPr/>
          <p:nvPr/>
        </p:nvSpPr>
        <p:spPr>
          <a:xfrm>
            <a:off x="61447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9" name="Shape 1787"/>
          <p:cNvSpPr/>
          <p:nvPr/>
        </p:nvSpPr>
        <p:spPr>
          <a:xfrm>
            <a:off x="62544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0" name="Shape 1788"/>
          <p:cNvSpPr/>
          <p:nvPr/>
        </p:nvSpPr>
        <p:spPr>
          <a:xfrm>
            <a:off x="63642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1" name="Shape 1789"/>
          <p:cNvSpPr/>
          <p:nvPr/>
        </p:nvSpPr>
        <p:spPr>
          <a:xfrm>
            <a:off x="64739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2" name="Shape 1790"/>
          <p:cNvSpPr/>
          <p:nvPr/>
        </p:nvSpPr>
        <p:spPr>
          <a:xfrm>
            <a:off x="65836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3" name="Shape 1791"/>
          <p:cNvSpPr/>
          <p:nvPr/>
        </p:nvSpPr>
        <p:spPr>
          <a:xfrm>
            <a:off x="66934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4" name="Shape 1792"/>
          <p:cNvSpPr/>
          <p:nvPr/>
        </p:nvSpPr>
        <p:spPr>
          <a:xfrm>
            <a:off x="68031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5" name="Shape 1793"/>
          <p:cNvSpPr/>
          <p:nvPr/>
        </p:nvSpPr>
        <p:spPr>
          <a:xfrm>
            <a:off x="69128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6" name="Shape 1794"/>
          <p:cNvSpPr/>
          <p:nvPr/>
        </p:nvSpPr>
        <p:spPr>
          <a:xfrm>
            <a:off x="70225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7" name="Shape 1795"/>
          <p:cNvSpPr/>
          <p:nvPr/>
        </p:nvSpPr>
        <p:spPr>
          <a:xfrm>
            <a:off x="71323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8" name="Shape 1796"/>
          <p:cNvSpPr/>
          <p:nvPr/>
        </p:nvSpPr>
        <p:spPr>
          <a:xfrm>
            <a:off x="72420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9" name="Shape 1797"/>
          <p:cNvSpPr/>
          <p:nvPr/>
        </p:nvSpPr>
        <p:spPr>
          <a:xfrm>
            <a:off x="73517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0" name="Shape 1798"/>
          <p:cNvSpPr/>
          <p:nvPr/>
        </p:nvSpPr>
        <p:spPr>
          <a:xfrm>
            <a:off x="74615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1" name="Shape 1799"/>
          <p:cNvSpPr/>
          <p:nvPr/>
        </p:nvSpPr>
        <p:spPr>
          <a:xfrm>
            <a:off x="75712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2" name="Shape 1800"/>
          <p:cNvSpPr/>
          <p:nvPr/>
        </p:nvSpPr>
        <p:spPr>
          <a:xfrm>
            <a:off x="76809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3" name="Shape 1801"/>
          <p:cNvSpPr/>
          <p:nvPr/>
        </p:nvSpPr>
        <p:spPr>
          <a:xfrm>
            <a:off x="77906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4" name="Shape 1802"/>
          <p:cNvSpPr/>
          <p:nvPr/>
        </p:nvSpPr>
        <p:spPr>
          <a:xfrm>
            <a:off x="79004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5" name="Shape 1803"/>
          <p:cNvSpPr/>
          <p:nvPr/>
        </p:nvSpPr>
        <p:spPr>
          <a:xfrm>
            <a:off x="80101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6" name="Shape 1804"/>
          <p:cNvSpPr/>
          <p:nvPr/>
        </p:nvSpPr>
        <p:spPr>
          <a:xfrm>
            <a:off x="81198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7" name="Shape 1805"/>
          <p:cNvSpPr/>
          <p:nvPr/>
        </p:nvSpPr>
        <p:spPr>
          <a:xfrm>
            <a:off x="82296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8" name="Shape 1806"/>
          <p:cNvSpPr/>
          <p:nvPr/>
        </p:nvSpPr>
        <p:spPr>
          <a:xfrm>
            <a:off x="83393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9" name="Shape 1807"/>
          <p:cNvSpPr/>
          <p:nvPr/>
        </p:nvSpPr>
        <p:spPr>
          <a:xfrm>
            <a:off x="84490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0" name="Shape 1808"/>
          <p:cNvSpPr/>
          <p:nvPr/>
        </p:nvSpPr>
        <p:spPr>
          <a:xfrm>
            <a:off x="85587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1" name="Shape 1809"/>
          <p:cNvSpPr/>
          <p:nvPr/>
        </p:nvSpPr>
        <p:spPr>
          <a:xfrm>
            <a:off x="86685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2" name="Shape 1810"/>
          <p:cNvSpPr/>
          <p:nvPr/>
        </p:nvSpPr>
        <p:spPr>
          <a:xfrm>
            <a:off x="87782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3" name="Shape 1811"/>
          <p:cNvSpPr/>
          <p:nvPr/>
        </p:nvSpPr>
        <p:spPr>
          <a:xfrm>
            <a:off x="88879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4" name="Shape 1812"/>
          <p:cNvSpPr/>
          <p:nvPr/>
        </p:nvSpPr>
        <p:spPr>
          <a:xfrm>
            <a:off x="89976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5" name="Shape 1813"/>
          <p:cNvSpPr/>
          <p:nvPr/>
        </p:nvSpPr>
        <p:spPr>
          <a:xfrm>
            <a:off x="910742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6" name="Shape 1814"/>
          <p:cNvSpPr/>
          <p:nvPr/>
        </p:nvSpPr>
        <p:spPr>
          <a:xfrm>
            <a:off x="921715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7" name="Shape 1815"/>
          <p:cNvSpPr/>
          <p:nvPr/>
        </p:nvSpPr>
        <p:spPr>
          <a:xfrm>
            <a:off x="932688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8" name="Shape 1816"/>
          <p:cNvSpPr/>
          <p:nvPr/>
        </p:nvSpPr>
        <p:spPr>
          <a:xfrm>
            <a:off x="943660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9" name="Shape 1817"/>
          <p:cNvSpPr/>
          <p:nvPr/>
        </p:nvSpPr>
        <p:spPr>
          <a:xfrm>
            <a:off x="954633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0" name="Shape 1818"/>
          <p:cNvSpPr/>
          <p:nvPr/>
        </p:nvSpPr>
        <p:spPr>
          <a:xfrm>
            <a:off x="965606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1" name="Shape 1819"/>
          <p:cNvSpPr/>
          <p:nvPr/>
        </p:nvSpPr>
        <p:spPr>
          <a:xfrm>
            <a:off x="976579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2" name="Shape 1820"/>
          <p:cNvSpPr/>
          <p:nvPr/>
        </p:nvSpPr>
        <p:spPr>
          <a:xfrm>
            <a:off x="987552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3" name="Shape 1821"/>
          <p:cNvSpPr/>
          <p:nvPr/>
        </p:nvSpPr>
        <p:spPr>
          <a:xfrm>
            <a:off x="998524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4" name="Shape 1822"/>
          <p:cNvSpPr/>
          <p:nvPr/>
        </p:nvSpPr>
        <p:spPr>
          <a:xfrm>
            <a:off x="1009497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5" name="Shape 1823"/>
          <p:cNvSpPr/>
          <p:nvPr/>
        </p:nvSpPr>
        <p:spPr>
          <a:xfrm>
            <a:off x="1020470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6" name="Shape 1824"/>
          <p:cNvSpPr/>
          <p:nvPr/>
        </p:nvSpPr>
        <p:spPr>
          <a:xfrm>
            <a:off x="1031443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7" name="Shape 1825"/>
          <p:cNvSpPr/>
          <p:nvPr/>
        </p:nvSpPr>
        <p:spPr>
          <a:xfrm>
            <a:off x="1042416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8" name="Shape 1826"/>
          <p:cNvSpPr/>
          <p:nvPr/>
        </p:nvSpPr>
        <p:spPr>
          <a:xfrm>
            <a:off x="1053388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9" name="Shape 1827"/>
          <p:cNvSpPr/>
          <p:nvPr/>
        </p:nvSpPr>
        <p:spPr>
          <a:xfrm>
            <a:off x="1064361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0" name="Shape 1828"/>
          <p:cNvSpPr/>
          <p:nvPr/>
        </p:nvSpPr>
        <p:spPr>
          <a:xfrm>
            <a:off x="1075334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1" name="Shape 1829"/>
          <p:cNvSpPr/>
          <p:nvPr/>
        </p:nvSpPr>
        <p:spPr>
          <a:xfrm>
            <a:off x="1086307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2" name="Shape 1830"/>
          <p:cNvSpPr/>
          <p:nvPr/>
        </p:nvSpPr>
        <p:spPr>
          <a:xfrm>
            <a:off x="1097280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3" name="Shape 1831"/>
          <p:cNvSpPr/>
          <p:nvPr/>
        </p:nvSpPr>
        <p:spPr>
          <a:xfrm>
            <a:off x="1108252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4" name="Shape 1832"/>
          <p:cNvSpPr/>
          <p:nvPr/>
        </p:nvSpPr>
        <p:spPr>
          <a:xfrm>
            <a:off x="1119225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5" name="Shape 1833"/>
          <p:cNvSpPr/>
          <p:nvPr/>
        </p:nvSpPr>
        <p:spPr>
          <a:xfrm>
            <a:off x="11301984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6" name="Shape 1834"/>
          <p:cNvSpPr/>
          <p:nvPr/>
        </p:nvSpPr>
        <p:spPr>
          <a:xfrm>
            <a:off x="11411712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7" name="Shape 1835"/>
          <p:cNvSpPr/>
          <p:nvPr/>
        </p:nvSpPr>
        <p:spPr>
          <a:xfrm>
            <a:off x="11521440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8" name="Shape 1836"/>
          <p:cNvSpPr/>
          <p:nvPr/>
        </p:nvSpPr>
        <p:spPr>
          <a:xfrm>
            <a:off x="11631168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9" name="Shape 1837"/>
          <p:cNvSpPr/>
          <p:nvPr/>
        </p:nvSpPr>
        <p:spPr>
          <a:xfrm>
            <a:off x="11740896" y="31272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0" name="Shape 1838"/>
          <p:cNvSpPr/>
          <p:nvPr/>
        </p:nvSpPr>
        <p:spPr>
          <a:xfrm>
            <a:off x="548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1" name="Shape 1839"/>
          <p:cNvSpPr/>
          <p:nvPr/>
        </p:nvSpPr>
        <p:spPr>
          <a:xfrm>
            <a:off x="1645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2" name="Shape 1840"/>
          <p:cNvSpPr/>
          <p:nvPr/>
        </p:nvSpPr>
        <p:spPr>
          <a:xfrm>
            <a:off x="2743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3" name="Shape 1841"/>
          <p:cNvSpPr/>
          <p:nvPr/>
        </p:nvSpPr>
        <p:spPr>
          <a:xfrm>
            <a:off x="3840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4" name="Shape 1842"/>
          <p:cNvSpPr/>
          <p:nvPr/>
        </p:nvSpPr>
        <p:spPr>
          <a:xfrm>
            <a:off x="4937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5" name="Shape 1843"/>
          <p:cNvSpPr/>
          <p:nvPr/>
        </p:nvSpPr>
        <p:spPr>
          <a:xfrm>
            <a:off x="6035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6" name="Shape 1844"/>
          <p:cNvSpPr/>
          <p:nvPr/>
        </p:nvSpPr>
        <p:spPr>
          <a:xfrm>
            <a:off x="7132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7" name="Shape 1845"/>
          <p:cNvSpPr/>
          <p:nvPr/>
        </p:nvSpPr>
        <p:spPr>
          <a:xfrm>
            <a:off x="8229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8" name="Shape 1846"/>
          <p:cNvSpPr/>
          <p:nvPr/>
        </p:nvSpPr>
        <p:spPr>
          <a:xfrm>
            <a:off x="9326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9" name="Shape 1847"/>
          <p:cNvSpPr/>
          <p:nvPr/>
        </p:nvSpPr>
        <p:spPr>
          <a:xfrm>
            <a:off x="10424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0" name="Shape 1848"/>
          <p:cNvSpPr/>
          <p:nvPr/>
        </p:nvSpPr>
        <p:spPr>
          <a:xfrm>
            <a:off x="11521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1" name="Shape 1849"/>
          <p:cNvSpPr/>
          <p:nvPr/>
        </p:nvSpPr>
        <p:spPr>
          <a:xfrm>
            <a:off x="12618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2" name="Shape 1850"/>
          <p:cNvSpPr/>
          <p:nvPr/>
        </p:nvSpPr>
        <p:spPr>
          <a:xfrm>
            <a:off x="13716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3" name="Shape 1851"/>
          <p:cNvSpPr/>
          <p:nvPr/>
        </p:nvSpPr>
        <p:spPr>
          <a:xfrm>
            <a:off x="14813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4" name="Shape 1852"/>
          <p:cNvSpPr/>
          <p:nvPr/>
        </p:nvSpPr>
        <p:spPr>
          <a:xfrm>
            <a:off x="15910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5" name="Shape 1853"/>
          <p:cNvSpPr/>
          <p:nvPr/>
        </p:nvSpPr>
        <p:spPr>
          <a:xfrm>
            <a:off x="17007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6" name="Shape 1854"/>
          <p:cNvSpPr/>
          <p:nvPr/>
        </p:nvSpPr>
        <p:spPr>
          <a:xfrm>
            <a:off x="18105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7" name="Shape 1855"/>
          <p:cNvSpPr/>
          <p:nvPr/>
        </p:nvSpPr>
        <p:spPr>
          <a:xfrm>
            <a:off x="19202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8" name="Shape 1856"/>
          <p:cNvSpPr/>
          <p:nvPr/>
        </p:nvSpPr>
        <p:spPr>
          <a:xfrm>
            <a:off x="20299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9" name="Shape 1857"/>
          <p:cNvSpPr/>
          <p:nvPr/>
        </p:nvSpPr>
        <p:spPr>
          <a:xfrm>
            <a:off x="21396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0" name="Shape 1858"/>
          <p:cNvSpPr/>
          <p:nvPr/>
        </p:nvSpPr>
        <p:spPr>
          <a:xfrm>
            <a:off x="22494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1" name="Shape 1859"/>
          <p:cNvSpPr/>
          <p:nvPr/>
        </p:nvSpPr>
        <p:spPr>
          <a:xfrm>
            <a:off x="23591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2" name="Shape 1860"/>
          <p:cNvSpPr/>
          <p:nvPr/>
        </p:nvSpPr>
        <p:spPr>
          <a:xfrm>
            <a:off x="24688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3" name="Shape 1861"/>
          <p:cNvSpPr/>
          <p:nvPr/>
        </p:nvSpPr>
        <p:spPr>
          <a:xfrm>
            <a:off x="25786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4" name="Shape 1862"/>
          <p:cNvSpPr/>
          <p:nvPr/>
        </p:nvSpPr>
        <p:spPr>
          <a:xfrm>
            <a:off x="26883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5" name="Shape 1863"/>
          <p:cNvSpPr/>
          <p:nvPr/>
        </p:nvSpPr>
        <p:spPr>
          <a:xfrm>
            <a:off x="27980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6" name="Shape 1864"/>
          <p:cNvSpPr/>
          <p:nvPr/>
        </p:nvSpPr>
        <p:spPr>
          <a:xfrm>
            <a:off x="29077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7" name="Shape 1865"/>
          <p:cNvSpPr/>
          <p:nvPr/>
        </p:nvSpPr>
        <p:spPr>
          <a:xfrm>
            <a:off x="30175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8" name="Shape 1866"/>
          <p:cNvSpPr/>
          <p:nvPr/>
        </p:nvSpPr>
        <p:spPr>
          <a:xfrm>
            <a:off x="31272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9" name="Shape 1867"/>
          <p:cNvSpPr/>
          <p:nvPr/>
        </p:nvSpPr>
        <p:spPr>
          <a:xfrm>
            <a:off x="32369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0" name="Shape 1868"/>
          <p:cNvSpPr/>
          <p:nvPr/>
        </p:nvSpPr>
        <p:spPr>
          <a:xfrm>
            <a:off x="33467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1" name="Shape 1869"/>
          <p:cNvSpPr/>
          <p:nvPr/>
        </p:nvSpPr>
        <p:spPr>
          <a:xfrm>
            <a:off x="34564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2" name="Shape 1870"/>
          <p:cNvSpPr/>
          <p:nvPr/>
        </p:nvSpPr>
        <p:spPr>
          <a:xfrm>
            <a:off x="35661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3" name="Shape 1871"/>
          <p:cNvSpPr/>
          <p:nvPr/>
        </p:nvSpPr>
        <p:spPr>
          <a:xfrm>
            <a:off x="36758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4" name="Shape 1872"/>
          <p:cNvSpPr/>
          <p:nvPr/>
        </p:nvSpPr>
        <p:spPr>
          <a:xfrm>
            <a:off x="37856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5" name="Shape 1873"/>
          <p:cNvSpPr/>
          <p:nvPr/>
        </p:nvSpPr>
        <p:spPr>
          <a:xfrm>
            <a:off x="38953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6" name="Shape 1874"/>
          <p:cNvSpPr/>
          <p:nvPr/>
        </p:nvSpPr>
        <p:spPr>
          <a:xfrm>
            <a:off x="40050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7" name="Shape 1875"/>
          <p:cNvSpPr/>
          <p:nvPr/>
        </p:nvSpPr>
        <p:spPr>
          <a:xfrm>
            <a:off x="41148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8" name="Shape 1876"/>
          <p:cNvSpPr/>
          <p:nvPr/>
        </p:nvSpPr>
        <p:spPr>
          <a:xfrm>
            <a:off x="42245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9" name="Shape 1877"/>
          <p:cNvSpPr/>
          <p:nvPr/>
        </p:nvSpPr>
        <p:spPr>
          <a:xfrm>
            <a:off x="43342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0" name="Shape 1878"/>
          <p:cNvSpPr/>
          <p:nvPr/>
        </p:nvSpPr>
        <p:spPr>
          <a:xfrm>
            <a:off x="44439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1" name="Shape 1879"/>
          <p:cNvSpPr/>
          <p:nvPr/>
        </p:nvSpPr>
        <p:spPr>
          <a:xfrm>
            <a:off x="45537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2" name="Shape 1880"/>
          <p:cNvSpPr/>
          <p:nvPr/>
        </p:nvSpPr>
        <p:spPr>
          <a:xfrm>
            <a:off x="46634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3" name="Shape 1881"/>
          <p:cNvSpPr/>
          <p:nvPr/>
        </p:nvSpPr>
        <p:spPr>
          <a:xfrm>
            <a:off x="47731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4" name="Shape 1882"/>
          <p:cNvSpPr/>
          <p:nvPr/>
        </p:nvSpPr>
        <p:spPr>
          <a:xfrm>
            <a:off x="48828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5" name="Shape 1883"/>
          <p:cNvSpPr/>
          <p:nvPr/>
        </p:nvSpPr>
        <p:spPr>
          <a:xfrm>
            <a:off x="49926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6" name="Shape 1884"/>
          <p:cNvSpPr/>
          <p:nvPr/>
        </p:nvSpPr>
        <p:spPr>
          <a:xfrm>
            <a:off x="51023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7" name="Shape 1885"/>
          <p:cNvSpPr/>
          <p:nvPr/>
        </p:nvSpPr>
        <p:spPr>
          <a:xfrm>
            <a:off x="52120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8" name="Shape 1886"/>
          <p:cNvSpPr/>
          <p:nvPr/>
        </p:nvSpPr>
        <p:spPr>
          <a:xfrm>
            <a:off x="53218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9" name="Shape 1887"/>
          <p:cNvSpPr/>
          <p:nvPr/>
        </p:nvSpPr>
        <p:spPr>
          <a:xfrm>
            <a:off x="54315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0" name="Shape 1888"/>
          <p:cNvSpPr/>
          <p:nvPr/>
        </p:nvSpPr>
        <p:spPr>
          <a:xfrm>
            <a:off x="55412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1" name="Shape 1889"/>
          <p:cNvSpPr/>
          <p:nvPr/>
        </p:nvSpPr>
        <p:spPr>
          <a:xfrm>
            <a:off x="56509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2" name="Shape 1890"/>
          <p:cNvSpPr/>
          <p:nvPr/>
        </p:nvSpPr>
        <p:spPr>
          <a:xfrm>
            <a:off x="57607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3" name="Shape 1891"/>
          <p:cNvSpPr/>
          <p:nvPr/>
        </p:nvSpPr>
        <p:spPr>
          <a:xfrm>
            <a:off x="58704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4" name="Shape 1892"/>
          <p:cNvSpPr/>
          <p:nvPr/>
        </p:nvSpPr>
        <p:spPr>
          <a:xfrm>
            <a:off x="59801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5" name="Shape 1893"/>
          <p:cNvSpPr/>
          <p:nvPr/>
        </p:nvSpPr>
        <p:spPr>
          <a:xfrm>
            <a:off x="60899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6" name="Shape 1894"/>
          <p:cNvSpPr/>
          <p:nvPr/>
        </p:nvSpPr>
        <p:spPr>
          <a:xfrm>
            <a:off x="61996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7" name="Shape 1895"/>
          <p:cNvSpPr/>
          <p:nvPr/>
        </p:nvSpPr>
        <p:spPr>
          <a:xfrm>
            <a:off x="63093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8" name="Shape 1896"/>
          <p:cNvSpPr/>
          <p:nvPr/>
        </p:nvSpPr>
        <p:spPr>
          <a:xfrm>
            <a:off x="64190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9" name="Shape 1897"/>
          <p:cNvSpPr/>
          <p:nvPr/>
        </p:nvSpPr>
        <p:spPr>
          <a:xfrm>
            <a:off x="65288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0" name="Shape 1898"/>
          <p:cNvSpPr/>
          <p:nvPr/>
        </p:nvSpPr>
        <p:spPr>
          <a:xfrm>
            <a:off x="66385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1" name="Shape 1899"/>
          <p:cNvSpPr/>
          <p:nvPr/>
        </p:nvSpPr>
        <p:spPr>
          <a:xfrm>
            <a:off x="67482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2" name="Shape 1900"/>
          <p:cNvSpPr/>
          <p:nvPr/>
        </p:nvSpPr>
        <p:spPr>
          <a:xfrm>
            <a:off x="68580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3" name="Shape 1901"/>
          <p:cNvSpPr/>
          <p:nvPr/>
        </p:nvSpPr>
        <p:spPr>
          <a:xfrm>
            <a:off x="69677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4" name="Shape 1902"/>
          <p:cNvSpPr/>
          <p:nvPr/>
        </p:nvSpPr>
        <p:spPr>
          <a:xfrm>
            <a:off x="70774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5" name="Shape 1903"/>
          <p:cNvSpPr/>
          <p:nvPr/>
        </p:nvSpPr>
        <p:spPr>
          <a:xfrm>
            <a:off x="71871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6" name="Shape 1904"/>
          <p:cNvSpPr/>
          <p:nvPr/>
        </p:nvSpPr>
        <p:spPr>
          <a:xfrm>
            <a:off x="72969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7" name="Shape 1905"/>
          <p:cNvSpPr/>
          <p:nvPr/>
        </p:nvSpPr>
        <p:spPr>
          <a:xfrm>
            <a:off x="74066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8" name="Shape 1906"/>
          <p:cNvSpPr/>
          <p:nvPr/>
        </p:nvSpPr>
        <p:spPr>
          <a:xfrm>
            <a:off x="75163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9" name="Shape 1907"/>
          <p:cNvSpPr/>
          <p:nvPr/>
        </p:nvSpPr>
        <p:spPr>
          <a:xfrm>
            <a:off x="76260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0" name="Shape 1908"/>
          <p:cNvSpPr/>
          <p:nvPr/>
        </p:nvSpPr>
        <p:spPr>
          <a:xfrm>
            <a:off x="77358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1" name="Shape 1909"/>
          <p:cNvSpPr/>
          <p:nvPr/>
        </p:nvSpPr>
        <p:spPr>
          <a:xfrm>
            <a:off x="78455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2" name="Shape 1910"/>
          <p:cNvSpPr/>
          <p:nvPr/>
        </p:nvSpPr>
        <p:spPr>
          <a:xfrm>
            <a:off x="79552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3" name="Shape 1911"/>
          <p:cNvSpPr/>
          <p:nvPr/>
        </p:nvSpPr>
        <p:spPr>
          <a:xfrm>
            <a:off x="80650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4" name="Shape 1912"/>
          <p:cNvSpPr/>
          <p:nvPr/>
        </p:nvSpPr>
        <p:spPr>
          <a:xfrm>
            <a:off x="81747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5" name="Shape 1913"/>
          <p:cNvSpPr/>
          <p:nvPr/>
        </p:nvSpPr>
        <p:spPr>
          <a:xfrm>
            <a:off x="82844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6" name="Shape 1914"/>
          <p:cNvSpPr/>
          <p:nvPr/>
        </p:nvSpPr>
        <p:spPr>
          <a:xfrm>
            <a:off x="83941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7" name="Shape 1915"/>
          <p:cNvSpPr/>
          <p:nvPr/>
        </p:nvSpPr>
        <p:spPr>
          <a:xfrm>
            <a:off x="85039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8" name="Shape 1916"/>
          <p:cNvSpPr/>
          <p:nvPr/>
        </p:nvSpPr>
        <p:spPr>
          <a:xfrm>
            <a:off x="86136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9" name="Shape 1917"/>
          <p:cNvSpPr/>
          <p:nvPr/>
        </p:nvSpPr>
        <p:spPr>
          <a:xfrm>
            <a:off x="87233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0" name="Shape 1918"/>
          <p:cNvSpPr/>
          <p:nvPr/>
        </p:nvSpPr>
        <p:spPr>
          <a:xfrm>
            <a:off x="88331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1" name="Shape 1919"/>
          <p:cNvSpPr/>
          <p:nvPr/>
        </p:nvSpPr>
        <p:spPr>
          <a:xfrm>
            <a:off x="89428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2" name="Shape 1920"/>
          <p:cNvSpPr/>
          <p:nvPr/>
        </p:nvSpPr>
        <p:spPr>
          <a:xfrm>
            <a:off x="90525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3" name="Shape 1921"/>
          <p:cNvSpPr/>
          <p:nvPr/>
        </p:nvSpPr>
        <p:spPr>
          <a:xfrm>
            <a:off x="916228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4" name="Shape 1922"/>
          <p:cNvSpPr/>
          <p:nvPr/>
        </p:nvSpPr>
        <p:spPr>
          <a:xfrm>
            <a:off x="927201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5" name="Shape 1923"/>
          <p:cNvSpPr/>
          <p:nvPr/>
        </p:nvSpPr>
        <p:spPr>
          <a:xfrm>
            <a:off x="938174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6" name="Shape 1924"/>
          <p:cNvSpPr/>
          <p:nvPr/>
        </p:nvSpPr>
        <p:spPr>
          <a:xfrm>
            <a:off x="949147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7" name="Shape 1925"/>
          <p:cNvSpPr/>
          <p:nvPr/>
        </p:nvSpPr>
        <p:spPr>
          <a:xfrm>
            <a:off x="960120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8" name="Shape 1926"/>
          <p:cNvSpPr/>
          <p:nvPr/>
        </p:nvSpPr>
        <p:spPr>
          <a:xfrm>
            <a:off x="971092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9" name="Shape 1927"/>
          <p:cNvSpPr/>
          <p:nvPr/>
        </p:nvSpPr>
        <p:spPr>
          <a:xfrm>
            <a:off x="982065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0" name="Shape 1928"/>
          <p:cNvSpPr/>
          <p:nvPr/>
        </p:nvSpPr>
        <p:spPr>
          <a:xfrm>
            <a:off x="993038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1" name="Shape 1929"/>
          <p:cNvSpPr/>
          <p:nvPr/>
        </p:nvSpPr>
        <p:spPr>
          <a:xfrm>
            <a:off x="1004011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2" name="Shape 1930"/>
          <p:cNvSpPr/>
          <p:nvPr/>
        </p:nvSpPr>
        <p:spPr>
          <a:xfrm>
            <a:off x="1014984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3" name="Shape 1931"/>
          <p:cNvSpPr/>
          <p:nvPr/>
        </p:nvSpPr>
        <p:spPr>
          <a:xfrm>
            <a:off x="1025956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4" name="Shape 1932"/>
          <p:cNvSpPr/>
          <p:nvPr/>
        </p:nvSpPr>
        <p:spPr>
          <a:xfrm>
            <a:off x="1036929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5" name="Shape 1933"/>
          <p:cNvSpPr/>
          <p:nvPr/>
        </p:nvSpPr>
        <p:spPr>
          <a:xfrm>
            <a:off x="1047902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6" name="Shape 1934"/>
          <p:cNvSpPr/>
          <p:nvPr/>
        </p:nvSpPr>
        <p:spPr>
          <a:xfrm>
            <a:off x="1058875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7" name="Shape 1935"/>
          <p:cNvSpPr/>
          <p:nvPr/>
        </p:nvSpPr>
        <p:spPr>
          <a:xfrm>
            <a:off x="1069848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8" name="Shape 1936"/>
          <p:cNvSpPr/>
          <p:nvPr/>
        </p:nvSpPr>
        <p:spPr>
          <a:xfrm>
            <a:off x="1080820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9" name="Shape 1937"/>
          <p:cNvSpPr/>
          <p:nvPr/>
        </p:nvSpPr>
        <p:spPr>
          <a:xfrm>
            <a:off x="1091793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0" name="Shape 1938"/>
          <p:cNvSpPr/>
          <p:nvPr/>
        </p:nvSpPr>
        <p:spPr>
          <a:xfrm>
            <a:off x="1102766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1" name="Shape 1939"/>
          <p:cNvSpPr/>
          <p:nvPr/>
        </p:nvSpPr>
        <p:spPr>
          <a:xfrm>
            <a:off x="1113739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2" name="Shape 1940"/>
          <p:cNvSpPr/>
          <p:nvPr/>
        </p:nvSpPr>
        <p:spPr>
          <a:xfrm>
            <a:off x="1124712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3" name="Shape 1941"/>
          <p:cNvSpPr/>
          <p:nvPr/>
        </p:nvSpPr>
        <p:spPr>
          <a:xfrm>
            <a:off x="11356848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4" name="Shape 1942"/>
          <p:cNvSpPr/>
          <p:nvPr/>
        </p:nvSpPr>
        <p:spPr>
          <a:xfrm>
            <a:off x="11466576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5" name="Shape 1943"/>
          <p:cNvSpPr/>
          <p:nvPr/>
        </p:nvSpPr>
        <p:spPr>
          <a:xfrm>
            <a:off x="11576304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6" name="Shape 1944"/>
          <p:cNvSpPr/>
          <p:nvPr/>
        </p:nvSpPr>
        <p:spPr>
          <a:xfrm>
            <a:off x="11686032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7" name="Shape 1945"/>
          <p:cNvSpPr/>
          <p:nvPr/>
        </p:nvSpPr>
        <p:spPr>
          <a:xfrm>
            <a:off x="11795760" y="32369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8" name="Shape 1946"/>
          <p:cNvSpPr/>
          <p:nvPr/>
        </p:nvSpPr>
        <p:spPr>
          <a:xfrm>
            <a:off x="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9" name="Shape 1947"/>
          <p:cNvSpPr/>
          <p:nvPr/>
        </p:nvSpPr>
        <p:spPr>
          <a:xfrm>
            <a:off x="1097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0" name="Shape 1948"/>
          <p:cNvSpPr/>
          <p:nvPr/>
        </p:nvSpPr>
        <p:spPr>
          <a:xfrm>
            <a:off x="2194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1" name="Shape 1949"/>
          <p:cNvSpPr/>
          <p:nvPr/>
        </p:nvSpPr>
        <p:spPr>
          <a:xfrm>
            <a:off x="3291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2" name="Shape 1950"/>
          <p:cNvSpPr/>
          <p:nvPr/>
        </p:nvSpPr>
        <p:spPr>
          <a:xfrm>
            <a:off x="4389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3" name="Shape 1951"/>
          <p:cNvSpPr/>
          <p:nvPr/>
        </p:nvSpPr>
        <p:spPr>
          <a:xfrm>
            <a:off x="5486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4" name="Shape 1952"/>
          <p:cNvSpPr/>
          <p:nvPr/>
        </p:nvSpPr>
        <p:spPr>
          <a:xfrm>
            <a:off x="6583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5" name="Shape 1953"/>
          <p:cNvSpPr/>
          <p:nvPr/>
        </p:nvSpPr>
        <p:spPr>
          <a:xfrm>
            <a:off x="7680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6" name="Shape 1954"/>
          <p:cNvSpPr/>
          <p:nvPr/>
        </p:nvSpPr>
        <p:spPr>
          <a:xfrm>
            <a:off x="8778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7" name="Shape 1955"/>
          <p:cNvSpPr/>
          <p:nvPr/>
        </p:nvSpPr>
        <p:spPr>
          <a:xfrm>
            <a:off x="9875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8" name="Shape 1956"/>
          <p:cNvSpPr/>
          <p:nvPr/>
        </p:nvSpPr>
        <p:spPr>
          <a:xfrm>
            <a:off x="10972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9" name="Shape 1957"/>
          <p:cNvSpPr/>
          <p:nvPr/>
        </p:nvSpPr>
        <p:spPr>
          <a:xfrm>
            <a:off x="12070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0" name="Shape 1958"/>
          <p:cNvSpPr/>
          <p:nvPr/>
        </p:nvSpPr>
        <p:spPr>
          <a:xfrm>
            <a:off x="13167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1" name="Shape 1959"/>
          <p:cNvSpPr/>
          <p:nvPr/>
        </p:nvSpPr>
        <p:spPr>
          <a:xfrm>
            <a:off x="14264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2" name="Shape 1960"/>
          <p:cNvSpPr/>
          <p:nvPr/>
        </p:nvSpPr>
        <p:spPr>
          <a:xfrm>
            <a:off x="15361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3" name="Shape 1961"/>
          <p:cNvSpPr/>
          <p:nvPr/>
        </p:nvSpPr>
        <p:spPr>
          <a:xfrm>
            <a:off x="16459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4" name="Shape 1962"/>
          <p:cNvSpPr/>
          <p:nvPr/>
        </p:nvSpPr>
        <p:spPr>
          <a:xfrm>
            <a:off x="17556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5" name="Shape 1963"/>
          <p:cNvSpPr/>
          <p:nvPr/>
        </p:nvSpPr>
        <p:spPr>
          <a:xfrm>
            <a:off x="18653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6" name="Shape 1964"/>
          <p:cNvSpPr/>
          <p:nvPr/>
        </p:nvSpPr>
        <p:spPr>
          <a:xfrm>
            <a:off x="19751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7" name="Shape 1965"/>
          <p:cNvSpPr/>
          <p:nvPr/>
        </p:nvSpPr>
        <p:spPr>
          <a:xfrm>
            <a:off x="20848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8" name="Shape 1966"/>
          <p:cNvSpPr/>
          <p:nvPr/>
        </p:nvSpPr>
        <p:spPr>
          <a:xfrm>
            <a:off x="21945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9" name="Shape 1967"/>
          <p:cNvSpPr/>
          <p:nvPr/>
        </p:nvSpPr>
        <p:spPr>
          <a:xfrm>
            <a:off x="23042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0" name="Shape 1968"/>
          <p:cNvSpPr/>
          <p:nvPr/>
        </p:nvSpPr>
        <p:spPr>
          <a:xfrm>
            <a:off x="24140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1" name="Shape 1969"/>
          <p:cNvSpPr/>
          <p:nvPr/>
        </p:nvSpPr>
        <p:spPr>
          <a:xfrm>
            <a:off x="25237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2" name="Shape 1970"/>
          <p:cNvSpPr/>
          <p:nvPr/>
        </p:nvSpPr>
        <p:spPr>
          <a:xfrm>
            <a:off x="26334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3" name="Shape 1971"/>
          <p:cNvSpPr/>
          <p:nvPr/>
        </p:nvSpPr>
        <p:spPr>
          <a:xfrm>
            <a:off x="27432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4" name="Shape 1972"/>
          <p:cNvSpPr/>
          <p:nvPr/>
        </p:nvSpPr>
        <p:spPr>
          <a:xfrm>
            <a:off x="28529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5" name="Shape 1973"/>
          <p:cNvSpPr/>
          <p:nvPr/>
        </p:nvSpPr>
        <p:spPr>
          <a:xfrm>
            <a:off x="29626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6" name="Shape 1974"/>
          <p:cNvSpPr/>
          <p:nvPr/>
        </p:nvSpPr>
        <p:spPr>
          <a:xfrm>
            <a:off x="30723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7" name="Shape 1975"/>
          <p:cNvSpPr/>
          <p:nvPr/>
        </p:nvSpPr>
        <p:spPr>
          <a:xfrm>
            <a:off x="31821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8" name="Shape 1976"/>
          <p:cNvSpPr/>
          <p:nvPr/>
        </p:nvSpPr>
        <p:spPr>
          <a:xfrm>
            <a:off x="32918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9" name="Shape 1977"/>
          <p:cNvSpPr/>
          <p:nvPr/>
        </p:nvSpPr>
        <p:spPr>
          <a:xfrm>
            <a:off x="34015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0" name="Shape 1978"/>
          <p:cNvSpPr/>
          <p:nvPr/>
        </p:nvSpPr>
        <p:spPr>
          <a:xfrm>
            <a:off x="35112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1" name="Shape 1979"/>
          <p:cNvSpPr/>
          <p:nvPr/>
        </p:nvSpPr>
        <p:spPr>
          <a:xfrm>
            <a:off x="36210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2" name="Shape 1980"/>
          <p:cNvSpPr/>
          <p:nvPr/>
        </p:nvSpPr>
        <p:spPr>
          <a:xfrm>
            <a:off x="37307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3" name="Shape 1981"/>
          <p:cNvSpPr/>
          <p:nvPr/>
        </p:nvSpPr>
        <p:spPr>
          <a:xfrm>
            <a:off x="38404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4" name="Shape 1982"/>
          <p:cNvSpPr/>
          <p:nvPr/>
        </p:nvSpPr>
        <p:spPr>
          <a:xfrm>
            <a:off x="39502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5" name="Shape 1983"/>
          <p:cNvSpPr/>
          <p:nvPr/>
        </p:nvSpPr>
        <p:spPr>
          <a:xfrm>
            <a:off x="40599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6" name="Shape 1984"/>
          <p:cNvSpPr/>
          <p:nvPr/>
        </p:nvSpPr>
        <p:spPr>
          <a:xfrm>
            <a:off x="41696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7" name="Shape 1985"/>
          <p:cNvSpPr/>
          <p:nvPr/>
        </p:nvSpPr>
        <p:spPr>
          <a:xfrm>
            <a:off x="42793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8" name="Shape 1986"/>
          <p:cNvSpPr/>
          <p:nvPr/>
        </p:nvSpPr>
        <p:spPr>
          <a:xfrm>
            <a:off x="43891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9" name="Shape 1987"/>
          <p:cNvSpPr/>
          <p:nvPr/>
        </p:nvSpPr>
        <p:spPr>
          <a:xfrm>
            <a:off x="44988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0" name="Shape 1988"/>
          <p:cNvSpPr/>
          <p:nvPr/>
        </p:nvSpPr>
        <p:spPr>
          <a:xfrm>
            <a:off x="46085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1" name="Shape 1989"/>
          <p:cNvSpPr/>
          <p:nvPr/>
        </p:nvSpPr>
        <p:spPr>
          <a:xfrm>
            <a:off x="47183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2" name="Shape 1990"/>
          <p:cNvSpPr/>
          <p:nvPr/>
        </p:nvSpPr>
        <p:spPr>
          <a:xfrm>
            <a:off x="48280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3" name="Shape 1991"/>
          <p:cNvSpPr/>
          <p:nvPr/>
        </p:nvSpPr>
        <p:spPr>
          <a:xfrm>
            <a:off x="49377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4" name="Shape 1992"/>
          <p:cNvSpPr/>
          <p:nvPr/>
        </p:nvSpPr>
        <p:spPr>
          <a:xfrm>
            <a:off x="50474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5" name="Shape 1993"/>
          <p:cNvSpPr/>
          <p:nvPr/>
        </p:nvSpPr>
        <p:spPr>
          <a:xfrm>
            <a:off x="51572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6" name="Shape 1994"/>
          <p:cNvSpPr/>
          <p:nvPr/>
        </p:nvSpPr>
        <p:spPr>
          <a:xfrm>
            <a:off x="52669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7" name="Shape 1995"/>
          <p:cNvSpPr/>
          <p:nvPr/>
        </p:nvSpPr>
        <p:spPr>
          <a:xfrm>
            <a:off x="53766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8" name="Shape 1996"/>
          <p:cNvSpPr/>
          <p:nvPr/>
        </p:nvSpPr>
        <p:spPr>
          <a:xfrm>
            <a:off x="54864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9" name="Shape 1997"/>
          <p:cNvSpPr/>
          <p:nvPr/>
        </p:nvSpPr>
        <p:spPr>
          <a:xfrm>
            <a:off x="55961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0" name="Shape 1998"/>
          <p:cNvSpPr/>
          <p:nvPr/>
        </p:nvSpPr>
        <p:spPr>
          <a:xfrm>
            <a:off x="57058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1" name="Shape 1999"/>
          <p:cNvSpPr/>
          <p:nvPr/>
        </p:nvSpPr>
        <p:spPr>
          <a:xfrm>
            <a:off x="58155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2" name="Shape 2000"/>
          <p:cNvSpPr/>
          <p:nvPr/>
        </p:nvSpPr>
        <p:spPr>
          <a:xfrm>
            <a:off x="59253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3" name="Shape 2001"/>
          <p:cNvSpPr/>
          <p:nvPr/>
        </p:nvSpPr>
        <p:spPr>
          <a:xfrm>
            <a:off x="60350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4" name="Shape 2002"/>
          <p:cNvSpPr/>
          <p:nvPr/>
        </p:nvSpPr>
        <p:spPr>
          <a:xfrm>
            <a:off x="61447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5" name="Shape 2003"/>
          <p:cNvSpPr/>
          <p:nvPr/>
        </p:nvSpPr>
        <p:spPr>
          <a:xfrm>
            <a:off x="62544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6" name="Shape 2004"/>
          <p:cNvSpPr/>
          <p:nvPr/>
        </p:nvSpPr>
        <p:spPr>
          <a:xfrm>
            <a:off x="63642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7" name="Shape 2005"/>
          <p:cNvSpPr/>
          <p:nvPr/>
        </p:nvSpPr>
        <p:spPr>
          <a:xfrm>
            <a:off x="64739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8" name="Shape 2006"/>
          <p:cNvSpPr/>
          <p:nvPr/>
        </p:nvSpPr>
        <p:spPr>
          <a:xfrm>
            <a:off x="65836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9" name="Shape 2007"/>
          <p:cNvSpPr/>
          <p:nvPr/>
        </p:nvSpPr>
        <p:spPr>
          <a:xfrm>
            <a:off x="66934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0" name="Shape 2008"/>
          <p:cNvSpPr/>
          <p:nvPr/>
        </p:nvSpPr>
        <p:spPr>
          <a:xfrm>
            <a:off x="68031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1" name="Shape 2009"/>
          <p:cNvSpPr/>
          <p:nvPr/>
        </p:nvSpPr>
        <p:spPr>
          <a:xfrm>
            <a:off x="69128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2" name="Shape 2010"/>
          <p:cNvSpPr/>
          <p:nvPr/>
        </p:nvSpPr>
        <p:spPr>
          <a:xfrm>
            <a:off x="70225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3" name="Shape 2011"/>
          <p:cNvSpPr/>
          <p:nvPr/>
        </p:nvSpPr>
        <p:spPr>
          <a:xfrm>
            <a:off x="71323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4" name="Shape 2012"/>
          <p:cNvSpPr/>
          <p:nvPr/>
        </p:nvSpPr>
        <p:spPr>
          <a:xfrm>
            <a:off x="72420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5" name="Shape 2013"/>
          <p:cNvSpPr/>
          <p:nvPr/>
        </p:nvSpPr>
        <p:spPr>
          <a:xfrm>
            <a:off x="73517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6" name="Shape 2014"/>
          <p:cNvSpPr/>
          <p:nvPr/>
        </p:nvSpPr>
        <p:spPr>
          <a:xfrm>
            <a:off x="74615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7" name="Shape 2015"/>
          <p:cNvSpPr/>
          <p:nvPr/>
        </p:nvSpPr>
        <p:spPr>
          <a:xfrm>
            <a:off x="75712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8" name="Shape 2016"/>
          <p:cNvSpPr/>
          <p:nvPr/>
        </p:nvSpPr>
        <p:spPr>
          <a:xfrm>
            <a:off x="76809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9" name="Shape 2017"/>
          <p:cNvSpPr/>
          <p:nvPr/>
        </p:nvSpPr>
        <p:spPr>
          <a:xfrm>
            <a:off x="77906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0" name="Shape 2018"/>
          <p:cNvSpPr/>
          <p:nvPr/>
        </p:nvSpPr>
        <p:spPr>
          <a:xfrm>
            <a:off x="79004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1" name="Shape 2019"/>
          <p:cNvSpPr/>
          <p:nvPr/>
        </p:nvSpPr>
        <p:spPr>
          <a:xfrm>
            <a:off x="80101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2" name="Shape 2020"/>
          <p:cNvSpPr/>
          <p:nvPr/>
        </p:nvSpPr>
        <p:spPr>
          <a:xfrm>
            <a:off x="81198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3" name="Shape 2021"/>
          <p:cNvSpPr/>
          <p:nvPr/>
        </p:nvSpPr>
        <p:spPr>
          <a:xfrm>
            <a:off x="82296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4" name="Shape 2022"/>
          <p:cNvSpPr/>
          <p:nvPr/>
        </p:nvSpPr>
        <p:spPr>
          <a:xfrm>
            <a:off x="83393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5" name="Shape 2023"/>
          <p:cNvSpPr/>
          <p:nvPr/>
        </p:nvSpPr>
        <p:spPr>
          <a:xfrm>
            <a:off x="84490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6" name="Shape 2024"/>
          <p:cNvSpPr/>
          <p:nvPr/>
        </p:nvSpPr>
        <p:spPr>
          <a:xfrm>
            <a:off x="85587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7" name="Shape 2025"/>
          <p:cNvSpPr/>
          <p:nvPr/>
        </p:nvSpPr>
        <p:spPr>
          <a:xfrm>
            <a:off x="86685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8" name="Shape 2026"/>
          <p:cNvSpPr/>
          <p:nvPr/>
        </p:nvSpPr>
        <p:spPr>
          <a:xfrm>
            <a:off x="87782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9" name="Shape 2027"/>
          <p:cNvSpPr/>
          <p:nvPr/>
        </p:nvSpPr>
        <p:spPr>
          <a:xfrm>
            <a:off x="88879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0" name="Shape 2028"/>
          <p:cNvSpPr/>
          <p:nvPr/>
        </p:nvSpPr>
        <p:spPr>
          <a:xfrm>
            <a:off x="89976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1" name="Shape 2029"/>
          <p:cNvSpPr/>
          <p:nvPr/>
        </p:nvSpPr>
        <p:spPr>
          <a:xfrm>
            <a:off x="910742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2" name="Shape 2030"/>
          <p:cNvSpPr/>
          <p:nvPr/>
        </p:nvSpPr>
        <p:spPr>
          <a:xfrm>
            <a:off x="921715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3" name="Shape 2031"/>
          <p:cNvSpPr/>
          <p:nvPr/>
        </p:nvSpPr>
        <p:spPr>
          <a:xfrm>
            <a:off x="932688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4" name="Shape 2032"/>
          <p:cNvSpPr/>
          <p:nvPr/>
        </p:nvSpPr>
        <p:spPr>
          <a:xfrm>
            <a:off x="943660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5" name="Shape 2033"/>
          <p:cNvSpPr/>
          <p:nvPr/>
        </p:nvSpPr>
        <p:spPr>
          <a:xfrm>
            <a:off x="954633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6" name="Shape 2034"/>
          <p:cNvSpPr/>
          <p:nvPr/>
        </p:nvSpPr>
        <p:spPr>
          <a:xfrm>
            <a:off x="965606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7" name="Shape 2035"/>
          <p:cNvSpPr/>
          <p:nvPr/>
        </p:nvSpPr>
        <p:spPr>
          <a:xfrm>
            <a:off x="976579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8" name="Shape 2036"/>
          <p:cNvSpPr/>
          <p:nvPr/>
        </p:nvSpPr>
        <p:spPr>
          <a:xfrm>
            <a:off x="987552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9" name="Shape 2037"/>
          <p:cNvSpPr/>
          <p:nvPr/>
        </p:nvSpPr>
        <p:spPr>
          <a:xfrm>
            <a:off x="998524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0" name="Shape 2038"/>
          <p:cNvSpPr/>
          <p:nvPr/>
        </p:nvSpPr>
        <p:spPr>
          <a:xfrm>
            <a:off x="1009497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1" name="Shape 2039"/>
          <p:cNvSpPr/>
          <p:nvPr/>
        </p:nvSpPr>
        <p:spPr>
          <a:xfrm>
            <a:off x="1020470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2" name="Shape 2040"/>
          <p:cNvSpPr/>
          <p:nvPr/>
        </p:nvSpPr>
        <p:spPr>
          <a:xfrm>
            <a:off x="1031443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3" name="Shape 2041"/>
          <p:cNvSpPr/>
          <p:nvPr/>
        </p:nvSpPr>
        <p:spPr>
          <a:xfrm>
            <a:off x="1042416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4" name="Shape 2042"/>
          <p:cNvSpPr/>
          <p:nvPr/>
        </p:nvSpPr>
        <p:spPr>
          <a:xfrm>
            <a:off x="1053388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5" name="Shape 2043"/>
          <p:cNvSpPr/>
          <p:nvPr/>
        </p:nvSpPr>
        <p:spPr>
          <a:xfrm>
            <a:off x="1064361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6" name="Shape 2044"/>
          <p:cNvSpPr/>
          <p:nvPr/>
        </p:nvSpPr>
        <p:spPr>
          <a:xfrm>
            <a:off x="1075334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7" name="Shape 2045"/>
          <p:cNvSpPr/>
          <p:nvPr/>
        </p:nvSpPr>
        <p:spPr>
          <a:xfrm>
            <a:off x="1086307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8" name="Shape 2046"/>
          <p:cNvSpPr/>
          <p:nvPr/>
        </p:nvSpPr>
        <p:spPr>
          <a:xfrm>
            <a:off x="1097280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9" name="Shape 2047"/>
          <p:cNvSpPr/>
          <p:nvPr/>
        </p:nvSpPr>
        <p:spPr>
          <a:xfrm>
            <a:off x="1108252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0" name="Shape 2048"/>
          <p:cNvSpPr/>
          <p:nvPr/>
        </p:nvSpPr>
        <p:spPr>
          <a:xfrm>
            <a:off x="1119225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1" name="Shape 2049"/>
          <p:cNvSpPr/>
          <p:nvPr/>
        </p:nvSpPr>
        <p:spPr>
          <a:xfrm>
            <a:off x="11301984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2" name="Shape 2050"/>
          <p:cNvSpPr/>
          <p:nvPr/>
        </p:nvSpPr>
        <p:spPr>
          <a:xfrm>
            <a:off x="11411712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3" name="Shape 2051"/>
          <p:cNvSpPr/>
          <p:nvPr/>
        </p:nvSpPr>
        <p:spPr>
          <a:xfrm>
            <a:off x="11521440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4" name="Shape 2052"/>
          <p:cNvSpPr/>
          <p:nvPr/>
        </p:nvSpPr>
        <p:spPr>
          <a:xfrm>
            <a:off x="11631168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5" name="Shape 2053"/>
          <p:cNvSpPr/>
          <p:nvPr/>
        </p:nvSpPr>
        <p:spPr>
          <a:xfrm>
            <a:off x="11740896" y="33467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6" name="Shape 2054"/>
          <p:cNvSpPr/>
          <p:nvPr/>
        </p:nvSpPr>
        <p:spPr>
          <a:xfrm>
            <a:off x="548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7" name="Shape 2055"/>
          <p:cNvSpPr/>
          <p:nvPr/>
        </p:nvSpPr>
        <p:spPr>
          <a:xfrm>
            <a:off x="1645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8" name="Shape 2056"/>
          <p:cNvSpPr/>
          <p:nvPr/>
        </p:nvSpPr>
        <p:spPr>
          <a:xfrm>
            <a:off x="2743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9" name="Shape 2057"/>
          <p:cNvSpPr/>
          <p:nvPr/>
        </p:nvSpPr>
        <p:spPr>
          <a:xfrm>
            <a:off x="3840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0" name="Shape 2058"/>
          <p:cNvSpPr/>
          <p:nvPr/>
        </p:nvSpPr>
        <p:spPr>
          <a:xfrm>
            <a:off x="4937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1" name="Shape 2059"/>
          <p:cNvSpPr/>
          <p:nvPr/>
        </p:nvSpPr>
        <p:spPr>
          <a:xfrm>
            <a:off x="6035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2" name="Shape 2060"/>
          <p:cNvSpPr/>
          <p:nvPr/>
        </p:nvSpPr>
        <p:spPr>
          <a:xfrm>
            <a:off x="7132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3" name="Shape 2061"/>
          <p:cNvSpPr/>
          <p:nvPr/>
        </p:nvSpPr>
        <p:spPr>
          <a:xfrm>
            <a:off x="8229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4" name="Shape 2062"/>
          <p:cNvSpPr/>
          <p:nvPr/>
        </p:nvSpPr>
        <p:spPr>
          <a:xfrm>
            <a:off x="9326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5" name="Shape 2063"/>
          <p:cNvSpPr/>
          <p:nvPr/>
        </p:nvSpPr>
        <p:spPr>
          <a:xfrm>
            <a:off x="10424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6" name="Shape 2064"/>
          <p:cNvSpPr/>
          <p:nvPr/>
        </p:nvSpPr>
        <p:spPr>
          <a:xfrm>
            <a:off x="11521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7" name="Shape 2065"/>
          <p:cNvSpPr/>
          <p:nvPr/>
        </p:nvSpPr>
        <p:spPr>
          <a:xfrm>
            <a:off x="12618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8" name="Shape 2066"/>
          <p:cNvSpPr/>
          <p:nvPr/>
        </p:nvSpPr>
        <p:spPr>
          <a:xfrm>
            <a:off x="13716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9" name="Shape 2067"/>
          <p:cNvSpPr/>
          <p:nvPr/>
        </p:nvSpPr>
        <p:spPr>
          <a:xfrm>
            <a:off x="14813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0" name="Shape 2068"/>
          <p:cNvSpPr/>
          <p:nvPr/>
        </p:nvSpPr>
        <p:spPr>
          <a:xfrm>
            <a:off x="15910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1" name="Shape 2069"/>
          <p:cNvSpPr/>
          <p:nvPr/>
        </p:nvSpPr>
        <p:spPr>
          <a:xfrm>
            <a:off x="17007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2" name="Shape 2070"/>
          <p:cNvSpPr/>
          <p:nvPr/>
        </p:nvSpPr>
        <p:spPr>
          <a:xfrm>
            <a:off x="18105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3" name="Shape 2071"/>
          <p:cNvSpPr/>
          <p:nvPr/>
        </p:nvSpPr>
        <p:spPr>
          <a:xfrm>
            <a:off x="19202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4" name="Shape 2072"/>
          <p:cNvSpPr/>
          <p:nvPr/>
        </p:nvSpPr>
        <p:spPr>
          <a:xfrm>
            <a:off x="20299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5" name="Shape 2073"/>
          <p:cNvSpPr/>
          <p:nvPr/>
        </p:nvSpPr>
        <p:spPr>
          <a:xfrm>
            <a:off x="21396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6" name="Shape 2074"/>
          <p:cNvSpPr/>
          <p:nvPr/>
        </p:nvSpPr>
        <p:spPr>
          <a:xfrm>
            <a:off x="22494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7" name="Shape 2075"/>
          <p:cNvSpPr/>
          <p:nvPr/>
        </p:nvSpPr>
        <p:spPr>
          <a:xfrm>
            <a:off x="23591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8" name="Shape 2076"/>
          <p:cNvSpPr/>
          <p:nvPr/>
        </p:nvSpPr>
        <p:spPr>
          <a:xfrm>
            <a:off x="24688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9" name="Shape 2077"/>
          <p:cNvSpPr/>
          <p:nvPr/>
        </p:nvSpPr>
        <p:spPr>
          <a:xfrm>
            <a:off x="25786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0" name="Shape 2078"/>
          <p:cNvSpPr/>
          <p:nvPr/>
        </p:nvSpPr>
        <p:spPr>
          <a:xfrm>
            <a:off x="26883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1" name="Shape 2079"/>
          <p:cNvSpPr/>
          <p:nvPr/>
        </p:nvSpPr>
        <p:spPr>
          <a:xfrm>
            <a:off x="27980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2" name="Shape 2080"/>
          <p:cNvSpPr/>
          <p:nvPr/>
        </p:nvSpPr>
        <p:spPr>
          <a:xfrm>
            <a:off x="29077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3" name="Shape 2081"/>
          <p:cNvSpPr/>
          <p:nvPr/>
        </p:nvSpPr>
        <p:spPr>
          <a:xfrm>
            <a:off x="30175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4" name="Shape 2082"/>
          <p:cNvSpPr/>
          <p:nvPr/>
        </p:nvSpPr>
        <p:spPr>
          <a:xfrm>
            <a:off x="31272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5" name="Shape 2083"/>
          <p:cNvSpPr/>
          <p:nvPr/>
        </p:nvSpPr>
        <p:spPr>
          <a:xfrm>
            <a:off x="32369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6" name="Shape 2084"/>
          <p:cNvSpPr/>
          <p:nvPr/>
        </p:nvSpPr>
        <p:spPr>
          <a:xfrm>
            <a:off x="33467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7" name="Shape 2085"/>
          <p:cNvSpPr/>
          <p:nvPr/>
        </p:nvSpPr>
        <p:spPr>
          <a:xfrm>
            <a:off x="34564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8" name="Shape 2086"/>
          <p:cNvSpPr/>
          <p:nvPr/>
        </p:nvSpPr>
        <p:spPr>
          <a:xfrm>
            <a:off x="35661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89" name="Shape 2087"/>
          <p:cNvSpPr/>
          <p:nvPr/>
        </p:nvSpPr>
        <p:spPr>
          <a:xfrm>
            <a:off x="36758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0" name="Shape 2088"/>
          <p:cNvSpPr/>
          <p:nvPr/>
        </p:nvSpPr>
        <p:spPr>
          <a:xfrm>
            <a:off x="37856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1" name="Shape 2089"/>
          <p:cNvSpPr/>
          <p:nvPr/>
        </p:nvSpPr>
        <p:spPr>
          <a:xfrm>
            <a:off x="38953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2" name="Shape 2090"/>
          <p:cNvSpPr/>
          <p:nvPr/>
        </p:nvSpPr>
        <p:spPr>
          <a:xfrm>
            <a:off x="40050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3" name="Shape 2091"/>
          <p:cNvSpPr/>
          <p:nvPr/>
        </p:nvSpPr>
        <p:spPr>
          <a:xfrm>
            <a:off x="41148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4" name="Shape 2092"/>
          <p:cNvSpPr/>
          <p:nvPr/>
        </p:nvSpPr>
        <p:spPr>
          <a:xfrm>
            <a:off x="42245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5" name="Shape 2093"/>
          <p:cNvSpPr/>
          <p:nvPr/>
        </p:nvSpPr>
        <p:spPr>
          <a:xfrm>
            <a:off x="43342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6" name="Shape 2094"/>
          <p:cNvSpPr/>
          <p:nvPr/>
        </p:nvSpPr>
        <p:spPr>
          <a:xfrm>
            <a:off x="44439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7" name="Shape 2095"/>
          <p:cNvSpPr/>
          <p:nvPr/>
        </p:nvSpPr>
        <p:spPr>
          <a:xfrm>
            <a:off x="45537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8" name="Shape 2096"/>
          <p:cNvSpPr/>
          <p:nvPr/>
        </p:nvSpPr>
        <p:spPr>
          <a:xfrm>
            <a:off x="46634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99" name="Shape 2097"/>
          <p:cNvSpPr/>
          <p:nvPr/>
        </p:nvSpPr>
        <p:spPr>
          <a:xfrm>
            <a:off x="47731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0" name="Shape 2098"/>
          <p:cNvSpPr/>
          <p:nvPr/>
        </p:nvSpPr>
        <p:spPr>
          <a:xfrm>
            <a:off x="48828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1" name="Shape 2099"/>
          <p:cNvSpPr/>
          <p:nvPr/>
        </p:nvSpPr>
        <p:spPr>
          <a:xfrm>
            <a:off x="49926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2" name="Shape 2100"/>
          <p:cNvSpPr/>
          <p:nvPr/>
        </p:nvSpPr>
        <p:spPr>
          <a:xfrm>
            <a:off x="51023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3" name="Shape 2101"/>
          <p:cNvSpPr/>
          <p:nvPr/>
        </p:nvSpPr>
        <p:spPr>
          <a:xfrm>
            <a:off x="52120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4" name="Shape 2102"/>
          <p:cNvSpPr/>
          <p:nvPr/>
        </p:nvSpPr>
        <p:spPr>
          <a:xfrm>
            <a:off x="53218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5" name="Shape 2103"/>
          <p:cNvSpPr/>
          <p:nvPr/>
        </p:nvSpPr>
        <p:spPr>
          <a:xfrm>
            <a:off x="54315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6" name="Shape 2104"/>
          <p:cNvSpPr/>
          <p:nvPr/>
        </p:nvSpPr>
        <p:spPr>
          <a:xfrm>
            <a:off x="55412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7" name="Shape 2105"/>
          <p:cNvSpPr/>
          <p:nvPr/>
        </p:nvSpPr>
        <p:spPr>
          <a:xfrm>
            <a:off x="56509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8" name="Shape 2106"/>
          <p:cNvSpPr/>
          <p:nvPr/>
        </p:nvSpPr>
        <p:spPr>
          <a:xfrm>
            <a:off x="57607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09" name="Shape 2107"/>
          <p:cNvSpPr/>
          <p:nvPr/>
        </p:nvSpPr>
        <p:spPr>
          <a:xfrm>
            <a:off x="58704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0" name="Shape 2108"/>
          <p:cNvSpPr/>
          <p:nvPr/>
        </p:nvSpPr>
        <p:spPr>
          <a:xfrm>
            <a:off x="59801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1" name="Shape 2109"/>
          <p:cNvSpPr/>
          <p:nvPr/>
        </p:nvSpPr>
        <p:spPr>
          <a:xfrm>
            <a:off x="60899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2" name="Shape 2110"/>
          <p:cNvSpPr/>
          <p:nvPr/>
        </p:nvSpPr>
        <p:spPr>
          <a:xfrm>
            <a:off x="61996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3" name="Shape 2111"/>
          <p:cNvSpPr/>
          <p:nvPr/>
        </p:nvSpPr>
        <p:spPr>
          <a:xfrm>
            <a:off x="63093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4" name="Shape 2112"/>
          <p:cNvSpPr/>
          <p:nvPr/>
        </p:nvSpPr>
        <p:spPr>
          <a:xfrm>
            <a:off x="64190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5" name="Shape 2113"/>
          <p:cNvSpPr/>
          <p:nvPr/>
        </p:nvSpPr>
        <p:spPr>
          <a:xfrm>
            <a:off x="65288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6" name="Shape 2114"/>
          <p:cNvSpPr/>
          <p:nvPr/>
        </p:nvSpPr>
        <p:spPr>
          <a:xfrm>
            <a:off x="66385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7" name="Shape 2115"/>
          <p:cNvSpPr/>
          <p:nvPr/>
        </p:nvSpPr>
        <p:spPr>
          <a:xfrm>
            <a:off x="67482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8" name="Shape 2116"/>
          <p:cNvSpPr/>
          <p:nvPr/>
        </p:nvSpPr>
        <p:spPr>
          <a:xfrm>
            <a:off x="68580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9" name="Shape 2117"/>
          <p:cNvSpPr/>
          <p:nvPr/>
        </p:nvSpPr>
        <p:spPr>
          <a:xfrm>
            <a:off x="69677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0" name="Shape 2118"/>
          <p:cNvSpPr/>
          <p:nvPr/>
        </p:nvSpPr>
        <p:spPr>
          <a:xfrm>
            <a:off x="70774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1" name="Shape 2119"/>
          <p:cNvSpPr/>
          <p:nvPr/>
        </p:nvSpPr>
        <p:spPr>
          <a:xfrm>
            <a:off x="71871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2" name="Shape 2120"/>
          <p:cNvSpPr/>
          <p:nvPr/>
        </p:nvSpPr>
        <p:spPr>
          <a:xfrm>
            <a:off x="72969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3" name="Shape 2121"/>
          <p:cNvSpPr/>
          <p:nvPr/>
        </p:nvSpPr>
        <p:spPr>
          <a:xfrm>
            <a:off x="74066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4" name="Shape 2122"/>
          <p:cNvSpPr/>
          <p:nvPr/>
        </p:nvSpPr>
        <p:spPr>
          <a:xfrm>
            <a:off x="75163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5" name="Shape 2123"/>
          <p:cNvSpPr/>
          <p:nvPr/>
        </p:nvSpPr>
        <p:spPr>
          <a:xfrm>
            <a:off x="76260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6" name="Shape 2124"/>
          <p:cNvSpPr/>
          <p:nvPr/>
        </p:nvSpPr>
        <p:spPr>
          <a:xfrm>
            <a:off x="77358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7" name="Shape 2125"/>
          <p:cNvSpPr/>
          <p:nvPr/>
        </p:nvSpPr>
        <p:spPr>
          <a:xfrm>
            <a:off x="78455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8" name="Shape 2126"/>
          <p:cNvSpPr/>
          <p:nvPr/>
        </p:nvSpPr>
        <p:spPr>
          <a:xfrm>
            <a:off x="79552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29" name="Shape 2127"/>
          <p:cNvSpPr/>
          <p:nvPr/>
        </p:nvSpPr>
        <p:spPr>
          <a:xfrm>
            <a:off x="80650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0" name="Shape 2128"/>
          <p:cNvSpPr/>
          <p:nvPr/>
        </p:nvSpPr>
        <p:spPr>
          <a:xfrm>
            <a:off x="81747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1" name="Shape 2129"/>
          <p:cNvSpPr/>
          <p:nvPr/>
        </p:nvSpPr>
        <p:spPr>
          <a:xfrm>
            <a:off x="82844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2" name="Shape 2130"/>
          <p:cNvSpPr/>
          <p:nvPr/>
        </p:nvSpPr>
        <p:spPr>
          <a:xfrm>
            <a:off x="83941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3" name="Shape 2131"/>
          <p:cNvSpPr/>
          <p:nvPr/>
        </p:nvSpPr>
        <p:spPr>
          <a:xfrm>
            <a:off x="85039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4" name="Shape 2132"/>
          <p:cNvSpPr/>
          <p:nvPr/>
        </p:nvSpPr>
        <p:spPr>
          <a:xfrm>
            <a:off x="86136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5" name="Shape 2133"/>
          <p:cNvSpPr/>
          <p:nvPr/>
        </p:nvSpPr>
        <p:spPr>
          <a:xfrm>
            <a:off x="87233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6" name="Shape 2134"/>
          <p:cNvSpPr/>
          <p:nvPr/>
        </p:nvSpPr>
        <p:spPr>
          <a:xfrm>
            <a:off x="88331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7" name="Shape 2135"/>
          <p:cNvSpPr/>
          <p:nvPr/>
        </p:nvSpPr>
        <p:spPr>
          <a:xfrm>
            <a:off x="89428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8" name="Shape 2136"/>
          <p:cNvSpPr/>
          <p:nvPr/>
        </p:nvSpPr>
        <p:spPr>
          <a:xfrm>
            <a:off x="90525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9" name="Shape 2137"/>
          <p:cNvSpPr/>
          <p:nvPr/>
        </p:nvSpPr>
        <p:spPr>
          <a:xfrm>
            <a:off x="916228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0" name="Shape 2138"/>
          <p:cNvSpPr/>
          <p:nvPr/>
        </p:nvSpPr>
        <p:spPr>
          <a:xfrm>
            <a:off x="927201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1" name="Shape 2139"/>
          <p:cNvSpPr/>
          <p:nvPr/>
        </p:nvSpPr>
        <p:spPr>
          <a:xfrm>
            <a:off x="938174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2" name="Shape 2140"/>
          <p:cNvSpPr/>
          <p:nvPr/>
        </p:nvSpPr>
        <p:spPr>
          <a:xfrm>
            <a:off x="949147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3" name="Shape 2141"/>
          <p:cNvSpPr/>
          <p:nvPr/>
        </p:nvSpPr>
        <p:spPr>
          <a:xfrm>
            <a:off x="960120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4" name="Shape 2142"/>
          <p:cNvSpPr/>
          <p:nvPr/>
        </p:nvSpPr>
        <p:spPr>
          <a:xfrm>
            <a:off x="971092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5" name="Shape 2143"/>
          <p:cNvSpPr/>
          <p:nvPr/>
        </p:nvSpPr>
        <p:spPr>
          <a:xfrm>
            <a:off x="982065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6" name="Shape 2144"/>
          <p:cNvSpPr/>
          <p:nvPr/>
        </p:nvSpPr>
        <p:spPr>
          <a:xfrm>
            <a:off x="993038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7" name="Shape 2145"/>
          <p:cNvSpPr/>
          <p:nvPr/>
        </p:nvSpPr>
        <p:spPr>
          <a:xfrm>
            <a:off x="1004011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8" name="Shape 2146"/>
          <p:cNvSpPr/>
          <p:nvPr/>
        </p:nvSpPr>
        <p:spPr>
          <a:xfrm>
            <a:off x="1014984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9" name="Shape 2147"/>
          <p:cNvSpPr/>
          <p:nvPr/>
        </p:nvSpPr>
        <p:spPr>
          <a:xfrm>
            <a:off x="1025956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0" name="Shape 2148"/>
          <p:cNvSpPr/>
          <p:nvPr/>
        </p:nvSpPr>
        <p:spPr>
          <a:xfrm>
            <a:off x="1036929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1" name="Shape 2149"/>
          <p:cNvSpPr/>
          <p:nvPr/>
        </p:nvSpPr>
        <p:spPr>
          <a:xfrm>
            <a:off x="1047902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2" name="Shape 2150"/>
          <p:cNvSpPr/>
          <p:nvPr/>
        </p:nvSpPr>
        <p:spPr>
          <a:xfrm>
            <a:off x="1058875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3" name="Shape 2151"/>
          <p:cNvSpPr/>
          <p:nvPr/>
        </p:nvSpPr>
        <p:spPr>
          <a:xfrm>
            <a:off x="1069848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4" name="Shape 2152"/>
          <p:cNvSpPr/>
          <p:nvPr/>
        </p:nvSpPr>
        <p:spPr>
          <a:xfrm>
            <a:off x="1080820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5" name="Shape 2153"/>
          <p:cNvSpPr/>
          <p:nvPr/>
        </p:nvSpPr>
        <p:spPr>
          <a:xfrm>
            <a:off x="1091793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6" name="Shape 2154"/>
          <p:cNvSpPr/>
          <p:nvPr/>
        </p:nvSpPr>
        <p:spPr>
          <a:xfrm>
            <a:off x="1102766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7" name="Shape 2155"/>
          <p:cNvSpPr/>
          <p:nvPr/>
        </p:nvSpPr>
        <p:spPr>
          <a:xfrm>
            <a:off x="1113739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8" name="Shape 2156"/>
          <p:cNvSpPr/>
          <p:nvPr/>
        </p:nvSpPr>
        <p:spPr>
          <a:xfrm>
            <a:off x="1124712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59" name="Shape 2157"/>
          <p:cNvSpPr/>
          <p:nvPr/>
        </p:nvSpPr>
        <p:spPr>
          <a:xfrm>
            <a:off x="11356848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0" name="Shape 2158"/>
          <p:cNvSpPr/>
          <p:nvPr/>
        </p:nvSpPr>
        <p:spPr>
          <a:xfrm>
            <a:off x="11466576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1" name="Shape 2159"/>
          <p:cNvSpPr/>
          <p:nvPr/>
        </p:nvSpPr>
        <p:spPr>
          <a:xfrm>
            <a:off x="11576304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2" name="Shape 2160"/>
          <p:cNvSpPr/>
          <p:nvPr/>
        </p:nvSpPr>
        <p:spPr>
          <a:xfrm>
            <a:off x="11686032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3" name="Shape 2161"/>
          <p:cNvSpPr/>
          <p:nvPr/>
        </p:nvSpPr>
        <p:spPr>
          <a:xfrm>
            <a:off x="11795760" y="34564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4" name="Shape 2162"/>
          <p:cNvSpPr/>
          <p:nvPr/>
        </p:nvSpPr>
        <p:spPr>
          <a:xfrm>
            <a:off x="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5" name="Shape 2163"/>
          <p:cNvSpPr/>
          <p:nvPr/>
        </p:nvSpPr>
        <p:spPr>
          <a:xfrm>
            <a:off x="1097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6" name="Shape 2164"/>
          <p:cNvSpPr/>
          <p:nvPr/>
        </p:nvSpPr>
        <p:spPr>
          <a:xfrm>
            <a:off x="2194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7" name="Shape 2165"/>
          <p:cNvSpPr/>
          <p:nvPr/>
        </p:nvSpPr>
        <p:spPr>
          <a:xfrm>
            <a:off x="3291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8" name="Shape 2166"/>
          <p:cNvSpPr/>
          <p:nvPr/>
        </p:nvSpPr>
        <p:spPr>
          <a:xfrm>
            <a:off x="4389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69" name="Shape 2167"/>
          <p:cNvSpPr/>
          <p:nvPr/>
        </p:nvSpPr>
        <p:spPr>
          <a:xfrm>
            <a:off x="5486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0" name="Shape 2168"/>
          <p:cNvSpPr/>
          <p:nvPr/>
        </p:nvSpPr>
        <p:spPr>
          <a:xfrm>
            <a:off x="6583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1" name="Shape 2169"/>
          <p:cNvSpPr/>
          <p:nvPr/>
        </p:nvSpPr>
        <p:spPr>
          <a:xfrm>
            <a:off x="7680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2" name="Shape 2170"/>
          <p:cNvSpPr/>
          <p:nvPr/>
        </p:nvSpPr>
        <p:spPr>
          <a:xfrm>
            <a:off x="8778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3" name="Shape 2171"/>
          <p:cNvSpPr/>
          <p:nvPr/>
        </p:nvSpPr>
        <p:spPr>
          <a:xfrm>
            <a:off x="9875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4" name="Shape 2172"/>
          <p:cNvSpPr/>
          <p:nvPr/>
        </p:nvSpPr>
        <p:spPr>
          <a:xfrm>
            <a:off x="10972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5" name="Shape 2173"/>
          <p:cNvSpPr/>
          <p:nvPr/>
        </p:nvSpPr>
        <p:spPr>
          <a:xfrm>
            <a:off x="12070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6" name="Shape 2174"/>
          <p:cNvSpPr/>
          <p:nvPr/>
        </p:nvSpPr>
        <p:spPr>
          <a:xfrm>
            <a:off x="13167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7" name="Shape 2175"/>
          <p:cNvSpPr/>
          <p:nvPr/>
        </p:nvSpPr>
        <p:spPr>
          <a:xfrm>
            <a:off x="14264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8" name="Shape 2176"/>
          <p:cNvSpPr/>
          <p:nvPr/>
        </p:nvSpPr>
        <p:spPr>
          <a:xfrm>
            <a:off x="15361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79" name="Shape 2177"/>
          <p:cNvSpPr/>
          <p:nvPr/>
        </p:nvSpPr>
        <p:spPr>
          <a:xfrm>
            <a:off x="16459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0" name="Shape 2178"/>
          <p:cNvSpPr/>
          <p:nvPr/>
        </p:nvSpPr>
        <p:spPr>
          <a:xfrm>
            <a:off x="17556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1" name="Shape 2179"/>
          <p:cNvSpPr/>
          <p:nvPr/>
        </p:nvSpPr>
        <p:spPr>
          <a:xfrm>
            <a:off x="18653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2" name="Shape 2180"/>
          <p:cNvSpPr/>
          <p:nvPr/>
        </p:nvSpPr>
        <p:spPr>
          <a:xfrm>
            <a:off x="19751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3" name="Shape 2181"/>
          <p:cNvSpPr/>
          <p:nvPr/>
        </p:nvSpPr>
        <p:spPr>
          <a:xfrm>
            <a:off x="20848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4" name="Shape 2182"/>
          <p:cNvSpPr/>
          <p:nvPr/>
        </p:nvSpPr>
        <p:spPr>
          <a:xfrm>
            <a:off x="21945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5" name="Shape 2183"/>
          <p:cNvSpPr/>
          <p:nvPr/>
        </p:nvSpPr>
        <p:spPr>
          <a:xfrm>
            <a:off x="23042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6" name="Shape 2184"/>
          <p:cNvSpPr/>
          <p:nvPr/>
        </p:nvSpPr>
        <p:spPr>
          <a:xfrm>
            <a:off x="24140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7" name="Shape 2185"/>
          <p:cNvSpPr/>
          <p:nvPr/>
        </p:nvSpPr>
        <p:spPr>
          <a:xfrm>
            <a:off x="25237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8" name="Shape 2186"/>
          <p:cNvSpPr/>
          <p:nvPr/>
        </p:nvSpPr>
        <p:spPr>
          <a:xfrm>
            <a:off x="26334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89" name="Shape 2187"/>
          <p:cNvSpPr/>
          <p:nvPr/>
        </p:nvSpPr>
        <p:spPr>
          <a:xfrm>
            <a:off x="27432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0" name="Shape 2188"/>
          <p:cNvSpPr/>
          <p:nvPr/>
        </p:nvSpPr>
        <p:spPr>
          <a:xfrm>
            <a:off x="28529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1" name="Shape 2189"/>
          <p:cNvSpPr/>
          <p:nvPr/>
        </p:nvSpPr>
        <p:spPr>
          <a:xfrm>
            <a:off x="29626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2" name="Shape 2190"/>
          <p:cNvSpPr/>
          <p:nvPr/>
        </p:nvSpPr>
        <p:spPr>
          <a:xfrm>
            <a:off x="30723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3" name="Shape 2191"/>
          <p:cNvSpPr/>
          <p:nvPr/>
        </p:nvSpPr>
        <p:spPr>
          <a:xfrm>
            <a:off x="31821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4" name="Shape 2192"/>
          <p:cNvSpPr/>
          <p:nvPr/>
        </p:nvSpPr>
        <p:spPr>
          <a:xfrm>
            <a:off x="32918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5" name="Shape 2193"/>
          <p:cNvSpPr/>
          <p:nvPr/>
        </p:nvSpPr>
        <p:spPr>
          <a:xfrm>
            <a:off x="34015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6" name="Shape 2194"/>
          <p:cNvSpPr/>
          <p:nvPr/>
        </p:nvSpPr>
        <p:spPr>
          <a:xfrm>
            <a:off x="35112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7" name="Shape 2195"/>
          <p:cNvSpPr/>
          <p:nvPr/>
        </p:nvSpPr>
        <p:spPr>
          <a:xfrm>
            <a:off x="36210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8" name="Shape 2196"/>
          <p:cNvSpPr/>
          <p:nvPr/>
        </p:nvSpPr>
        <p:spPr>
          <a:xfrm>
            <a:off x="37307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99" name="Shape 2197"/>
          <p:cNvSpPr/>
          <p:nvPr/>
        </p:nvSpPr>
        <p:spPr>
          <a:xfrm>
            <a:off x="38404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0" name="Shape 2198"/>
          <p:cNvSpPr/>
          <p:nvPr/>
        </p:nvSpPr>
        <p:spPr>
          <a:xfrm>
            <a:off x="39502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1" name="Shape 2199"/>
          <p:cNvSpPr/>
          <p:nvPr/>
        </p:nvSpPr>
        <p:spPr>
          <a:xfrm>
            <a:off x="40599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2" name="Shape 2200"/>
          <p:cNvSpPr/>
          <p:nvPr/>
        </p:nvSpPr>
        <p:spPr>
          <a:xfrm>
            <a:off x="41696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3" name="Shape 2201"/>
          <p:cNvSpPr/>
          <p:nvPr/>
        </p:nvSpPr>
        <p:spPr>
          <a:xfrm>
            <a:off x="42793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4" name="Shape 2202"/>
          <p:cNvSpPr/>
          <p:nvPr/>
        </p:nvSpPr>
        <p:spPr>
          <a:xfrm>
            <a:off x="43891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5" name="Shape 2203"/>
          <p:cNvSpPr/>
          <p:nvPr/>
        </p:nvSpPr>
        <p:spPr>
          <a:xfrm>
            <a:off x="44988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6" name="Shape 2204"/>
          <p:cNvSpPr/>
          <p:nvPr/>
        </p:nvSpPr>
        <p:spPr>
          <a:xfrm>
            <a:off x="46085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7" name="Shape 2205"/>
          <p:cNvSpPr/>
          <p:nvPr/>
        </p:nvSpPr>
        <p:spPr>
          <a:xfrm>
            <a:off x="47183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8" name="Shape 2206"/>
          <p:cNvSpPr/>
          <p:nvPr/>
        </p:nvSpPr>
        <p:spPr>
          <a:xfrm>
            <a:off x="48280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9" name="Shape 2207"/>
          <p:cNvSpPr/>
          <p:nvPr/>
        </p:nvSpPr>
        <p:spPr>
          <a:xfrm>
            <a:off x="49377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0" name="Shape 2208"/>
          <p:cNvSpPr/>
          <p:nvPr/>
        </p:nvSpPr>
        <p:spPr>
          <a:xfrm>
            <a:off x="50474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1" name="Shape 2209"/>
          <p:cNvSpPr/>
          <p:nvPr/>
        </p:nvSpPr>
        <p:spPr>
          <a:xfrm>
            <a:off x="51572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2" name="Shape 2210"/>
          <p:cNvSpPr/>
          <p:nvPr/>
        </p:nvSpPr>
        <p:spPr>
          <a:xfrm>
            <a:off x="52669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3" name="Shape 2211"/>
          <p:cNvSpPr/>
          <p:nvPr/>
        </p:nvSpPr>
        <p:spPr>
          <a:xfrm>
            <a:off x="53766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4" name="Shape 2212"/>
          <p:cNvSpPr/>
          <p:nvPr/>
        </p:nvSpPr>
        <p:spPr>
          <a:xfrm>
            <a:off x="54864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5" name="Shape 2213"/>
          <p:cNvSpPr/>
          <p:nvPr/>
        </p:nvSpPr>
        <p:spPr>
          <a:xfrm>
            <a:off x="55961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6" name="Shape 2214"/>
          <p:cNvSpPr/>
          <p:nvPr/>
        </p:nvSpPr>
        <p:spPr>
          <a:xfrm>
            <a:off x="57058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7" name="Shape 2215"/>
          <p:cNvSpPr/>
          <p:nvPr/>
        </p:nvSpPr>
        <p:spPr>
          <a:xfrm>
            <a:off x="58155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8" name="Shape 2216"/>
          <p:cNvSpPr/>
          <p:nvPr/>
        </p:nvSpPr>
        <p:spPr>
          <a:xfrm>
            <a:off x="59253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9" name="Shape 2217"/>
          <p:cNvSpPr/>
          <p:nvPr/>
        </p:nvSpPr>
        <p:spPr>
          <a:xfrm>
            <a:off x="60350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0" name="Shape 2218"/>
          <p:cNvSpPr/>
          <p:nvPr/>
        </p:nvSpPr>
        <p:spPr>
          <a:xfrm>
            <a:off x="61447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1" name="Shape 2219"/>
          <p:cNvSpPr/>
          <p:nvPr/>
        </p:nvSpPr>
        <p:spPr>
          <a:xfrm>
            <a:off x="62544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2" name="Shape 2220"/>
          <p:cNvSpPr/>
          <p:nvPr/>
        </p:nvSpPr>
        <p:spPr>
          <a:xfrm>
            <a:off x="63642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3" name="Shape 2221"/>
          <p:cNvSpPr/>
          <p:nvPr/>
        </p:nvSpPr>
        <p:spPr>
          <a:xfrm>
            <a:off x="64739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4" name="Shape 2222"/>
          <p:cNvSpPr/>
          <p:nvPr/>
        </p:nvSpPr>
        <p:spPr>
          <a:xfrm>
            <a:off x="65836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5" name="Shape 2223"/>
          <p:cNvSpPr/>
          <p:nvPr/>
        </p:nvSpPr>
        <p:spPr>
          <a:xfrm>
            <a:off x="66934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6" name="Shape 2224"/>
          <p:cNvSpPr/>
          <p:nvPr/>
        </p:nvSpPr>
        <p:spPr>
          <a:xfrm>
            <a:off x="68031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7" name="Shape 2225"/>
          <p:cNvSpPr/>
          <p:nvPr/>
        </p:nvSpPr>
        <p:spPr>
          <a:xfrm>
            <a:off x="69128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8" name="Shape 2226"/>
          <p:cNvSpPr/>
          <p:nvPr/>
        </p:nvSpPr>
        <p:spPr>
          <a:xfrm>
            <a:off x="70225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9" name="Shape 2227"/>
          <p:cNvSpPr/>
          <p:nvPr/>
        </p:nvSpPr>
        <p:spPr>
          <a:xfrm>
            <a:off x="71323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0" name="Shape 2228"/>
          <p:cNvSpPr/>
          <p:nvPr/>
        </p:nvSpPr>
        <p:spPr>
          <a:xfrm>
            <a:off x="72420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1" name="Shape 2229"/>
          <p:cNvSpPr/>
          <p:nvPr/>
        </p:nvSpPr>
        <p:spPr>
          <a:xfrm>
            <a:off x="73517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2" name="Shape 2230"/>
          <p:cNvSpPr/>
          <p:nvPr/>
        </p:nvSpPr>
        <p:spPr>
          <a:xfrm>
            <a:off x="74615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3" name="Shape 2231"/>
          <p:cNvSpPr/>
          <p:nvPr/>
        </p:nvSpPr>
        <p:spPr>
          <a:xfrm>
            <a:off x="75712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4" name="Shape 2232"/>
          <p:cNvSpPr/>
          <p:nvPr/>
        </p:nvSpPr>
        <p:spPr>
          <a:xfrm>
            <a:off x="76809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5" name="Shape 2233"/>
          <p:cNvSpPr/>
          <p:nvPr/>
        </p:nvSpPr>
        <p:spPr>
          <a:xfrm>
            <a:off x="77906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6" name="Shape 2234"/>
          <p:cNvSpPr/>
          <p:nvPr/>
        </p:nvSpPr>
        <p:spPr>
          <a:xfrm>
            <a:off x="79004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7" name="Shape 2235"/>
          <p:cNvSpPr/>
          <p:nvPr/>
        </p:nvSpPr>
        <p:spPr>
          <a:xfrm>
            <a:off x="80101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8" name="Shape 2236"/>
          <p:cNvSpPr/>
          <p:nvPr/>
        </p:nvSpPr>
        <p:spPr>
          <a:xfrm>
            <a:off x="81198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9" name="Shape 2237"/>
          <p:cNvSpPr/>
          <p:nvPr/>
        </p:nvSpPr>
        <p:spPr>
          <a:xfrm>
            <a:off x="82296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0" name="Shape 2238"/>
          <p:cNvSpPr/>
          <p:nvPr/>
        </p:nvSpPr>
        <p:spPr>
          <a:xfrm>
            <a:off x="83393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1" name="Shape 2239"/>
          <p:cNvSpPr/>
          <p:nvPr/>
        </p:nvSpPr>
        <p:spPr>
          <a:xfrm>
            <a:off x="84490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2" name="Shape 2240"/>
          <p:cNvSpPr/>
          <p:nvPr/>
        </p:nvSpPr>
        <p:spPr>
          <a:xfrm>
            <a:off x="85587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3" name="Shape 2241"/>
          <p:cNvSpPr/>
          <p:nvPr/>
        </p:nvSpPr>
        <p:spPr>
          <a:xfrm>
            <a:off x="86685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4" name="Shape 2242"/>
          <p:cNvSpPr/>
          <p:nvPr/>
        </p:nvSpPr>
        <p:spPr>
          <a:xfrm>
            <a:off x="87782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5" name="Shape 2243"/>
          <p:cNvSpPr/>
          <p:nvPr/>
        </p:nvSpPr>
        <p:spPr>
          <a:xfrm>
            <a:off x="88879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6" name="Shape 2244"/>
          <p:cNvSpPr/>
          <p:nvPr/>
        </p:nvSpPr>
        <p:spPr>
          <a:xfrm>
            <a:off x="89976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7" name="Shape 2245"/>
          <p:cNvSpPr/>
          <p:nvPr/>
        </p:nvSpPr>
        <p:spPr>
          <a:xfrm>
            <a:off x="910742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8" name="Shape 2246"/>
          <p:cNvSpPr/>
          <p:nvPr/>
        </p:nvSpPr>
        <p:spPr>
          <a:xfrm>
            <a:off x="921715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9" name="Shape 2247"/>
          <p:cNvSpPr/>
          <p:nvPr/>
        </p:nvSpPr>
        <p:spPr>
          <a:xfrm>
            <a:off x="932688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0" name="Shape 2248"/>
          <p:cNvSpPr/>
          <p:nvPr/>
        </p:nvSpPr>
        <p:spPr>
          <a:xfrm>
            <a:off x="943660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1" name="Shape 2249"/>
          <p:cNvSpPr/>
          <p:nvPr/>
        </p:nvSpPr>
        <p:spPr>
          <a:xfrm>
            <a:off x="954633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2" name="Shape 2250"/>
          <p:cNvSpPr/>
          <p:nvPr/>
        </p:nvSpPr>
        <p:spPr>
          <a:xfrm>
            <a:off x="965606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3" name="Shape 2251"/>
          <p:cNvSpPr/>
          <p:nvPr/>
        </p:nvSpPr>
        <p:spPr>
          <a:xfrm>
            <a:off x="976579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4" name="Shape 2252"/>
          <p:cNvSpPr/>
          <p:nvPr/>
        </p:nvSpPr>
        <p:spPr>
          <a:xfrm>
            <a:off x="987552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5" name="Shape 2253"/>
          <p:cNvSpPr/>
          <p:nvPr/>
        </p:nvSpPr>
        <p:spPr>
          <a:xfrm>
            <a:off x="998524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6" name="Shape 2254"/>
          <p:cNvSpPr/>
          <p:nvPr/>
        </p:nvSpPr>
        <p:spPr>
          <a:xfrm>
            <a:off x="1009497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7" name="Shape 2255"/>
          <p:cNvSpPr/>
          <p:nvPr/>
        </p:nvSpPr>
        <p:spPr>
          <a:xfrm>
            <a:off x="1020470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8" name="Shape 2256"/>
          <p:cNvSpPr/>
          <p:nvPr/>
        </p:nvSpPr>
        <p:spPr>
          <a:xfrm>
            <a:off x="1031443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9" name="Shape 2257"/>
          <p:cNvSpPr/>
          <p:nvPr/>
        </p:nvSpPr>
        <p:spPr>
          <a:xfrm>
            <a:off x="1042416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0" name="Shape 2258"/>
          <p:cNvSpPr/>
          <p:nvPr/>
        </p:nvSpPr>
        <p:spPr>
          <a:xfrm>
            <a:off x="1053388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1" name="Shape 2259"/>
          <p:cNvSpPr/>
          <p:nvPr/>
        </p:nvSpPr>
        <p:spPr>
          <a:xfrm>
            <a:off x="1064361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2" name="Shape 2260"/>
          <p:cNvSpPr/>
          <p:nvPr/>
        </p:nvSpPr>
        <p:spPr>
          <a:xfrm>
            <a:off x="1075334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3" name="Shape 2261"/>
          <p:cNvSpPr/>
          <p:nvPr/>
        </p:nvSpPr>
        <p:spPr>
          <a:xfrm>
            <a:off x="1086307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4" name="Shape 2262"/>
          <p:cNvSpPr/>
          <p:nvPr/>
        </p:nvSpPr>
        <p:spPr>
          <a:xfrm>
            <a:off x="1097280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5" name="Shape 2263"/>
          <p:cNvSpPr/>
          <p:nvPr/>
        </p:nvSpPr>
        <p:spPr>
          <a:xfrm>
            <a:off x="1108252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6" name="Shape 2264"/>
          <p:cNvSpPr/>
          <p:nvPr/>
        </p:nvSpPr>
        <p:spPr>
          <a:xfrm>
            <a:off x="1119225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7" name="Shape 2265"/>
          <p:cNvSpPr/>
          <p:nvPr/>
        </p:nvSpPr>
        <p:spPr>
          <a:xfrm>
            <a:off x="11301984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8" name="Shape 2266"/>
          <p:cNvSpPr/>
          <p:nvPr/>
        </p:nvSpPr>
        <p:spPr>
          <a:xfrm>
            <a:off x="11411712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9" name="Shape 2267"/>
          <p:cNvSpPr/>
          <p:nvPr/>
        </p:nvSpPr>
        <p:spPr>
          <a:xfrm>
            <a:off x="11521440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0" name="Shape 2268"/>
          <p:cNvSpPr/>
          <p:nvPr/>
        </p:nvSpPr>
        <p:spPr>
          <a:xfrm>
            <a:off x="11631168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1" name="Shape 2269"/>
          <p:cNvSpPr/>
          <p:nvPr/>
        </p:nvSpPr>
        <p:spPr>
          <a:xfrm>
            <a:off x="11740896" y="3566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2" name="Shape 2270"/>
          <p:cNvSpPr/>
          <p:nvPr/>
        </p:nvSpPr>
        <p:spPr>
          <a:xfrm>
            <a:off x="548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3" name="Shape 2271"/>
          <p:cNvSpPr/>
          <p:nvPr/>
        </p:nvSpPr>
        <p:spPr>
          <a:xfrm>
            <a:off x="1645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4" name="Shape 2272"/>
          <p:cNvSpPr/>
          <p:nvPr/>
        </p:nvSpPr>
        <p:spPr>
          <a:xfrm>
            <a:off x="2743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5" name="Shape 2273"/>
          <p:cNvSpPr/>
          <p:nvPr/>
        </p:nvSpPr>
        <p:spPr>
          <a:xfrm>
            <a:off x="3840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6" name="Shape 2274"/>
          <p:cNvSpPr/>
          <p:nvPr/>
        </p:nvSpPr>
        <p:spPr>
          <a:xfrm>
            <a:off x="4937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7" name="Shape 2275"/>
          <p:cNvSpPr/>
          <p:nvPr/>
        </p:nvSpPr>
        <p:spPr>
          <a:xfrm>
            <a:off x="6035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8" name="Shape 2276"/>
          <p:cNvSpPr/>
          <p:nvPr/>
        </p:nvSpPr>
        <p:spPr>
          <a:xfrm>
            <a:off x="7132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9" name="Shape 2277"/>
          <p:cNvSpPr/>
          <p:nvPr/>
        </p:nvSpPr>
        <p:spPr>
          <a:xfrm>
            <a:off x="8229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0" name="Shape 2278"/>
          <p:cNvSpPr/>
          <p:nvPr/>
        </p:nvSpPr>
        <p:spPr>
          <a:xfrm>
            <a:off x="9326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1" name="Shape 2279"/>
          <p:cNvSpPr/>
          <p:nvPr/>
        </p:nvSpPr>
        <p:spPr>
          <a:xfrm>
            <a:off x="10424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2" name="Shape 2280"/>
          <p:cNvSpPr/>
          <p:nvPr/>
        </p:nvSpPr>
        <p:spPr>
          <a:xfrm>
            <a:off x="11521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3" name="Shape 2281"/>
          <p:cNvSpPr/>
          <p:nvPr/>
        </p:nvSpPr>
        <p:spPr>
          <a:xfrm>
            <a:off x="12618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4" name="Shape 2282"/>
          <p:cNvSpPr/>
          <p:nvPr/>
        </p:nvSpPr>
        <p:spPr>
          <a:xfrm>
            <a:off x="13716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5" name="Shape 2283"/>
          <p:cNvSpPr/>
          <p:nvPr/>
        </p:nvSpPr>
        <p:spPr>
          <a:xfrm>
            <a:off x="14813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6" name="Shape 2284"/>
          <p:cNvSpPr/>
          <p:nvPr/>
        </p:nvSpPr>
        <p:spPr>
          <a:xfrm>
            <a:off x="15910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7" name="Shape 2285"/>
          <p:cNvSpPr/>
          <p:nvPr/>
        </p:nvSpPr>
        <p:spPr>
          <a:xfrm>
            <a:off x="17007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8" name="Shape 2286"/>
          <p:cNvSpPr/>
          <p:nvPr/>
        </p:nvSpPr>
        <p:spPr>
          <a:xfrm>
            <a:off x="18105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9" name="Shape 2287"/>
          <p:cNvSpPr/>
          <p:nvPr/>
        </p:nvSpPr>
        <p:spPr>
          <a:xfrm>
            <a:off x="19202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0" name="Shape 2288"/>
          <p:cNvSpPr/>
          <p:nvPr/>
        </p:nvSpPr>
        <p:spPr>
          <a:xfrm>
            <a:off x="20299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1" name="Shape 2289"/>
          <p:cNvSpPr/>
          <p:nvPr/>
        </p:nvSpPr>
        <p:spPr>
          <a:xfrm>
            <a:off x="21396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2" name="Shape 2290"/>
          <p:cNvSpPr/>
          <p:nvPr/>
        </p:nvSpPr>
        <p:spPr>
          <a:xfrm>
            <a:off x="22494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3" name="Shape 2291"/>
          <p:cNvSpPr/>
          <p:nvPr/>
        </p:nvSpPr>
        <p:spPr>
          <a:xfrm>
            <a:off x="23591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4" name="Shape 2292"/>
          <p:cNvSpPr/>
          <p:nvPr/>
        </p:nvSpPr>
        <p:spPr>
          <a:xfrm>
            <a:off x="24688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5" name="Shape 2293"/>
          <p:cNvSpPr/>
          <p:nvPr/>
        </p:nvSpPr>
        <p:spPr>
          <a:xfrm>
            <a:off x="25786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6" name="Shape 2294"/>
          <p:cNvSpPr/>
          <p:nvPr/>
        </p:nvSpPr>
        <p:spPr>
          <a:xfrm>
            <a:off x="26883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7" name="Shape 2295"/>
          <p:cNvSpPr/>
          <p:nvPr/>
        </p:nvSpPr>
        <p:spPr>
          <a:xfrm>
            <a:off x="27980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8" name="Shape 2296"/>
          <p:cNvSpPr/>
          <p:nvPr/>
        </p:nvSpPr>
        <p:spPr>
          <a:xfrm>
            <a:off x="29077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9" name="Shape 2297"/>
          <p:cNvSpPr/>
          <p:nvPr/>
        </p:nvSpPr>
        <p:spPr>
          <a:xfrm>
            <a:off x="30175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0" name="Shape 2298"/>
          <p:cNvSpPr/>
          <p:nvPr/>
        </p:nvSpPr>
        <p:spPr>
          <a:xfrm>
            <a:off x="31272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1" name="Shape 2299"/>
          <p:cNvSpPr/>
          <p:nvPr/>
        </p:nvSpPr>
        <p:spPr>
          <a:xfrm>
            <a:off x="32369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2" name="Shape 2300"/>
          <p:cNvSpPr/>
          <p:nvPr/>
        </p:nvSpPr>
        <p:spPr>
          <a:xfrm>
            <a:off x="33467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3" name="Shape 2301"/>
          <p:cNvSpPr/>
          <p:nvPr/>
        </p:nvSpPr>
        <p:spPr>
          <a:xfrm>
            <a:off x="34564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4" name="Shape 2302"/>
          <p:cNvSpPr/>
          <p:nvPr/>
        </p:nvSpPr>
        <p:spPr>
          <a:xfrm>
            <a:off x="35661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5" name="Shape 2303"/>
          <p:cNvSpPr/>
          <p:nvPr/>
        </p:nvSpPr>
        <p:spPr>
          <a:xfrm>
            <a:off x="36758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6" name="Shape 2304"/>
          <p:cNvSpPr/>
          <p:nvPr/>
        </p:nvSpPr>
        <p:spPr>
          <a:xfrm>
            <a:off x="37856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7" name="Shape 2305"/>
          <p:cNvSpPr/>
          <p:nvPr/>
        </p:nvSpPr>
        <p:spPr>
          <a:xfrm>
            <a:off x="38953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8" name="Shape 2306"/>
          <p:cNvSpPr/>
          <p:nvPr/>
        </p:nvSpPr>
        <p:spPr>
          <a:xfrm>
            <a:off x="40050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9" name="Shape 2307"/>
          <p:cNvSpPr/>
          <p:nvPr/>
        </p:nvSpPr>
        <p:spPr>
          <a:xfrm>
            <a:off x="41148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0" name="Shape 2308"/>
          <p:cNvSpPr/>
          <p:nvPr/>
        </p:nvSpPr>
        <p:spPr>
          <a:xfrm>
            <a:off x="42245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1" name="Shape 2309"/>
          <p:cNvSpPr/>
          <p:nvPr/>
        </p:nvSpPr>
        <p:spPr>
          <a:xfrm>
            <a:off x="43342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2" name="Shape 2310"/>
          <p:cNvSpPr/>
          <p:nvPr/>
        </p:nvSpPr>
        <p:spPr>
          <a:xfrm>
            <a:off x="44439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3" name="Shape 2311"/>
          <p:cNvSpPr/>
          <p:nvPr/>
        </p:nvSpPr>
        <p:spPr>
          <a:xfrm>
            <a:off x="45537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4" name="Shape 2312"/>
          <p:cNvSpPr/>
          <p:nvPr/>
        </p:nvSpPr>
        <p:spPr>
          <a:xfrm>
            <a:off x="46634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5" name="Shape 2313"/>
          <p:cNvSpPr/>
          <p:nvPr/>
        </p:nvSpPr>
        <p:spPr>
          <a:xfrm>
            <a:off x="47731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6" name="Shape 2314"/>
          <p:cNvSpPr/>
          <p:nvPr/>
        </p:nvSpPr>
        <p:spPr>
          <a:xfrm>
            <a:off x="48828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7" name="Shape 2315"/>
          <p:cNvSpPr/>
          <p:nvPr/>
        </p:nvSpPr>
        <p:spPr>
          <a:xfrm>
            <a:off x="49926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8" name="Shape 2316"/>
          <p:cNvSpPr/>
          <p:nvPr/>
        </p:nvSpPr>
        <p:spPr>
          <a:xfrm>
            <a:off x="51023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9" name="Shape 2317"/>
          <p:cNvSpPr/>
          <p:nvPr/>
        </p:nvSpPr>
        <p:spPr>
          <a:xfrm>
            <a:off x="52120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0" name="Shape 2318"/>
          <p:cNvSpPr/>
          <p:nvPr/>
        </p:nvSpPr>
        <p:spPr>
          <a:xfrm>
            <a:off x="53218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1" name="Shape 2319"/>
          <p:cNvSpPr/>
          <p:nvPr/>
        </p:nvSpPr>
        <p:spPr>
          <a:xfrm>
            <a:off x="54315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2" name="Shape 2320"/>
          <p:cNvSpPr/>
          <p:nvPr/>
        </p:nvSpPr>
        <p:spPr>
          <a:xfrm>
            <a:off x="55412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3" name="Shape 2321"/>
          <p:cNvSpPr/>
          <p:nvPr/>
        </p:nvSpPr>
        <p:spPr>
          <a:xfrm>
            <a:off x="56509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4" name="Shape 2322"/>
          <p:cNvSpPr/>
          <p:nvPr/>
        </p:nvSpPr>
        <p:spPr>
          <a:xfrm>
            <a:off x="57607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5" name="Shape 2323"/>
          <p:cNvSpPr/>
          <p:nvPr/>
        </p:nvSpPr>
        <p:spPr>
          <a:xfrm>
            <a:off x="58704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6" name="Shape 2324"/>
          <p:cNvSpPr/>
          <p:nvPr/>
        </p:nvSpPr>
        <p:spPr>
          <a:xfrm>
            <a:off x="59801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7" name="Shape 2325"/>
          <p:cNvSpPr/>
          <p:nvPr/>
        </p:nvSpPr>
        <p:spPr>
          <a:xfrm>
            <a:off x="60899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8" name="Shape 2326"/>
          <p:cNvSpPr/>
          <p:nvPr/>
        </p:nvSpPr>
        <p:spPr>
          <a:xfrm>
            <a:off x="61996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9" name="Shape 2327"/>
          <p:cNvSpPr/>
          <p:nvPr/>
        </p:nvSpPr>
        <p:spPr>
          <a:xfrm>
            <a:off x="63093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0" name="Shape 2328"/>
          <p:cNvSpPr/>
          <p:nvPr/>
        </p:nvSpPr>
        <p:spPr>
          <a:xfrm>
            <a:off x="64190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1" name="Shape 2329"/>
          <p:cNvSpPr/>
          <p:nvPr/>
        </p:nvSpPr>
        <p:spPr>
          <a:xfrm>
            <a:off x="65288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2" name="Shape 2330"/>
          <p:cNvSpPr/>
          <p:nvPr/>
        </p:nvSpPr>
        <p:spPr>
          <a:xfrm>
            <a:off x="66385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3" name="Shape 2331"/>
          <p:cNvSpPr/>
          <p:nvPr/>
        </p:nvSpPr>
        <p:spPr>
          <a:xfrm>
            <a:off x="67482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4" name="Shape 2332"/>
          <p:cNvSpPr/>
          <p:nvPr/>
        </p:nvSpPr>
        <p:spPr>
          <a:xfrm>
            <a:off x="68580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5" name="Shape 2333"/>
          <p:cNvSpPr/>
          <p:nvPr/>
        </p:nvSpPr>
        <p:spPr>
          <a:xfrm>
            <a:off x="69677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6" name="Shape 2334"/>
          <p:cNvSpPr/>
          <p:nvPr/>
        </p:nvSpPr>
        <p:spPr>
          <a:xfrm>
            <a:off x="70774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7" name="Shape 2335"/>
          <p:cNvSpPr/>
          <p:nvPr/>
        </p:nvSpPr>
        <p:spPr>
          <a:xfrm>
            <a:off x="71871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8" name="Shape 2336"/>
          <p:cNvSpPr/>
          <p:nvPr/>
        </p:nvSpPr>
        <p:spPr>
          <a:xfrm>
            <a:off x="72969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9" name="Shape 2337"/>
          <p:cNvSpPr/>
          <p:nvPr/>
        </p:nvSpPr>
        <p:spPr>
          <a:xfrm>
            <a:off x="74066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0" name="Shape 2338"/>
          <p:cNvSpPr/>
          <p:nvPr/>
        </p:nvSpPr>
        <p:spPr>
          <a:xfrm>
            <a:off x="75163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1" name="Shape 2339"/>
          <p:cNvSpPr/>
          <p:nvPr/>
        </p:nvSpPr>
        <p:spPr>
          <a:xfrm>
            <a:off x="76260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2" name="Shape 2340"/>
          <p:cNvSpPr/>
          <p:nvPr/>
        </p:nvSpPr>
        <p:spPr>
          <a:xfrm>
            <a:off x="77358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3" name="Shape 2341"/>
          <p:cNvSpPr/>
          <p:nvPr/>
        </p:nvSpPr>
        <p:spPr>
          <a:xfrm>
            <a:off x="78455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4" name="Shape 2342"/>
          <p:cNvSpPr/>
          <p:nvPr/>
        </p:nvSpPr>
        <p:spPr>
          <a:xfrm>
            <a:off x="79552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5" name="Shape 2343"/>
          <p:cNvSpPr/>
          <p:nvPr/>
        </p:nvSpPr>
        <p:spPr>
          <a:xfrm>
            <a:off x="80650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6" name="Shape 2344"/>
          <p:cNvSpPr/>
          <p:nvPr/>
        </p:nvSpPr>
        <p:spPr>
          <a:xfrm>
            <a:off x="81747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7" name="Shape 2345"/>
          <p:cNvSpPr/>
          <p:nvPr/>
        </p:nvSpPr>
        <p:spPr>
          <a:xfrm>
            <a:off x="82844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8" name="Shape 2346"/>
          <p:cNvSpPr/>
          <p:nvPr/>
        </p:nvSpPr>
        <p:spPr>
          <a:xfrm>
            <a:off x="83941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9" name="Shape 2347"/>
          <p:cNvSpPr/>
          <p:nvPr/>
        </p:nvSpPr>
        <p:spPr>
          <a:xfrm>
            <a:off x="85039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0" name="Shape 2348"/>
          <p:cNvSpPr/>
          <p:nvPr/>
        </p:nvSpPr>
        <p:spPr>
          <a:xfrm>
            <a:off x="86136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1" name="Shape 2349"/>
          <p:cNvSpPr/>
          <p:nvPr/>
        </p:nvSpPr>
        <p:spPr>
          <a:xfrm>
            <a:off x="87233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2" name="Shape 2350"/>
          <p:cNvSpPr/>
          <p:nvPr/>
        </p:nvSpPr>
        <p:spPr>
          <a:xfrm>
            <a:off x="88331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3" name="Shape 2351"/>
          <p:cNvSpPr/>
          <p:nvPr/>
        </p:nvSpPr>
        <p:spPr>
          <a:xfrm>
            <a:off x="89428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4" name="Shape 2352"/>
          <p:cNvSpPr/>
          <p:nvPr/>
        </p:nvSpPr>
        <p:spPr>
          <a:xfrm>
            <a:off x="90525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5" name="Shape 2353"/>
          <p:cNvSpPr/>
          <p:nvPr/>
        </p:nvSpPr>
        <p:spPr>
          <a:xfrm>
            <a:off x="916228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6" name="Shape 2354"/>
          <p:cNvSpPr/>
          <p:nvPr/>
        </p:nvSpPr>
        <p:spPr>
          <a:xfrm>
            <a:off x="927201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7" name="Shape 2355"/>
          <p:cNvSpPr/>
          <p:nvPr/>
        </p:nvSpPr>
        <p:spPr>
          <a:xfrm>
            <a:off x="938174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8" name="Shape 2356"/>
          <p:cNvSpPr/>
          <p:nvPr/>
        </p:nvSpPr>
        <p:spPr>
          <a:xfrm>
            <a:off x="949147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9" name="Shape 2357"/>
          <p:cNvSpPr/>
          <p:nvPr/>
        </p:nvSpPr>
        <p:spPr>
          <a:xfrm>
            <a:off x="960120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0" name="Shape 2358"/>
          <p:cNvSpPr/>
          <p:nvPr/>
        </p:nvSpPr>
        <p:spPr>
          <a:xfrm>
            <a:off x="971092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1" name="Shape 2359"/>
          <p:cNvSpPr/>
          <p:nvPr/>
        </p:nvSpPr>
        <p:spPr>
          <a:xfrm>
            <a:off x="982065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2" name="Shape 2360"/>
          <p:cNvSpPr/>
          <p:nvPr/>
        </p:nvSpPr>
        <p:spPr>
          <a:xfrm>
            <a:off x="993038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3" name="Shape 2361"/>
          <p:cNvSpPr/>
          <p:nvPr/>
        </p:nvSpPr>
        <p:spPr>
          <a:xfrm>
            <a:off x="1004011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4" name="Shape 2362"/>
          <p:cNvSpPr/>
          <p:nvPr/>
        </p:nvSpPr>
        <p:spPr>
          <a:xfrm>
            <a:off x="1014984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5" name="Shape 2363"/>
          <p:cNvSpPr/>
          <p:nvPr/>
        </p:nvSpPr>
        <p:spPr>
          <a:xfrm>
            <a:off x="1025956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6" name="Shape 2364"/>
          <p:cNvSpPr/>
          <p:nvPr/>
        </p:nvSpPr>
        <p:spPr>
          <a:xfrm>
            <a:off x="1036929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7" name="Shape 2365"/>
          <p:cNvSpPr/>
          <p:nvPr/>
        </p:nvSpPr>
        <p:spPr>
          <a:xfrm>
            <a:off x="1047902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8" name="Shape 2366"/>
          <p:cNvSpPr/>
          <p:nvPr/>
        </p:nvSpPr>
        <p:spPr>
          <a:xfrm>
            <a:off x="1058875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9" name="Shape 2367"/>
          <p:cNvSpPr/>
          <p:nvPr/>
        </p:nvSpPr>
        <p:spPr>
          <a:xfrm>
            <a:off x="1069848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0" name="Shape 2368"/>
          <p:cNvSpPr/>
          <p:nvPr/>
        </p:nvSpPr>
        <p:spPr>
          <a:xfrm>
            <a:off x="1080820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1" name="Shape 2369"/>
          <p:cNvSpPr/>
          <p:nvPr/>
        </p:nvSpPr>
        <p:spPr>
          <a:xfrm>
            <a:off x="1091793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2" name="Shape 2370"/>
          <p:cNvSpPr/>
          <p:nvPr/>
        </p:nvSpPr>
        <p:spPr>
          <a:xfrm>
            <a:off x="1102766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3" name="Shape 2371"/>
          <p:cNvSpPr/>
          <p:nvPr/>
        </p:nvSpPr>
        <p:spPr>
          <a:xfrm>
            <a:off x="1113739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4" name="Shape 2372"/>
          <p:cNvSpPr/>
          <p:nvPr/>
        </p:nvSpPr>
        <p:spPr>
          <a:xfrm>
            <a:off x="1124712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5" name="Shape 2373"/>
          <p:cNvSpPr/>
          <p:nvPr/>
        </p:nvSpPr>
        <p:spPr>
          <a:xfrm>
            <a:off x="11356848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6" name="Shape 2374"/>
          <p:cNvSpPr/>
          <p:nvPr/>
        </p:nvSpPr>
        <p:spPr>
          <a:xfrm>
            <a:off x="11466576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7" name="Shape 2375"/>
          <p:cNvSpPr/>
          <p:nvPr/>
        </p:nvSpPr>
        <p:spPr>
          <a:xfrm>
            <a:off x="11576304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8" name="Shape 2376"/>
          <p:cNvSpPr/>
          <p:nvPr/>
        </p:nvSpPr>
        <p:spPr>
          <a:xfrm>
            <a:off x="11686032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9" name="Shape 2377"/>
          <p:cNvSpPr/>
          <p:nvPr/>
        </p:nvSpPr>
        <p:spPr>
          <a:xfrm>
            <a:off x="11795760" y="3675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0" name="Shape 2378"/>
          <p:cNvSpPr/>
          <p:nvPr/>
        </p:nvSpPr>
        <p:spPr>
          <a:xfrm>
            <a:off x="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1" name="Shape 2379"/>
          <p:cNvSpPr/>
          <p:nvPr/>
        </p:nvSpPr>
        <p:spPr>
          <a:xfrm>
            <a:off x="1097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2" name="Shape 2380"/>
          <p:cNvSpPr/>
          <p:nvPr/>
        </p:nvSpPr>
        <p:spPr>
          <a:xfrm>
            <a:off x="2194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3" name="Shape 2381"/>
          <p:cNvSpPr/>
          <p:nvPr/>
        </p:nvSpPr>
        <p:spPr>
          <a:xfrm>
            <a:off x="3291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4" name="Shape 2382"/>
          <p:cNvSpPr/>
          <p:nvPr/>
        </p:nvSpPr>
        <p:spPr>
          <a:xfrm>
            <a:off x="4389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5" name="Shape 2383"/>
          <p:cNvSpPr/>
          <p:nvPr/>
        </p:nvSpPr>
        <p:spPr>
          <a:xfrm>
            <a:off x="5486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6" name="Shape 2384"/>
          <p:cNvSpPr/>
          <p:nvPr/>
        </p:nvSpPr>
        <p:spPr>
          <a:xfrm>
            <a:off x="6583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7" name="Shape 2385"/>
          <p:cNvSpPr/>
          <p:nvPr/>
        </p:nvSpPr>
        <p:spPr>
          <a:xfrm>
            <a:off x="7680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8" name="Shape 2386"/>
          <p:cNvSpPr/>
          <p:nvPr/>
        </p:nvSpPr>
        <p:spPr>
          <a:xfrm>
            <a:off x="8778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9" name="Shape 2387"/>
          <p:cNvSpPr/>
          <p:nvPr/>
        </p:nvSpPr>
        <p:spPr>
          <a:xfrm>
            <a:off x="9875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0" name="Shape 2388"/>
          <p:cNvSpPr/>
          <p:nvPr/>
        </p:nvSpPr>
        <p:spPr>
          <a:xfrm>
            <a:off x="10972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1" name="Shape 2389"/>
          <p:cNvSpPr/>
          <p:nvPr/>
        </p:nvSpPr>
        <p:spPr>
          <a:xfrm>
            <a:off x="12070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2" name="Shape 2390"/>
          <p:cNvSpPr/>
          <p:nvPr/>
        </p:nvSpPr>
        <p:spPr>
          <a:xfrm>
            <a:off x="13167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3" name="Shape 2391"/>
          <p:cNvSpPr/>
          <p:nvPr/>
        </p:nvSpPr>
        <p:spPr>
          <a:xfrm>
            <a:off x="14264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4" name="Shape 2392"/>
          <p:cNvSpPr/>
          <p:nvPr/>
        </p:nvSpPr>
        <p:spPr>
          <a:xfrm>
            <a:off x="15361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5" name="Shape 2393"/>
          <p:cNvSpPr/>
          <p:nvPr/>
        </p:nvSpPr>
        <p:spPr>
          <a:xfrm>
            <a:off x="16459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6" name="Shape 2394"/>
          <p:cNvSpPr/>
          <p:nvPr/>
        </p:nvSpPr>
        <p:spPr>
          <a:xfrm>
            <a:off x="17556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7" name="Shape 2395"/>
          <p:cNvSpPr/>
          <p:nvPr/>
        </p:nvSpPr>
        <p:spPr>
          <a:xfrm>
            <a:off x="18653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8" name="Shape 2396"/>
          <p:cNvSpPr/>
          <p:nvPr/>
        </p:nvSpPr>
        <p:spPr>
          <a:xfrm>
            <a:off x="19751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9" name="Shape 2397"/>
          <p:cNvSpPr/>
          <p:nvPr/>
        </p:nvSpPr>
        <p:spPr>
          <a:xfrm>
            <a:off x="20848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0" name="Shape 2398"/>
          <p:cNvSpPr/>
          <p:nvPr/>
        </p:nvSpPr>
        <p:spPr>
          <a:xfrm>
            <a:off x="21945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1" name="Shape 2399"/>
          <p:cNvSpPr/>
          <p:nvPr/>
        </p:nvSpPr>
        <p:spPr>
          <a:xfrm>
            <a:off x="23042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2" name="Shape 2400"/>
          <p:cNvSpPr/>
          <p:nvPr/>
        </p:nvSpPr>
        <p:spPr>
          <a:xfrm>
            <a:off x="24140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3" name="Shape 2401"/>
          <p:cNvSpPr/>
          <p:nvPr/>
        </p:nvSpPr>
        <p:spPr>
          <a:xfrm>
            <a:off x="25237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4" name="Shape 2402"/>
          <p:cNvSpPr/>
          <p:nvPr/>
        </p:nvSpPr>
        <p:spPr>
          <a:xfrm>
            <a:off x="26334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5" name="Shape 2403"/>
          <p:cNvSpPr/>
          <p:nvPr/>
        </p:nvSpPr>
        <p:spPr>
          <a:xfrm>
            <a:off x="27432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6" name="Shape 2404"/>
          <p:cNvSpPr/>
          <p:nvPr/>
        </p:nvSpPr>
        <p:spPr>
          <a:xfrm>
            <a:off x="28529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7" name="Shape 2405"/>
          <p:cNvSpPr/>
          <p:nvPr/>
        </p:nvSpPr>
        <p:spPr>
          <a:xfrm>
            <a:off x="29626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8" name="Shape 2406"/>
          <p:cNvSpPr/>
          <p:nvPr/>
        </p:nvSpPr>
        <p:spPr>
          <a:xfrm>
            <a:off x="30723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9" name="Shape 2407"/>
          <p:cNvSpPr/>
          <p:nvPr/>
        </p:nvSpPr>
        <p:spPr>
          <a:xfrm>
            <a:off x="31821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0" name="Shape 2408"/>
          <p:cNvSpPr/>
          <p:nvPr/>
        </p:nvSpPr>
        <p:spPr>
          <a:xfrm>
            <a:off x="32918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1" name="Shape 2409"/>
          <p:cNvSpPr/>
          <p:nvPr/>
        </p:nvSpPr>
        <p:spPr>
          <a:xfrm>
            <a:off x="34015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2" name="Shape 2410"/>
          <p:cNvSpPr/>
          <p:nvPr/>
        </p:nvSpPr>
        <p:spPr>
          <a:xfrm>
            <a:off x="35112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3" name="Shape 2411"/>
          <p:cNvSpPr/>
          <p:nvPr/>
        </p:nvSpPr>
        <p:spPr>
          <a:xfrm>
            <a:off x="36210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4" name="Shape 2412"/>
          <p:cNvSpPr/>
          <p:nvPr/>
        </p:nvSpPr>
        <p:spPr>
          <a:xfrm>
            <a:off x="37307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5" name="Shape 2413"/>
          <p:cNvSpPr/>
          <p:nvPr/>
        </p:nvSpPr>
        <p:spPr>
          <a:xfrm>
            <a:off x="38404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6" name="Shape 2414"/>
          <p:cNvSpPr/>
          <p:nvPr/>
        </p:nvSpPr>
        <p:spPr>
          <a:xfrm>
            <a:off x="39502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7" name="Shape 2415"/>
          <p:cNvSpPr/>
          <p:nvPr/>
        </p:nvSpPr>
        <p:spPr>
          <a:xfrm>
            <a:off x="40599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8" name="Shape 2416"/>
          <p:cNvSpPr/>
          <p:nvPr/>
        </p:nvSpPr>
        <p:spPr>
          <a:xfrm>
            <a:off x="41696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9" name="Shape 2417"/>
          <p:cNvSpPr/>
          <p:nvPr/>
        </p:nvSpPr>
        <p:spPr>
          <a:xfrm>
            <a:off x="42793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0" name="Shape 2418"/>
          <p:cNvSpPr/>
          <p:nvPr/>
        </p:nvSpPr>
        <p:spPr>
          <a:xfrm>
            <a:off x="43891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1" name="Shape 2419"/>
          <p:cNvSpPr/>
          <p:nvPr/>
        </p:nvSpPr>
        <p:spPr>
          <a:xfrm>
            <a:off x="44988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2" name="Shape 2420"/>
          <p:cNvSpPr/>
          <p:nvPr/>
        </p:nvSpPr>
        <p:spPr>
          <a:xfrm>
            <a:off x="46085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3" name="Shape 2421"/>
          <p:cNvSpPr/>
          <p:nvPr/>
        </p:nvSpPr>
        <p:spPr>
          <a:xfrm>
            <a:off x="47183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4" name="Shape 2422"/>
          <p:cNvSpPr/>
          <p:nvPr/>
        </p:nvSpPr>
        <p:spPr>
          <a:xfrm>
            <a:off x="48280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5" name="Shape 2423"/>
          <p:cNvSpPr/>
          <p:nvPr/>
        </p:nvSpPr>
        <p:spPr>
          <a:xfrm>
            <a:off x="49377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6" name="Shape 2424"/>
          <p:cNvSpPr/>
          <p:nvPr/>
        </p:nvSpPr>
        <p:spPr>
          <a:xfrm>
            <a:off x="50474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7" name="Shape 2425"/>
          <p:cNvSpPr/>
          <p:nvPr/>
        </p:nvSpPr>
        <p:spPr>
          <a:xfrm>
            <a:off x="51572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8" name="Shape 2426"/>
          <p:cNvSpPr/>
          <p:nvPr/>
        </p:nvSpPr>
        <p:spPr>
          <a:xfrm>
            <a:off x="52669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9" name="Shape 2427"/>
          <p:cNvSpPr/>
          <p:nvPr/>
        </p:nvSpPr>
        <p:spPr>
          <a:xfrm>
            <a:off x="53766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0" name="Shape 2428"/>
          <p:cNvSpPr/>
          <p:nvPr/>
        </p:nvSpPr>
        <p:spPr>
          <a:xfrm>
            <a:off x="54864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1" name="Shape 2429"/>
          <p:cNvSpPr/>
          <p:nvPr/>
        </p:nvSpPr>
        <p:spPr>
          <a:xfrm>
            <a:off x="55961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2" name="Shape 2430"/>
          <p:cNvSpPr/>
          <p:nvPr/>
        </p:nvSpPr>
        <p:spPr>
          <a:xfrm>
            <a:off x="57058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3" name="Shape 2431"/>
          <p:cNvSpPr/>
          <p:nvPr/>
        </p:nvSpPr>
        <p:spPr>
          <a:xfrm>
            <a:off x="58155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4" name="Shape 2432"/>
          <p:cNvSpPr/>
          <p:nvPr/>
        </p:nvSpPr>
        <p:spPr>
          <a:xfrm>
            <a:off x="59253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5" name="Shape 2433"/>
          <p:cNvSpPr/>
          <p:nvPr/>
        </p:nvSpPr>
        <p:spPr>
          <a:xfrm>
            <a:off x="60350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6" name="Shape 2434"/>
          <p:cNvSpPr/>
          <p:nvPr/>
        </p:nvSpPr>
        <p:spPr>
          <a:xfrm>
            <a:off x="61447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7" name="Shape 2435"/>
          <p:cNvSpPr/>
          <p:nvPr/>
        </p:nvSpPr>
        <p:spPr>
          <a:xfrm>
            <a:off x="62544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8" name="Shape 2436"/>
          <p:cNvSpPr/>
          <p:nvPr/>
        </p:nvSpPr>
        <p:spPr>
          <a:xfrm>
            <a:off x="63642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9" name="Shape 2437"/>
          <p:cNvSpPr/>
          <p:nvPr/>
        </p:nvSpPr>
        <p:spPr>
          <a:xfrm>
            <a:off x="64739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0" name="Shape 2438"/>
          <p:cNvSpPr/>
          <p:nvPr/>
        </p:nvSpPr>
        <p:spPr>
          <a:xfrm>
            <a:off x="65836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1" name="Shape 2439"/>
          <p:cNvSpPr/>
          <p:nvPr/>
        </p:nvSpPr>
        <p:spPr>
          <a:xfrm>
            <a:off x="66934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2" name="Shape 2440"/>
          <p:cNvSpPr/>
          <p:nvPr/>
        </p:nvSpPr>
        <p:spPr>
          <a:xfrm>
            <a:off x="68031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3" name="Shape 2441"/>
          <p:cNvSpPr/>
          <p:nvPr/>
        </p:nvSpPr>
        <p:spPr>
          <a:xfrm>
            <a:off x="69128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4" name="Shape 2442"/>
          <p:cNvSpPr/>
          <p:nvPr/>
        </p:nvSpPr>
        <p:spPr>
          <a:xfrm>
            <a:off x="70225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5" name="Shape 2443"/>
          <p:cNvSpPr/>
          <p:nvPr/>
        </p:nvSpPr>
        <p:spPr>
          <a:xfrm>
            <a:off x="71323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6" name="Shape 2444"/>
          <p:cNvSpPr/>
          <p:nvPr/>
        </p:nvSpPr>
        <p:spPr>
          <a:xfrm>
            <a:off x="72420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7" name="Shape 2445"/>
          <p:cNvSpPr/>
          <p:nvPr/>
        </p:nvSpPr>
        <p:spPr>
          <a:xfrm>
            <a:off x="73517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8" name="Shape 2446"/>
          <p:cNvSpPr/>
          <p:nvPr/>
        </p:nvSpPr>
        <p:spPr>
          <a:xfrm>
            <a:off x="74615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9" name="Shape 2447"/>
          <p:cNvSpPr/>
          <p:nvPr/>
        </p:nvSpPr>
        <p:spPr>
          <a:xfrm>
            <a:off x="75712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0" name="Shape 2448"/>
          <p:cNvSpPr/>
          <p:nvPr/>
        </p:nvSpPr>
        <p:spPr>
          <a:xfrm>
            <a:off x="76809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1" name="Shape 2449"/>
          <p:cNvSpPr/>
          <p:nvPr/>
        </p:nvSpPr>
        <p:spPr>
          <a:xfrm>
            <a:off x="77906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2" name="Shape 2450"/>
          <p:cNvSpPr/>
          <p:nvPr/>
        </p:nvSpPr>
        <p:spPr>
          <a:xfrm>
            <a:off x="79004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3" name="Shape 2451"/>
          <p:cNvSpPr/>
          <p:nvPr/>
        </p:nvSpPr>
        <p:spPr>
          <a:xfrm>
            <a:off x="80101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4" name="Shape 2452"/>
          <p:cNvSpPr/>
          <p:nvPr/>
        </p:nvSpPr>
        <p:spPr>
          <a:xfrm>
            <a:off x="81198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5" name="Shape 2453"/>
          <p:cNvSpPr/>
          <p:nvPr/>
        </p:nvSpPr>
        <p:spPr>
          <a:xfrm>
            <a:off x="82296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6" name="Shape 2454"/>
          <p:cNvSpPr/>
          <p:nvPr/>
        </p:nvSpPr>
        <p:spPr>
          <a:xfrm>
            <a:off x="83393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7" name="Shape 2455"/>
          <p:cNvSpPr/>
          <p:nvPr/>
        </p:nvSpPr>
        <p:spPr>
          <a:xfrm>
            <a:off x="84490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8" name="Shape 2456"/>
          <p:cNvSpPr/>
          <p:nvPr/>
        </p:nvSpPr>
        <p:spPr>
          <a:xfrm>
            <a:off x="85587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9" name="Shape 2457"/>
          <p:cNvSpPr/>
          <p:nvPr/>
        </p:nvSpPr>
        <p:spPr>
          <a:xfrm>
            <a:off x="86685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0" name="Shape 2458"/>
          <p:cNvSpPr/>
          <p:nvPr/>
        </p:nvSpPr>
        <p:spPr>
          <a:xfrm>
            <a:off x="87782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1" name="Shape 2459"/>
          <p:cNvSpPr/>
          <p:nvPr/>
        </p:nvSpPr>
        <p:spPr>
          <a:xfrm>
            <a:off x="88879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2" name="Shape 2460"/>
          <p:cNvSpPr/>
          <p:nvPr/>
        </p:nvSpPr>
        <p:spPr>
          <a:xfrm>
            <a:off x="89976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3" name="Shape 2461"/>
          <p:cNvSpPr/>
          <p:nvPr/>
        </p:nvSpPr>
        <p:spPr>
          <a:xfrm>
            <a:off x="910742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4" name="Shape 2462"/>
          <p:cNvSpPr/>
          <p:nvPr/>
        </p:nvSpPr>
        <p:spPr>
          <a:xfrm>
            <a:off x="921715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5" name="Shape 2463"/>
          <p:cNvSpPr/>
          <p:nvPr/>
        </p:nvSpPr>
        <p:spPr>
          <a:xfrm>
            <a:off x="932688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6" name="Shape 2464"/>
          <p:cNvSpPr/>
          <p:nvPr/>
        </p:nvSpPr>
        <p:spPr>
          <a:xfrm>
            <a:off x="943660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7" name="Shape 2465"/>
          <p:cNvSpPr/>
          <p:nvPr/>
        </p:nvSpPr>
        <p:spPr>
          <a:xfrm>
            <a:off x="954633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8" name="Shape 2466"/>
          <p:cNvSpPr/>
          <p:nvPr/>
        </p:nvSpPr>
        <p:spPr>
          <a:xfrm>
            <a:off x="965606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9" name="Shape 2467"/>
          <p:cNvSpPr/>
          <p:nvPr/>
        </p:nvSpPr>
        <p:spPr>
          <a:xfrm>
            <a:off x="976579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0" name="Shape 2468"/>
          <p:cNvSpPr/>
          <p:nvPr/>
        </p:nvSpPr>
        <p:spPr>
          <a:xfrm>
            <a:off x="987552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1" name="Shape 2469"/>
          <p:cNvSpPr/>
          <p:nvPr/>
        </p:nvSpPr>
        <p:spPr>
          <a:xfrm>
            <a:off x="998524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2" name="Shape 2470"/>
          <p:cNvSpPr/>
          <p:nvPr/>
        </p:nvSpPr>
        <p:spPr>
          <a:xfrm>
            <a:off x="1009497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3" name="Shape 2471"/>
          <p:cNvSpPr/>
          <p:nvPr/>
        </p:nvSpPr>
        <p:spPr>
          <a:xfrm>
            <a:off x="1020470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4" name="Shape 2472"/>
          <p:cNvSpPr/>
          <p:nvPr/>
        </p:nvSpPr>
        <p:spPr>
          <a:xfrm>
            <a:off x="1031443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5" name="Shape 2473"/>
          <p:cNvSpPr/>
          <p:nvPr/>
        </p:nvSpPr>
        <p:spPr>
          <a:xfrm>
            <a:off x="1042416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6" name="Shape 2474"/>
          <p:cNvSpPr/>
          <p:nvPr/>
        </p:nvSpPr>
        <p:spPr>
          <a:xfrm>
            <a:off x="1053388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7" name="Shape 2475"/>
          <p:cNvSpPr/>
          <p:nvPr/>
        </p:nvSpPr>
        <p:spPr>
          <a:xfrm>
            <a:off x="1064361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8" name="Shape 2476"/>
          <p:cNvSpPr/>
          <p:nvPr/>
        </p:nvSpPr>
        <p:spPr>
          <a:xfrm>
            <a:off x="1075334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9" name="Shape 2477"/>
          <p:cNvSpPr/>
          <p:nvPr/>
        </p:nvSpPr>
        <p:spPr>
          <a:xfrm>
            <a:off x="1086307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0" name="Shape 2478"/>
          <p:cNvSpPr/>
          <p:nvPr/>
        </p:nvSpPr>
        <p:spPr>
          <a:xfrm>
            <a:off x="1097280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1" name="Shape 2479"/>
          <p:cNvSpPr/>
          <p:nvPr/>
        </p:nvSpPr>
        <p:spPr>
          <a:xfrm>
            <a:off x="1108252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2" name="Shape 2480"/>
          <p:cNvSpPr/>
          <p:nvPr/>
        </p:nvSpPr>
        <p:spPr>
          <a:xfrm>
            <a:off x="1119225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3" name="Shape 2481"/>
          <p:cNvSpPr/>
          <p:nvPr/>
        </p:nvSpPr>
        <p:spPr>
          <a:xfrm>
            <a:off x="11301984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4" name="Shape 2482"/>
          <p:cNvSpPr/>
          <p:nvPr/>
        </p:nvSpPr>
        <p:spPr>
          <a:xfrm>
            <a:off x="11411712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5" name="Shape 2483"/>
          <p:cNvSpPr/>
          <p:nvPr/>
        </p:nvSpPr>
        <p:spPr>
          <a:xfrm>
            <a:off x="11521440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6" name="Shape 2484"/>
          <p:cNvSpPr/>
          <p:nvPr/>
        </p:nvSpPr>
        <p:spPr>
          <a:xfrm>
            <a:off x="11631168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7" name="Shape 2485"/>
          <p:cNvSpPr/>
          <p:nvPr/>
        </p:nvSpPr>
        <p:spPr>
          <a:xfrm>
            <a:off x="11740896" y="3785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8" name="Shape 2486"/>
          <p:cNvSpPr/>
          <p:nvPr/>
        </p:nvSpPr>
        <p:spPr>
          <a:xfrm>
            <a:off x="0" y="3931920"/>
            <a:ext cx="9144000" cy="1216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9" name="Text 2487"/>
          <p:cNvSpPr/>
          <p:nvPr/>
        </p:nvSpPr>
        <p:spPr>
          <a:xfrm>
            <a:off x="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</a:rPr>
              <a:t>Session 4</a:t>
            </a:r>
            <a:endParaRPr lang="en-US" sz="2000" dirty="0"/>
          </a:p>
        </p:txBody>
      </p:sp>
      <p:sp>
        <p:nvSpPr>
          <p:cNvPr id="2490" name="Text 2488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Tool Agent 제작</a:t>
            </a:r>
            <a:endParaRPr lang="en-US" sz="4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Agent의 Tool 사용 원리를 이해한다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검색 도구를 연동한 Agent를 만든다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나만의 에이전트를 기획하고 구현한다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Tool이란?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216726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"LLM이 외부 세상과 상호작용하는 "손""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31520" y="2240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🔍 웹 검색: 인터넷에서 정보 검색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697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🧮 계산기: 수학 계산 수행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31520" y="3154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🌤️ 날씨 API: 실시간 날씨 정보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📁 파일: 파일 읽기/쓰기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731520" y="4069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🐍 Python: 코드 실행</a:t>
            </a:r>
            <a:endParaRPr lang="en-US" sz="2000" dirty="0"/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418AB65D-A752-1C3A-C710-581ECF7D7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291" y="2671482"/>
            <a:ext cx="4269921" cy="19416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 워크플로우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사용자: "서울 날씨 알려줘"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LLM이 도구 필요 여부 판단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LLM → JSON: {name: "get_weather", args: {city: "Seoul"}}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4. 앱이 실제 함수 실행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31520" y="3383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5. 결과를 LLM에게 전달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6. LLM → 최종 응답 생성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정의 3요소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이름 (name)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도구를 식별하는 고유 이름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설명 (description)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1097280" y="2880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LLM이 언제 이 도구를 사용해야 하는지 이해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파라미터 (parameters)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10972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○  도구 실행에 필요한 입력값 정의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DuckDuckGo 검색 도구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441809" cy="2581422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duckduckgo_search import DDGS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DDGS().text(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keywords="Python 머신러닝",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region="kr-kr",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max_results=5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results: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print(f"제목: {r['title']}")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print(f"설명: {r['body']}\n")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731520" y="4114800"/>
            <a:ext cx="7441809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91440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duckduckgo-search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Tool 정의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80"/>
            <a:ext cx="7821637" cy="274320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langchain_core.tools import tool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(query: str) -&gt; str: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"""웹에서 최신 정보를 검색합니다.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query: 검색할 키워드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duckduckgo_search import DDGS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DDGS().text(query, max_results=3)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"\n".join([r['body'] for r in results])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BFF92-0C2D-5990-8D03-19422071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19D139-1E17-5CEE-9480-D47A120F7AB1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FB587E-0BC8-1020-8740-9BE276ED577A}"/>
              </a:ext>
            </a:extLst>
          </p:cNvPr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DDC401-BF48-D96F-741A-27765D8B69D0}"/>
              </a:ext>
            </a:extLst>
          </p:cNvPr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853BC3-2D84-054A-E77D-30DA34DE4447}"/>
              </a:ext>
            </a:extLst>
          </p:cNvPr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08AAD2B-A1CC-865F-540C-6F2C0FCA29C7}"/>
              </a:ext>
            </a:extLst>
          </p:cNvPr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7917023-4633-CE1B-DA26-0D8F9D71BB6A}"/>
              </a:ext>
            </a:extLst>
          </p:cNvPr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261B5E0-D9D9-7632-8000-BE05D5EEC791}"/>
              </a:ext>
            </a:extLst>
          </p:cNvPr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88C01C5-CD05-6643-6BE0-FD8D12EE7665}"/>
              </a:ext>
            </a:extLst>
          </p:cNvPr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85627A7-907E-D3B5-CBC4-6A082862D57D}"/>
              </a:ext>
            </a:extLst>
          </p:cNvPr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CC9D7F-9B69-E282-ADC7-1849D3C6EFEB}"/>
              </a:ext>
            </a:extLst>
          </p:cNvPr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D80D38E-0577-82E8-97A6-7BC973913152}"/>
              </a:ext>
            </a:extLst>
          </p:cNvPr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885941E-1EE7-67DC-2F1D-7454A8676AC9}"/>
              </a:ext>
            </a:extLst>
          </p:cNvPr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AF3C5FB-59F8-FC3B-40E0-69179D42219F}"/>
              </a:ext>
            </a:extLst>
          </p:cNvPr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357331F-158C-CD1D-D8A2-37D0E8544269}"/>
              </a:ext>
            </a:extLst>
          </p:cNvPr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B6F5215-4A6D-A225-FBF4-7814C809DE73}"/>
              </a:ext>
            </a:extLst>
          </p:cNvPr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8B155A0-B6AF-6A93-25FD-3CA27062E9B1}"/>
              </a:ext>
            </a:extLst>
          </p:cNvPr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3B547C7-3BC7-7AAC-3003-57D280030A56}"/>
              </a:ext>
            </a:extLst>
          </p:cNvPr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43AC66F-51D5-0D72-4021-77940025E43E}"/>
              </a:ext>
            </a:extLst>
          </p:cNvPr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64733CF-6A73-7937-08FF-0CB62149CEB5}"/>
              </a:ext>
            </a:extLst>
          </p:cNvPr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65F520B-F687-4F71-5AAA-800E4A54B328}"/>
              </a:ext>
            </a:extLst>
          </p:cNvPr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53CD043-40F4-26FA-314A-62EF161338AE}"/>
              </a:ext>
            </a:extLst>
          </p:cNvPr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FD17043-FBAA-4FB5-6DE9-13835AD9CAB1}"/>
              </a:ext>
            </a:extLst>
          </p:cNvPr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76A0DA1-4A3B-C10A-AD5C-0682C42CCB1A}"/>
              </a:ext>
            </a:extLst>
          </p:cNvPr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DA5DEEE-A3FD-BF11-F0E8-361CC216000C}"/>
              </a:ext>
            </a:extLst>
          </p:cNvPr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7294D83-F9FD-3FA6-47B2-CA14F2AA04FC}"/>
              </a:ext>
            </a:extLst>
          </p:cNvPr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34FFD48-ECE2-BD77-81B8-3E74A1AEC74F}"/>
              </a:ext>
            </a:extLst>
          </p:cNvPr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D799E8F-67AC-C4E4-F206-3CD18C42C20F}"/>
              </a:ext>
            </a:extLst>
          </p:cNvPr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0480FFE-9025-A0FC-649F-9EFE9280DA03}"/>
              </a:ext>
            </a:extLst>
          </p:cNvPr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0622E2A-2EB9-D98E-F583-3FDB66040C7D}"/>
              </a:ext>
            </a:extLst>
          </p:cNvPr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D9F101F-A76C-6282-08B2-B975C8E8A9D6}"/>
              </a:ext>
            </a:extLst>
          </p:cNvPr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60EDD41-2FDC-7ABB-EB7B-9747D7D96B2E}"/>
              </a:ext>
            </a:extLst>
          </p:cNvPr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86CF7A7-098E-2843-6556-D7123733E255}"/>
              </a:ext>
            </a:extLst>
          </p:cNvPr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60BD844-DA2D-5408-5BBA-A75F37A9D7BC}"/>
              </a:ext>
            </a:extLst>
          </p:cNvPr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C7DB138-BCD5-0890-4C1F-FD116261DCD1}"/>
              </a:ext>
            </a:extLst>
          </p:cNvPr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9D9EC5A-9665-D269-8A2F-13FD88E7F312}"/>
              </a:ext>
            </a:extLst>
          </p:cNvPr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017CACE-EA8E-1691-E947-3F538949E5A7}"/>
              </a:ext>
            </a:extLst>
          </p:cNvPr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5E856AEC-09EC-E5FF-C0ED-12BC75BED039}"/>
              </a:ext>
            </a:extLst>
          </p:cNvPr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19F760E-2E45-B6F5-6BA8-71CFD7F544DC}"/>
              </a:ext>
            </a:extLst>
          </p:cNvPr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6BF40C4-FA1F-CFE4-08EC-1DDF3CA40DE4}"/>
              </a:ext>
            </a:extLst>
          </p:cNvPr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F238093-D21D-9AC7-C15F-031BBADDABFC}"/>
              </a:ext>
            </a:extLst>
          </p:cNvPr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1197D2C-387C-F396-C2EC-8877A47EA3E7}"/>
              </a:ext>
            </a:extLst>
          </p:cNvPr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4E09282-764D-7EF0-8CC1-CEE0053878B6}"/>
              </a:ext>
            </a:extLst>
          </p:cNvPr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03351271-9779-E9F5-D5BE-8F453F64CFC3}"/>
              </a:ext>
            </a:extLst>
          </p:cNvPr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496E913-55E4-D700-2602-C9C80B319A75}"/>
              </a:ext>
            </a:extLst>
          </p:cNvPr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786CD2BC-35B0-5C13-BAE2-37E431BC67E6}"/>
              </a:ext>
            </a:extLst>
          </p:cNvPr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A64B4A4-E693-2B7A-27BC-B0070C87E014}"/>
              </a:ext>
            </a:extLst>
          </p:cNvPr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CC48ED6-36E0-A982-F197-0388293C120E}"/>
              </a:ext>
            </a:extLst>
          </p:cNvPr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F777DBB-13B3-6EAB-B694-6F13CE3258AE}"/>
              </a:ext>
            </a:extLst>
          </p:cNvPr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46F833B-E9E1-9998-8DB7-0FC8D1E8D5F5}"/>
              </a:ext>
            </a:extLst>
          </p:cNvPr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0C1C617B-C512-5AB3-59D1-4D8E147CE883}"/>
              </a:ext>
            </a:extLst>
          </p:cNvPr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2A2224A-62FD-FAC4-6581-742B08038190}"/>
              </a:ext>
            </a:extLst>
          </p:cNvPr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83C0E2BB-33AD-B188-C69B-E851375DCDD5}"/>
              </a:ext>
            </a:extLst>
          </p:cNvPr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F525CCB8-4DA6-BDDB-1F8A-586E8267ACF9}"/>
              </a:ext>
            </a:extLst>
          </p:cNvPr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C7F342D3-3989-CB12-5130-22264237191D}"/>
              </a:ext>
            </a:extLst>
          </p:cNvPr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D7FB75A0-1F17-E57E-9C1F-A518E3FC7B88}"/>
              </a:ext>
            </a:extLst>
          </p:cNvPr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1617D7F-A21A-B3F2-DA03-54623E17BF8D}"/>
              </a:ext>
            </a:extLst>
          </p:cNvPr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79D5BD8-36C5-0C7E-AE62-6980AC42B0D1}"/>
              </a:ext>
            </a:extLst>
          </p:cNvPr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2BAF7BDA-3857-B1DB-A24E-09A3B6B5D89F}"/>
              </a:ext>
            </a:extLst>
          </p:cNvPr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49771FE8-0553-2429-7CF8-8745CE6D36B5}"/>
              </a:ext>
            </a:extLst>
          </p:cNvPr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9D0F51E-682E-53CF-0FD2-691C84807B30}"/>
              </a:ext>
            </a:extLst>
          </p:cNvPr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F21359C-A2AD-2F8C-C1E2-402E8A720C39}"/>
              </a:ext>
            </a:extLst>
          </p:cNvPr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A6B231CA-A448-24FC-6658-B18040E6EB54}"/>
              </a:ext>
            </a:extLst>
          </p:cNvPr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F4CD72C5-E2CC-1675-B273-935618B45A4C}"/>
              </a:ext>
            </a:extLst>
          </p:cNvPr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8B9D1B0-0FC3-6B6F-2504-908CF65F886D}"/>
              </a:ext>
            </a:extLst>
          </p:cNvPr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F790103B-157D-FDDA-22E3-605CF480E2CB}"/>
              </a:ext>
            </a:extLst>
          </p:cNvPr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6A439836-7619-BAF0-1E7C-6FCCCFDCA161}"/>
              </a:ext>
            </a:extLst>
          </p:cNvPr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F5B48139-365F-8ED0-7FD8-96F41C118D27}"/>
              </a:ext>
            </a:extLst>
          </p:cNvPr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163C8327-0BEA-01D0-A565-7B173529AC62}"/>
              </a:ext>
            </a:extLst>
          </p:cNvPr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ACD4995-4AE8-50F5-7958-678D289D7283}"/>
              </a:ext>
            </a:extLst>
          </p:cNvPr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7E1984AA-3F8B-3C24-4FD9-AE6077422A63}"/>
              </a:ext>
            </a:extLst>
          </p:cNvPr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68A81CD3-55A5-C735-4C59-457D88ADC9A7}"/>
              </a:ext>
            </a:extLst>
          </p:cNvPr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D8B77D91-784A-7022-5478-356D1CA89334}"/>
              </a:ext>
            </a:extLst>
          </p:cNvPr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C68AB729-0ED6-30B8-BA58-FACFCB2E57EA}"/>
              </a:ext>
            </a:extLst>
          </p:cNvPr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C45BDA9A-59CC-9A04-659C-49407342E5B2}"/>
              </a:ext>
            </a:extLst>
          </p:cNvPr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BEA35CEC-F7DD-C6B8-9E96-F8CAED2931E7}"/>
              </a:ext>
            </a:extLst>
          </p:cNvPr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3BA3CB67-0F86-4849-5CA4-6E2057824067}"/>
              </a:ext>
            </a:extLst>
          </p:cNvPr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7792E0C4-BE4E-E415-1F8C-F8FAD31B9004}"/>
              </a:ext>
            </a:extLst>
          </p:cNvPr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13A7E958-B40E-2755-F189-2CF2677ABBB5}"/>
              </a:ext>
            </a:extLst>
          </p:cNvPr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A6069AC1-F85F-AC22-CD48-43100531F936}"/>
              </a:ext>
            </a:extLst>
          </p:cNvPr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7CEF6D1D-5845-5BAD-F015-AE935D520F89}"/>
              </a:ext>
            </a:extLst>
          </p:cNvPr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E34509C1-310E-C71F-8964-BF42685F18EC}"/>
              </a:ext>
            </a:extLst>
          </p:cNvPr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7C5F254E-D4DE-FFE9-713D-6D047825EF82}"/>
              </a:ext>
            </a:extLst>
          </p:cNvPr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3A4C8571-A9AD-3D08-82A0-96F61D5CDBE5}"/>
              </a:ext>
            </a:extLst>
          </p:cNvPr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ED7CB8A9-587B-D0B4-37D7-C68E1A10289A}"/>
              </a:ext>
            </a:extLst>
          </p:cNvPr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0CCF12F3-ACB9-BB15-8A9D-A4A45B0B0A67}"/>
              </a:ext>
            </a:extLst>
          </p:cNvPr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문법 설명</a:t>
            </a:r>
            <a:endParaRPr lang="en-US" sz="2800" dirty="0"/>
          </a:p>
        </p:txBody>
      </p:sp>
      <p:sp>
        <p:nvSpPr>
          <p:cNvPr id="89" name="Shape 85">
            <a:extLst>
              <a:ext uri="{FF2B5EF4-FFF2-40B4-BE49-F238E27FC236}">
                <a16:creationId xmlns:a16="http://schemas.microsoft.com/office/drawing/2014/main" id="{0824A55A-DDC9-7F11-86C0-C91AFAACF117}"/>
              </a:ext>
            </a:extLst>
          </p:cNvPr>
          <p:cNvSpPr/>
          <p:nvPr/>
        </p:nvSpPr>
        <p:spPr>
          <a:xfrm>
            <a:off x="731520" y="1554480"/>
            <a:ext cx="7821637" cy="3447826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0" name="Text 86">
            <a:extLst>
              <a:ext uri="{FF2B5EF4-FFF2-40B4-BE49-F238E27FC236}">
                <a16:creationId xmlns:a16="http://schemas.microsoft.com/office/drawing/2014/main" id="{30DB2564-9E89-5597-F198-738447C9AAE7}"/>
              </a:ext>
            </a:extLst>
          </p:cNvPr>
          <p:cNvSpPr/>
          <p:nvPr/>
        </p:nvSpPr>
        <p:spPr>
          <a:xfrm>
            <a:off x="914400" y="1645919"/>
            <a:ext cx="7485529" cy="3239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from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langchain_google_genai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import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ChatGoogleGenerativeAI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</a:t>
            </a: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from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langchain.agents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import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AgentExecutor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create_tool_calling_agent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</a:t>
            </a: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from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langchain_core.prompts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import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ChatPromptTemplate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</a:t>
            </a: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from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langchain_community.tools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import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DuckDuckGoSearchRun</a:t>
            </a:r>
            <a:endParaRPr lang="en" altLang="ko-KR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en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# LLM + </a:t>
            </a:r>
            <a:r>
              <a:rPr lang="ko-KR" altLang="en-US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도구 </a:t>
            </a:r>
            <a:r>
              <a:rPr lang="en-US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+ </a:t>
            </a:r>
            <a:r>
              <a:rPr lang="ko-KR" altLang="en-US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프롬프트 → 에이전트 → 실행 </a:t>
            </a:r>
            <a:endParaRPr lang="en-US" altLang="ko-KR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llm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=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ChatGoogleGenerativeAI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(model="gemini-2.5-flash-lite") </a:t>
            </a: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tools = [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DuckDuckGoSearchRun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()]</a:t>
            </a:r>
          </a:p>
          <a:p>
            <a:endParaRPr lang="en" altLang="ko-KR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#</a:t>
            </a:r>
            <a:r>
              <a:rPr lang="ko-KR" altLang="en-US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프롬프트 </a:t>
            </a:r>
            <a:r>
              <a:rPr lang="ko-KR" altLang="en-US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체이닝</a:t>
            </a:r>
            <a:endParaRPr lang="en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prompt =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ChatPromptTemplate.from_messages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([ </a:t>
            </a: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	("system", "</a:t>
            </a:r>
            <a:r>
              <a:rPr lang="ko-KR" altLang="en-US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너는 검색을 활용하는 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AI</a:t>
            </a:r>
            <a:r>
              <a:rPr lang="ko-KR" altLang="en-US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야</a:t>
            </a:r>
            <a:r>
              <a:rPr lang="en-US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"),</a:t>
            </a:r>
            <a:r>
              <a:rPr lang="ko-KR" altLang="en-US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</a:t>
            </a:r>
            <a:endParaRPr lang="en-US" altLang="ko-KR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	("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human", "{input}"), </a:t>
            </a: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	("placeholder", "{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agent_scratchpad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}") ])</a:t>
            </a:r>
          </a:p>
          <a:p>
            <a:endParaRPr lang="en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" altLang="ko-KR" sz="1050" b="1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agent = </a:t>
            </a:r>
            <a:r>
              <a:rPr lang="en" altLang="ko-KR" sz="1050" b="1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create_tool_calling_agent</a:t>
            </a:r>
            <a:r>
              <a:rPr lang="en" altLang="ko-KR" sz="1050" b="1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(</a:t>
            </a:r>
            <a:r>
              <a:rPr lang="en" altLang="ko-KR" sz="1050" b="1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llm</a:t>
            </a:r>
            <a:r>
              <a:rPr lang="en" altLang="ko-KR" sz="1050" b="1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, tools, prompt) </a:t>
            </a: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executor =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AgentExecutor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(agent=agent, tools=tools, verbose=True) </a:t>
            </a:r>
          </a:p>
          <a:p>
            <a:endParaRPr lang="en" altLang="ko-KR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result = </a:t>
            </a:r>
            <a:r>
              <a:rPr lang="en" altLang="ko-KR" sz="1050" dirty="0" err="1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executor.invoke</a:t>
            </a:r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({"input": "</a:t>
            </a:r>
            <a:r>
              <a:rPr lang="ko-KR" altLang="en-US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질문</a:t>
            </a:r>
            <a:r>
              <a:rPr lang="en-US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"})</a:t>
            </a:r>
            <a:r>
              <a:rPr lang="ko-KR" altLang="en-US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 </a:t>
            </a:r>
            <a:endParaRPr lang="en-US" altLang="ko-KR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" altLang="ko-KR" sz="1050" dirty="0">
                <a:solidFill>
                  <a:srgbClr val="4ECDC4"/>
                </a:solidFill>
                <a:latin typeface="Courier New" pitchFamily="34" charset="0"/>
                <a:cs typeface="Courier New" pitchFamily="34" charset="-120"/>
              </a:rPr>
              <a:t>print(result["output"])</a:t>
            </a:r>
            <a:endParaRPr lang="en-US" sz="1050" dirty="0">
              <a:solidFill>
                <a:srgbClr val="4ECDC4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91" name="모서리가 둥근 직사각형 90">
            <a:extLst>
              <a:ext uri="{FF2B5EF4-FFF2-40B4-BE49-F238E27FC236}">
                <a16:creationId xmlns:a16="http://schemas.microsoft.com/office/drawing/2014/main" id="{247BBEFC-1C80-2D9C-7475-8C1DBF529965}"/>
              </a:ext>
            </a:extLst>
          </p:cNvPr>
          <p:cNvSpPr/>
          <p:nvPr/>
        </p:nvSpPr>
        <p:spPr>
          <a:xfrm>
            <a:off x="3630706" y="4034118"/>
            <a:ext cx="1667435" cy="2330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1D199801-A76B-B3BD-AF93-ABECD19143EE}"/>
              </a:ext>
            </a:extLst>
          </p:cNvPr>
          <p:cNvSpPr/>
          <p:nvPr/>
        </p:nvSpPr>
        <p:spPr>
          <a:xfrm>
            <a:off x="959223" y="2652408"/>
            <a:ext cx="313765" cy="171473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31AE9653-1374-14D5-E468-FAC746D25AC9}"/>
              </a:ext>
            </a:extLst>
          </p:cNvPr>
          <p:cNvSpPr/>
          <p:nvPr/>
        </p:nvSpPr>
        <p:spPr>
          <a:xfrm>
            <a:off x="968950" y="2811293"/>
            <a:ext cx="451288" cy="171473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4" name="모서리가 둥근 직사각형 93">
            <a:extLst>
              <a:ext uri="{FF2B5EF4-FFF2-40B4-BE49-F238E27FC236}">
                <a16:creationId xmlns:a16="http://schemas.microsoft.com/office/drawing/2014/main" id="{14A11A62-AEA7-C6CD-D55B-33851A76C318}"/>
              </a:ext>
            </a:extLst>
          </p:cNvPr>
          <p:cNvSpPr/>
          <p:nvPr/>
        </p:nvSpPr>
        <p:spPr>
          <a:xfrm>
            <a:off x="972192" y="3294433"/>
            <a:ext cx="525867" cy="171473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D146A427-D874-C045-FC81-C7A06EC3EBE7}"/>
              </a:ext>
            </a:extLst>
          </p:cNvPr>
          <p:cNvSpPr/>
          <p:nvPr/>
        </p:nvSpPr>
        <p:spPr>
          <a:xfrm>
            <a:off x="949495" y="4088859"/>
            <a:ext cx="525867" cy="171473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A3C20068-602D-BD41-E6D9-98F8837DA55D}"/>
              </a:ext>
            </a:extLst>
          </p:cNvPr>
          <p:cNvSpPr/>
          <p:nvPr/>
        </p:nvSpPr>
        <p:spPr>
          <a:xfrm>
            <a:off x="2970179" y="4241259"/>
            <a:ext cx="953311" cy="171473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4886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LangChain Agent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79"/>
            <a:ext cx="8257735" cy="3365863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3113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langchain_google_genai import ChatGoogleGenerativeAI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create_tool_calling_agent, AgentExecutor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ChatPromptTemplate, MessagesPlaceholder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ChatGoogleGenerativeAI(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model="gemini-2.5-flash-lite",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ChatPromptTemplate.from_messages([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("system", "당신은 도움이 되는 AI입니다."),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("human", "{input}"),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MessagesPlaceholder(variable_name="agent_scratchpad"),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생성 및 실행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731520" y="1554479"/>
            <a:ext cx="7526215" cy="3256671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[web_search, get_current_time, calculate]</a:t>
            </a:r>
            <a:endParaRPr lang="en-US" sz="1400" b="1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create_tool_calling_agent(llm, tools, prompt)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agent_executor = AgentExecutor(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agent=agent,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tools=tools,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verbose=True,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max_iterations=5,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handle_parsing_errors=True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agent_executor.invoke({"input": "최신 AI 뉴스는?"})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print(result["output"])</a:t>
            </a:r>
            <a:endParaRPr lang="en-US" sz="1400" dirty="0"/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9952407C-5A2F-DB59-063B-95B8721B1281}"/>
              </a:ext>
            </a:extLst>
          </p:cNvPr>
          <p:cNvSpPr/>
          <p:nvPr/>
        </p:nvSpPr>
        <p:spPr>
          <a:xfrm>
            <a:off x="977657" y="1689463"/>
            <a:ext cx="589885" cy="196023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5FE80B89-3A1F-FB04-CE5D-4204CDC96778}"/>
              </a:ext>
            </a:extLst>
          </p:cNvPr>
          <p:cNvSpPr/>
          <p:nvPr/>
        </p:nvSpPr>
        <p:spPr>
          <a:xfrm>
            <a:off x="1382605" y="2969623"/>
            <a:ext cx="1256092" cy="209086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1" name="모서리가 둥근 직사각형 90">
            <a:extLst>
              <a:ext uri="{FF2B5EF4-FFF2-40B4-BE49-F238E27FC236}">
                <a16:creationId xmlns:a16="http://schemas.microsoft.com/office/drawing/2014/main" id="{0FE2080A-E128-3369-EAAC-8AD383D2C2EB}"/>
              </a:ext>
            </a:extLst>
          </p:cNvPr>
          <p:cNvSpPr/>
          <p:nvPr/>
        </p:nvSpPr>
        <p:spPr>
          <a:xfrm>
            <a:off x="5127292" y="2129245"/>
            <a:ext cx="589885" cy="196023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패턴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Reasoning + Acting</a:t>
            </a:r>
            <a:endParaRPr lang="en-US" sz="2000" dirty="0"/>
          </a:p>
        </p:txBody>
      </p:sp>
      <p:sp>
        <p:nvSpPr>
          <p:cNvPr id="88" name="Shape 86"/>
          <p:cNvSpPr/>
          <p:nvPr/>
        </p:nvSpPr>
        <p:spPr>
          <a:xfrm>
            <a:off x="731520" y="2011680"/>
            <a:ext cx="7441809" cy="2743200"/>
          </a:xfrm>
          <a:prstGeom prst="rect">
            <a:avLst/>
          </a:prstGeom>
          <a:solidFill>
            <a:srgbClr val="2D2D2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테슬라 주가를 검색해야겠다.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web_search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"테슬라 현재 주가"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테슬라(TSLA) 현재 주가는 $248.50...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주가 정보를 얻었다. 이제 뉴스를 검색하자.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web_search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"테슬라 최근 뉴스"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테슬라, 자율주행 기술 업데이트 발표...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테슬라 주가는 $248.50이며...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4. Tool Agent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초보자 흔한 오류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009593"/>
              </p:ext>
            </p:extLst>
          </p:nvPr>
        </p:nvGraphicFramePr>
        <p:xfrm>
          <a:off x="731520" y="1554480"/>
          <a:ext cx="7948245" cy="2743200"/>
        </p:xfrm>
        <a:graphic>
          <a:graphicData uri="http://schemas.openxmlformats.org/drawingml/2006/table">
            <a:tbl>
              <a:tblPr/>
              <a:tblGrid>
                <a:gridCol w="264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9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오류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해결법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무한 루프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반복 호출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max_iterations=5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파싱 오류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출력 형식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handle_parsing_errors=True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Limit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과다 호출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딜레이 추가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미호출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 부족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 개선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null. 전체 정리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</a:t>
            </a: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정리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636162"/>
              </p:ext>
            </p:extLst>
          </p:nvPr>
        </p:nvGraphicFramePr>
        <p:xfrm>
          <a:off x="731520" y="1554480"/>
          <a:ext cx="7863840" cy="2627376"/>
        </p:xfrm>
        <a:graphic>
          <a:graphicData uri="http://schemas.openxmlformats.org/drawingml/2006/table">
            <a:tbl>
              <a:tblPr/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섹션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내용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LLM 원리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Transformer, 한계,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AI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개념 이해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Streamlit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연동, 채팅 UI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Chatbot v0.1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RAG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ChromaDB, 청킹, 임베딩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Bot v0.2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Tool Agent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Calling, LangChain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v0.3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25372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6345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7318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8291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9264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0236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1209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2182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3155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5100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46073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7046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8019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789920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899648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009376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119104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371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9886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0859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804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777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4750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5723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6696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7668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18641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29614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40587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51560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2532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3505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844784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954512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64240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73968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83696" y="2468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25372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36345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7318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58291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9264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0236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91209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02182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3155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35100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6073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57046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68019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789920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899648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009376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119104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28832" y="3566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9886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0859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41832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63777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74750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85723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96696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7668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18641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29614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40587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51560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62532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73505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844784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0954512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1064240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1173968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1283696" y="4663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세미나 5시간 완성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null. 참고 자료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자료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158558"/>
              </p:ext>
            </p:extLst>
          </p:nvPr>
        </p:nvGraphicFramePr>
        <p:xfrm>
          <a:off x="731520" y="1554480"/>
          <a:ext cx="8060788" cy="3248295"/>
        </p:xfrm>
        <a:graphic>
          <a:graphicData uri="http://schemas.openxmlformats.org/drawingml/2006/table">
            <a:tbl>
              <a:tblPr/>
              <a:tblGrid>
                <a:gridCol w="4030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0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공식 문서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docs.streamlit.io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AI Studio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aistudio.google.com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LangChain RAG 튜토리얼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python.langchain.com/docs/tutorials/rag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from Scratch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github.com/langchain-ai/rag-from-scratch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LangChain Tool Calling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python.langchain.com/docs/concepts/tool_calling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Engineering Guide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promptingguide.ai/applications/function_calling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1945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918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891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836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809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7782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8755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20700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1673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42646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53619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64592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75564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86537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97510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8483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19456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0428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41401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52374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63347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4320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85292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96265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07238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18211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29184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40156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1129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62102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73075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84048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95020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05993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16966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27939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38912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49884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60857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71830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82803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93776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04748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15721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26694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37667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48640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59612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70585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81558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92531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03504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14476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25449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36422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47395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69340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80313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91286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02259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13232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724204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35177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46150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757123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68096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779068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790041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01014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11987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822960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833932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844905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55878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8668512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8778240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8887968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8997696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9107424" y="164592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5486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16459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27432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38404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49377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60350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1323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2296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93268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104241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115214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126187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137160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148132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159105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170078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181051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192024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202996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213969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224942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235915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246888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257860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268833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279806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290779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301752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312724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323697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334670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345643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356616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367588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378561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389534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400507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411480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422452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433425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444398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455371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>
            <a:off x="466344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>
            <a:off x="477316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488289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499262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510235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521208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>
            <a:off x="532180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543153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>
            <a:off x="554126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>
            <a:off x="565099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>
            <a:off x="576072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587044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598017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608990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>
            <a:off x="619963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630936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168"/>
          <p:cNvSpPr/>
          <p:nvPr/>
        </p:nvSpPr>
        <p:spPr>
          <a:xfrm>
            <a:off x="641908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>
            <a:off x="652881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663854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674827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685800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173"/>
          <p:cNvSpPr/>
          <p:nvPr/>
        </p:nvSpPr>
        <p:spPr>
          <a:xfrm>
            <a:off x="696772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>
            <a:off x="707745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718718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>
            <a:off x="729691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740664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751636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762609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773582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784555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>
            <a:off x="795528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806500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817473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828446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839419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850392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>
            <a:off x="8613648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>
            <a:off x="8723376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>
            <a:off x="8833104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8942832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9052560" y="175564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 218"/>
          <p:cNvSpPr/>
          <p:nvPr/>
        </p:nvSpPr>
        <p:spPr>
          <a:xfrm>
            <a:off x="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 219"/>
          <p:cNvSpPr/>
          <p:nvPr/>
        </p:nvSpPr>
        <p:spPr>
          <a:xfrm>
            <a:off x="10972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>
            <a:off x="21945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>
            <a:off x="32918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>
            <a:off x="43891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5" name="Shape 223"/>
          <p:cNvSpPr/>
          <p:nvPr/>
        </p:nvSpPr>
        <p:spPr>
          <a:xfrm>
            <a:off x="54864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6" name="Shape 224"/>
          <p:cNvSpPr/>
          <p:nvPr/>
        </p:nvSpPr>
        <p:spPr>
          <a:xfrm>
            <a:off x="65836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" name="Shape 225"/>
          <p:cNvSpPr/>
          <p:nvPr/>
        </p:nvSpPr>
        <p:spPr>
          <a:xfrm>
            <a:off x="76809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>
            <a:off x="87782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>
            <a:off x="98755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>
            <a:off x="109728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1" name="Shape 229"/>
          <p:cNvSpPr/>
          <p:nvPr/>
        </p:nvSpPr>
        <p:spPr>
          <a:xfrm>
            <a:off x="120700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2" name="Shape 230"/>
          <p:cNvSpPr/>
          <p:nvPr/>
        </p:nvSpPr>
        <p:spPr>
          <a:xfrm>
            <a:off x="131673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3" name="Shape 231"/>
          <p:cNvSpPr/>
          <p:nvPr/>
        </p:nvSpPr>
        <p:spPr>
          <a:xfrm>
            <a:off x="142646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4" name="Shape 232"/>
          <p:cNvSpPr/>
          <p:nvPr/>
        </p:nvSpPr>
        <p:spPr>
          <a:xfrm>
            <a:off x="153619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5" name="Shape 233"/>
          <p:cNvSpPr/>
          <p:nvPr/>
        </p:nvSpPr>
        <p:spPr>
          <a:xfrm>
            <a:off x="164592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6" name="Shape 234"/>
          <p:cNvSpPr/>
          <p:nvPr/>
        </p:nvSpPr>
        <p:spPr>
          <a:xfrm>
            <a:off x="175564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" name="Shape 235"/>
          <p:cNvSpPr/>
          <p:nvPr/>
        </p:nvSpPr>
        <p:spPr>
          <a:xfrm>
            <a:off x="186537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8" name="Shape 236"/>
          <p:cNvSpPr/>
          <p:nvPr/>
        </p:nvSpPr>
        <p:spPr>
          <a:xfrm>
            <a:off x="197510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9" name="Shape 237"/>
          <p:cNvSpPr/>
          <p:nvPr/>
        </p:nvSpPr>
        <p:spPr>
          <a:xfrm>
            <a:off x="208483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" name="Shape 238"/>
          <p:cNvSpPr/>
          <p:nvPr/>
        </p:nvSpPr>
        <p:spPr>
          <a:xfrm>
            <a:off x="219456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1" name="Shape 239"/>
          <p:cNvSpPr/>
          <p:nvPr/>
        </p:nvSpPr>
        <p:spPr>
          <a:xfrm>
            <a:off x="230428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2" name="Shape 240"/>
          <p:cNvSpPr/>
          <p:nvPr/>
        </p:nvSpPr>
        <p:spPr>
          <a:xfrm>
            <a:off x="241401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 241"/>
          <p:cNvSpPr/>
          <p:nvPr/>
        </p:nvSpPr>
        <p:spPr>
          <a:xfrm>
            <a:off x="252374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" name="Shape 242"/>
          <p:cNvSpPr/>
          <p:nvPr/>
        </p:nvSpPr>
        <p:spPr>
          <a:xfrm>
            <a:off x="263347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5" name="Shape 243"/>
          <p:cNvSpPr/>
          <p:nvPr/>
        </p:nvSpPr>
        <p:spPr>
          <a:xfrm>
            <a:off x="274320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" name="Shape 244"/>
          <p:cNvSpPr/>
          <p:nvPr/>
        </p:nvSpPr>
        <p:spPr>
          <a:xfrm>
            <a:off x="285292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" name="Shape 245"/>
          <p:cNvSpPr/>
          <p:nvPr/>
        </p:nvSpPr>
        <p:spPr>
          <a:xfrm>
            <a:off x="296265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" name="Shape 246"/>
          <p:cNvSpPr/>
          <p:nvPr/>
        </p:nvSpPr>
        <p:spPr>
          <a:xfrm>
            <a:off x="307238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9" name="Shape 247"/>
          <p:cNvSpPr/>
          <p:nvPr/>
        </p:nvSpPr>
        <p:spPr>
          <a:xfrm>
            <a:off x="318211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0" name="Shape 248"/>
          <p:cNvSpPr/>
          <p:nvPr/>
        </p:nvSpPr>
        <p:spPr>
          <a:xfrm>
            <a:off x="329184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1" name="Shape 249"/>
          <p:cNvSpPr/>
          <p:nvPr/>
        </p:nvSpPr>
        <p:spPr>
          <a:xfrm>
            <a:off x="340156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" name="Shape 250"/>
          <p:cNvSpPr/>
          <p:nvPr/>
        </p:nvSpPr>
        <p:spPr>
          <a:xfrm>
            <a:off x="351129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3" name="Shape 251"/>
          <p:cNvSpPr/>
          <p:nvPr/>
        </p:nvSpPr>
        <p:spPr>
          <a:xfrm>
            <a:off x="362102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4" name="Shape 252"/>
          <p:cNvSpPr/>
          <p:nvPr/>
        </p:nvSpPr>
        <p:spPr>
          <a:xfrm>
            <a:off x="373075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 253"/>
          <p:cNvSpPr/>
          <p:nvPr/>
        </p:nvSpPr>
        <p:spPr>
          <a:xfrm>
            <a:off x="384048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" name="Shape 254"/>
          <p:cNvSpPr/>
          <p:nvPr/>
        </p:nvSpPr>
        <p:spPr>
          <a:xfrm>
            <a:off x="395020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7" name="Shape 255"/>
          <p:cNvSpPr/>
          <p:nvPr/>
        </p:nvSpPr>
        <p:spPr>
          <a:xfrm>
            <a:off x="405993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8" name="Shape 256"/>
          <p:cNvSpPr/>
          <p:nvPr/>
        </p:nvSpPr>
        <p:spPr>
          <a:xfrm>
            <a:off x="416966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9" name="Shape 257"/>
          <p:cNvSpPr/>
          <p:nvPr/>
        </p:nvSpPr>
        <p:spPr>
          <a:xfrm>
            <a:off x="427939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0" name="Shape 258"/>
          <p:cNvSpPr/>
          <p:nvPr/>
        </p:nvSpPr>
        <p:spPr>
          <a:xfrm>
            <a:off x="438912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1" name="Shape 259"/>
          <p:cNvSpPr/>
          <p:nvPr/>
        </p:nvSpPr>
        <p:spPr>
          <a:xfrm>
            <a:off x="449884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2" name="Shape 260"/>
          <p:cNvSpPr/>
          <p:nvPr/>
        </p:nvSpPr>
        <p:spPr>
          <a:xfrm>
            <a:off x="460857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3" name="Shape 261"/>
          <p:cNvSpPr/>
          <p:nvPr/>
        </p:nvSpPr>
        <p:spPr>
          <a:xfrm>
            <a:off x="471830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" name="Shape 262"/>
          <p:cNvSpPr/>
          <p:nvPr/>
        </p:nvSpPr>
        <p:spPr>
          <a:xfrm>
            <a:off x="482803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" name="Shape 263"/>
          <p:cNvSpPr/>
          <p:nvPr/>
        </p:nvSpPr>
        <p:spPr>
          <a:xfrm>
            <a:off x="493776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" name="Shape 264"/>
          <p:cNvSpPr/>
          <p:nvPr/>
        </p:nvSpPr>
        <p:spPr>
          <a:xfrm>
            <a:off x="504748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7" name="Shape 265"/>
          <p:cNvSpPr/>
          <p:nvPr/>
        </p:nvSpPr>
        <p:spPr>
          <a:xfrm>
            <a:off x="515721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8" name="Shape 266"/>
          <p:cNvSpPr/>
          <p:nvPr/>
        </p:nvSpPr>
        <p:spPr>
          <a:xfrm>
            <a:off x="526694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9" name="Shape 267"/>
          <p:cNvSpPr/>
          <p:nvPr/>
        </p:nvSpPr>
        <p:spPr>
          <a:xfrm>
            <a:off x="537667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" name="Shape 268"/>
          <p:cNvSpPr/>
          <p:nvPr/>
        </p:nvSpPr>
        <p:spPr>
          <a:xfrm>
            <a:off x="548640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" name="Shape 269"/>
          <p:cNvSpPr/>
          <p:nvPr/>
        </p:nvSpPr>
        <p:spPr>
          <a:xfrm>
            <a:off x="559612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" name="Shape 270"/>
          <p:cNvSpPr/>
          <p:nvPr/>
        </p:nvSpPr>
        <p:spPr>
          <a:xfrm>
            <a:off x="570585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3" name="Shape 271"/>
          <p:cNvSpPr/>
          <p:nvPr/>
        </p:nvSpPr>
        <p:spPr>
          <a:xfrm>
            <a:off x="581558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" name="Shape 272"/>
          <p:cNvSpPr/>
          <p:nvPr/>
        </p:nvSpPr>
        <p:spPr>
          <a:xfrm>
            <a:off x="592531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5" name="Shape 273"/>
          <p:cNvSpPr/>
          <p:nvPr/>
        </p:nvSpPr>
        <p:spPr>
          <a:xfrm>
            <a:off x="603504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" name="Shape 274"/>
          <p:cNvSpPr/>
          <p:nvPr/>
        </p:nvSpPr>
        <p:spPr>
          <a:xfrm>
            <a:off x="614476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7" name="Shape 275"/>
          <p:cNvSpPr/>
          <p:nvPr/>
        </p:nvSpPr>
        <p:spPr>
          <a:xfrm>
            <a:off x="625449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8" name="Shape 276"/>
          <p:cNvSpPr/>
          <p:nvPr/>
        </p:nvSpPr>
        <p:spPr>
          <a:xfrm>
            <a:off x="636422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9" name="Shape 277"/>
          <p:cNvSpPr/>
          <p:nvPr/>
        </p:nvSpPr>
        <p:spPr>
          <a:xfrm>
            <a:off x="647395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0" name="Shape 278"/>
          <p:cNvSpPr/>
          <p:nvPr/>
        </p:nvSpPr>
        <p:spPr>
          <a:xfrm>
            <a:off x="658368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1" name="Shape 279"/>
          <p:cNvSpPr/>
          <p:nvPr/>
        </p:nvSpPr>
        <p:spPr>
          <a:xfrm>
            <a:off x="669340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" name="Shape 280"/>
          <p:cNvSpPr/>
          <p:nvPr/>
        </p:nvSpPr>
        <p:spPr>
          <a:xfrm>
            <a:off x="680313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3" name="Shape 281"/>
          <p:cNvSpPr/>
          <p:nvPr/>
        </p:nvSpPr>
        <p:spPr>
          <a:xfrm>
            <a:off x="691286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4" name="Shape 282"/>
          <p:cNvSpPr/>
          <p:nvPr/>
        </p:nvSpPr>
        <p:spPr>
          <a:xfrm>
            <a:off x="702259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5" name="Shape 283"/>
          <p:cNvSpPr/>
          <p:nvPr/>
        </p:nvSpPr>
        <p:spPr>
          <a:xfrm>
            <a:off x="713232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6" name="Shape 284"/>
          <p:cNvSpPr/>
          <p:nvPr/>
        </p:nvSpPr>
        <p:spPr>
          <a:xfrm>
            <a:off x="724204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7" name="Shape 285"/>
          <p:cNvSpPr/>
          <p:nvPr/>
        </p:nvSpPr>
        <p:spPr>
          <a:xfrm>
            <a:off x="735177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8" name="Shape 286"/>
          <p:cNvSpPr/>
          <p:nvPr/>
        </p:nvSpPr>
        <p:spPr>
          <a:xfrm>
            <a:off x="746150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" name="Shape 287"/>
          <p:cNvSpPr/>
          <p:nvPr/>
        </p:nvSpPr>
        <p:spPr>
          <a:xfrm>
            <a:off x="757123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0" name="Shape 288"/>
          <p:cNvSpPr/>
          <p:nvPr/>
        </p:nvSpPr>
        <p:spPr>
          <a:xfrm>
            <a:off x="768096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" name="Shape 289"/>
          <p:cNvSpPr/>
          <p:nvPr/>
        </p:nvSpPr>
        <p:spPr>
          <a:xfrm>
            <a:off x="779068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2" name="Shape 290"/>
          <p:cNvSpPr/>
          <p:nvPr/>
        </p:nvSpPr>
        <p:spPr>
          <a:xfrm>
            <a:off x="790041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3" name="Shape 291"/>
          <p:cNvSpPr/>
          <p:nvPr/>
        </p:nvSpPr>
        <p:spPr>
          <a:xfrm>
            <a:off x="801014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4" name="Shape 292"/>
          <p:cNvSpPr/>
          <p:nvPr/>
        </p:nvSpPr>
        <p:spPr>
          <a:xfrm>
            <a:off x="811987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5" name="Shape 293"/>
          <p:cNvSpPr/>
          <p:nvPr/>
        </p:nvSpPr>
        <p:spPr>
          <a:xfrm>
            <a:off x="822960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6" name="Shape 294"/>
          <p:cNvSpPr/>
          <p:nvPr/>
        </p:nvSpPr>
        <p:spPr>
          <a:xfrm>
            <a:off x="833932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" name="Shape 295"/>
          <p:cNvSpPr/>
          <p:nvPr/>
        </p:nvSpPr>
        <p:spPr>
          <a:xfrm>
            <a:off x="844905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8" name="Shape 296"/>
          <p:cNvSpPr/>
          <p:nvPr/>
        </p:nvSpPr>
        <p:spPr>
          <a:xfrm>
            <a:off x="855878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" name="Shape 297"/>
          <p:cNvSpPr/>
          <p:nvPr/>
        </p:nvSpPr>
        <p:spPr>
          <a:xfrm>
            <a:off x="8668512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0" name="Shape 298"/>
          <p:cNvSpPr/>
          <p:nvPr/>
        </p:nvSpPr>
        <p:spPr>
          <a:xfrm>
            <a:off x="8778240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1" name="Shape 299"/>
          <p:cNvSpPr/>
          <p:nvPr/>
        </p:nvSpPr>
        <p:spPr>
          <a:xfrm>
            <a:off x="8887968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" name="Shape 300"/>
          <p:cNvSpPr/>
          <p:nvPr/>
        </p:nvSpPr>
        <p:spPr>
          <a:xfrm>
            <a:off x="8997696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3" name="Shape 301"/>
          <p:cNvSpPr/>
          <p:nvPr/>
        </p:nvSpPr>
        <p:spPr>
          <a:xfrm>
            <a:off x="9107424" y="186537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8" name="Shape 326"/>
          <p:cNvSpPr/>
          <p:nvPr/>
        </p:nvSpPr>
        <p:spPr>
          <a:xfrm>
            <a:off x="5486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" name="Shape 327"/>
          <p:cNvSpPr/>
          <p:nvPr/>
        </p:nvSpPr>
        <p:spPr>
          <a:xfrm>
            <a:off x="16459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0" name="Shape 328"/>
          <p:cNvSpPr/>
          <p:nvPr/>
        </p:nvSpPr>
        <p:spPr>
          <a:xfrm>
            <a:off x="27432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1" name="Shape 329"/>
          <p:cNvSpPr/>
          <p:nvPr/>
        </p:nvSpPr>
        <p:spPr>
          <a:xfrm>
            <a:off x="38404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2" name="Shape 330"/>
          <p:cNvSpPr/>
          <p:nvPr/>
        </p:nvSpPr>
        <p:spPr>
          <a:xfrm>
            <a:off x="49377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3" name="Shape 331"/>
          <p:cNvSpPr/>
          <p:nvPr/>
        </p:nvSpPr>
        <p:spPr>
          <a:xfrm>
            <a:off x="60350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4" name="Shape 332"/>
          <p:cNvSpPr/>
          <p:nvPr/>
        </p:nvSpPr>
        <p:spPr>
          <a:xfrm>
            <a:off x="71323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5" name="Shape 333"/>
          <p:cNvSpPr/>
          <p:nvPr/>
        </p:nvSpPr>
        <p:spPr>
          <a:xfrm>
            <a:off x="82296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6" name="Shape 334"/>
          <p:cNvSpPr/>
          <p:nvPr/>
        </p:nvSpPr>
        <p:spPr>
          <a:xfrm>
            <a:off x="93268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7" name="Shape 335"/>
          <p:cNvSpPr/>
          <p:nvPr/>
        </p:nvSpPr>
        <p:spPr>
          <a:xfrm>
            <a:off x="104241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8" name="Shape 336"/>
          <p:cNvSpPr/>
          <p:nvPr/>
        </p:nvSpPr>
        <p:spPr>
          <a:xfrm>
            <a:off x="115214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9" name="Shape 337"/>
          <p:cNvSpPr/>
          <p:nvPr/>
        </p:nvSpPr>
        <p:spPr>
          <a:xfrm>
            <a:off x="126187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0" name="Shape 338"/>
          <p:cNvSpPr/>
          <p:nvPr/>
        </p:nvSpPr>
        <p:spPr>
          <a:xfrm>
            <a:off x="137160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1" name="Shape 339"/>
          <p:cNvSpPr/>
          <p:nvPr/>
        </p:nvSpPr>
        <p:spPr>
          <a:xfrm>
            <a:off x="148132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2" name="Shape 340"/>
          <p:cNvSpPr/>
          <p:nvPr/>
        </p:nvSpPr>
        <p:spPr>
          <a:xfrm>
            <a:off x="159105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1"/>
          <p:cNvSpPr/>
          <p:nvPr/>
        </p:nvSpPr>
        <p:spPr>
          <a:xfrm>
            <a:off x="170078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4" name="Shape 342"/>
          <p:cNvSpPr/>
          <p:nvPr/>
        </p:nvSpPr>
        <p:spPr>
          <a:xfrm>
            <a:off x="181051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" name="Shape 343"/>
          <p:cNvSpPr/>
          <p:nvPr/>
        </p:nvSpPr>
        <p:spPr>
          <a:xfrm>
            <a:off x="192024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6" name="Shape 344"/>
          <p:cNvSpPr/>
          <p:nvPr/>
        </p:nvSpPr>
        <p:spPr>
          <a:xfrm>
            <a:off x="202996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7" name="Shape 345"/>
          <p:cNvSpPr/>
          <p:nvPr/>
        </p:nvSpPr>
        <p:spPr>
          <a:xfrm>
            <a:off x="213969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8" name="Shape 346"/>
          <p:cNvSpPr/>
          <p:nvPr/>
        </p:nvSpPr>
        <p:spPr>
          <a:xfrm>
            <a:off x="224942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9" name="Shape 347"/>
          <p:cNvSpPr/>
          <p:nvPr/>
        </p:nvSpPr>
        <p:spPr>
          <a:xfrm>
            <a:off x="235915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0" name="Shape 348"/>
          <p:cNvSpPr/>
          <p:nvPr/>
        </p:nvSpPr>
        <p:spPr>
          <a:xfrm>
            <a:off x="246888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1" name="Shape 349"/>
          <p:cNvSpPr/>
          <p:nvPr/>
        </p:nvSpPr>
        <p:spPr>
          <a:xfrm>
            <a:off x="257860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2" name="Shape 350"/>
          <p:cNvSpPr/>
          <p:nvPr/>
        </p:nvSpPr>
        <p:spPr>
          <a:xfrm>
            <a:off x="268833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3" name="Shape 351"/>
          <p:cNvSpPr/>
          <p:nvPr/>
        </p:nvSpPr>
        <p:spPr>
          <a:xfrm>
            <a:off x="279806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4" name="Shape 352"/>
          <p:cNvSpPr/>
          <p:nvPr/>
        </p:nvSpPr>
        <p:spPr>
          <a:xfrm>
            <a:off x="290779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5" name="Shape 353"/>
          <p:cNvSpPr/>
          <p:nvPr/>
        </p:nvSpPr>
        <p:spPr>
          <a:xfrm>
            <a:off x="301752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6" name="Shape 354"/>
          <p:cNvSpPr/>
          <p:nvPr/>
        </p:nvSpPr>
        <p:spPr>
          <a:xfrm>
            <a:off x="312724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7" name="Shape 355"/>
          <p:cNvSpPr/>
          <p:nvPr/>
        </p:nvSpPr>
        <p:spPr>
          <a:xfrm>
            <a:off x="323697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8" name="Shape 356"/>
          <p:cNvSpPr/>
          <p:nvPr/>
        </p:nvSpPr>
        <p:spPr>
          <a:xfrm>
            <a:off x="334670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9" name="Shape 357"/>
          <p:cNvSpPr/>
          <p:nvPr/>
        </p:nvSpPr>
        <p:spPr>
          <a:xfrm>
            <a:off x="345643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0" name="Shape 358"/>
          <p:cNvSpPr/>
          <p:nvPr/>
        </p:nvSpPr>
        <p:spPr>
          <a:xfrm>
            <a:off x="356616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1" name="Shape 359"/>
          <p:cNvSpPr/>
          <p:nvPr/>
        </p:nvSpPr>
        <p:spPr>
          <a:xfrm>
            <a:off x="367588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2" name="Shape 360"/>
          <p:cNvSpPr/>
          <p:nvPr/>
        </p:nvSpPr>
        <p:spPr>
          <a:xfrm>
            <a:off x="378561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3" name="Shape 361"/>
          <p:cNvSpPr/>
          <p:nvPr/>
        </p:nvSpPr>
        <p:spPr>
          <a:xfrm>
            <a:off x="389534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4" name="Shape 362"/>
          <p:cNvSpPr/>
          <p:nvPr/>
        </p:nvSpPr>
        <p:spPr>
          <a:xfrm>
            <a:off x="400507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5" name="Shape 363"/>
          <p:cNvSpPr/>
          <p:nvPr/>
        </p:nvSpPr>
        <p:spPr>
          <a:xfrm>
            <a:off x="411480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6" name="Shape 364"/>
          <p:cNvSpPr/>
          <p:nvPr/>
        </p:nvSpPr>
        <p:spPr>
          <a:xfrm>
            <a:off x="422452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7" name="Shape 365"/>
          <p:cNvSpPr/>
          <p:nvPr/>
        </p:nvSpPr>
        <p:spPr>
          <a:xfrm>
            <a:off x="433425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8" name="Shape 366"/>
          <p:cNvSpPr/>
          <p:nvPr/>
        </p:nvSpPr>
        <p:spPr>
          <a:xfrm>
            <a:off x="444398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9" name="Shape 367"/>
          <p:cNvSpPr/>
          <p:nvPr/>
        </p:nvSpPr>
        <p:spPr>
          <a:xfrm>
            <a:off x="455371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0" name="Shape 368"/>
          <p:cNvSpPr/>
          <p:nvPr/>
        </p:nvSpPr>
        <p:spPr>
          <a:xfrm>
            <a:off x="466344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1" name="Shape 369"/>
          <p:cNvSpPr/>
          <p:nvPr/>
        </p:nvSpPr>
        <p:spPr>
          <a:xfrm>
            <a:off x="477316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2" name="Shape 370"/>
          <p:cNvSpPr/>
          <p:nvPr/>
        </p:nvSpPr>
        <p:spPr>
          <a:xfrm>
            <a:off x="488289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" name="Shape 371"/>
          <p:cNvSpPr/>
          <p:nvPr/>
        </p:nvSpPr>
        <p:spPr>
          <a:xfrm>
            <a:off x="499262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4" name="Shape 372"/>
          <p:cNvSpPr/>
          <p:nvPr/>
        </p:nvSpPr>
        <p:spPr>
          <a:xfrm>
            <a:off x="510235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" name="Shape 373"/>
          <p:cNvSpPr/>
          <p:nvPr/>
        </p:nvSpPr>
        <p:spPr>
          <a:xfrm>
            <a:off x="521208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6" name="Shape 374"/>
          <p:cNvSpPr/>
          <p:nvPr/>
        </p:nvSpPr>
        <p:spPr>
          <a:xfrm>
            <a:off x="532180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7" name="Shape 375"/>
          <p:cNvSpPr/>
          <p:nvPr/>
        </p:nvSpPr>
        <p:spPr>
          <a:xfrm>
            <a:off x="543153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8" name="Shape 376"/>
          <p:cNvSpPr/>
          <p:nvPr/>
        </p:nvSpPr>
        <p:spPr>
          <a:xfrm>
            <a:off x="554126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" name="Shape 377"/>
          <p:cNvSpPr/>
          <p:nvPr/>
        </p:nvSpPr>
        <p:spPr>
          <a:xfrm>
            <a:off x="565099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0" name="Shape 378"/>
          <p:cNvSpPr/>
          <p:nvPr/>
        </p:nvSpPr>
        <p:spPr>
          <a:xfrm>
            <a:off x="576072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" name="Shape 379"/>
          <p:cNvSpPr/>
          <p:nvPr/>
        </p:nvSpPr>
        <p:spPr>
          <a:xfrm>
            <a:off x="587044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2" name="Shape 380"/>
          <p:cNvSpPr/>
          <p:nvPr/>
        </p:nvSpPr>
        <p:spPr>
          <a:xfrm>
            <a:off x="598017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" name="Shape 381"/>
          <p:cNvSpPr/>
          <p:nvPr/>
        </p:nvSpPr>
        <p:spPr>
          <a:xfrm>
            <a:off x="608990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4" name="Shape 382"/>
          <p:cNvSpPr/>
          <p:nvPr/>
        </p:nvSpPr>
        <p:spPr>
          <a:xfrm>
            <a:off x="619963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" name="Shape 383"/>
          <p:cNvSpPr/>
          <p:nvPr/>
        </p:nvSpPr>
        <p:spPr>
          <a:xfrm>
            <a:off x="630936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6" name="Shape 384"/>
          <p:cNvSpPr/>
          <p:nvPr/>
        </p:nvSpPr>
        <p:spPr>
          <a:xfrm>
            <a:off x="641908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7" name="Shape 385"/>
          <p:cNvSpPr/>
          <p:nvPr/>
        </p:nvSpPr>
        <p:spPr>
          <a:xfrm>
            <a:off x="652881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8" name="Shape 386"/>
          <p:cNvSpPr/>
          <p:nvPr/>
        </p:nvSpPr>
        <p:spPr>
          <a:xfrm>
            <a:off x="663854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" name="Shape 387"/>
          <p:cNvSpPr/>
          <p:nvPr/>
        </p:nvSpPr>
        <p:spPr>
          <a:xfrm>
            <a:off x="674827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0" name="Shape 388"/>
          <p:cNvSpPr/>
          <p:nvPr/>
        </p:nvSpPr>
        <p:spPr>
          <a:xfrm>
            <a:off x="685800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" name="Shape 389"/>
          <p:cNvSpPr/>
          <p:nvPr/>
        </p:nvSpPr>
        <p:spPr>
          <a:xfrm>
            <a:off x="696772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2" name="Shape 390"/>
          <p:cNvSpPr/>
          <p:nvPr/>
        </p:nvSpPr>
        <p:spPr>
          <a:xfrm>
            <a:off x="707745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3" name="Shape 391"/>
          <p:cNvSpPr/>
          <p:nvPr/>
        </p:nvSpPr>
        <p:spPr>
          <a:xfrm>
            <a:off x="718718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4" name="Shape 392"/>
          <p:cNvSpPr/>
          <p:nvPr/>
        </p:nvSpPr>
        <p:spPr>
          <a:xfrm>
            <a:off x="729691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5" name="Shape 393"/>
          <p:cNvSpPr/>
          <p:nvPr/>
        </p:nvSpPr>
        <p:spPr>
          <a:xfrm>
            <a:off x="740664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6" name="Shape 394"/>
          <p:cNvSpPr/>
          <p:nvPr/>
        </p:nvSpPr>
        <p:spPr>
          <a:xfrm>
            <a:off x="751636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7" name="Shape 395"/>
          <p:cNvSpPr/>
          <p:nvPr/>
        </p:nvSpPr>
        <p:spPr>
          <a:xfrm>
            <a:off x="762609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8" name="Shape 396"/>
          <p:cNvSpPr/>
          <p:nvPr/>
        </p:nvSpPr>
        <p:spPr>
          <a:xfrm>
            <a:off x="773582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9" name="Shape 397"/>
          <p:cNvSpPr/>
          <p:nvPr/>
        </p:nvSpPr>
        <p:spPr>
          <a:xfrm>
            <a:off x="784555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0" name="Shape 398"/>
          <p:cNvSpPr/>
          <p:nvPr/>
        </p:nvSpPr>
        <p:spPr>
          <a:xfrm>
            <a:off x="795528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1" name="Shape 399"/>
          <p:cNvSpPr/>
          <p:nvPr/>
        </p:nvSpPr>
        <p:spPr>
          <a:xfrm>
            <a:off x="806500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2" name="Shape 400"/>
          <p:cNvSpPr/>
          <p:nvPr/>
        </p:nvSpPr>
        <p:spPr>
          <a:xfrm>
            <a:off x="817473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3" name="Shape 401"/>
          <p:cNvSpPr/>
          <p:nvPr/>
        </p:nvSpPr>
        <p:spPr>
          <a:xfrm>
            <a:off x="828446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4" name="Shape 402"/>
          <p:cNvSpPr/>
          <p:nvPr/>
        </p:nvSpPr>
        <p:spPr>
          <a:xfrm>
            <a:off x="839419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5" name="Shape 403"/>
          <p:cNvSpPr/>
          <p:nvPr/>
        </p:nvSpPr>
        <p:spPr>
          <a:xfrm>
            <a:off x="850392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6" name="Shape 404"/>
          <p:cNvSpPr/>
          <p:nvPr/>
        </p:nvSpPr>
        <p:spPr>
          <a:xfrm>
            <a:off x="8613648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7" name="Shape 405"/>
          <p:cNvSpPr/>
          <p:nvPr/>
        </p:nvSpPr>
        <p:spPr>
          <a:xfrm>
            <a:off x="8723376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8" name="Shape 406"/>
          <p:cNvSpPr/>
          <p:nvPr/>
        </p:nvSpPr>
        <p:spPr>
          <a:xfrm>
            <a:off x="8833104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9" name="Shape 407"/>
          <p:cNvSpPr/>
          <p:nvPr/>
        </p:nvSpPr>
        <p:spPr>
          <a:xfrm>
            <a:off x="8942832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0" name="Shape 408"/>
          <p:cNvSpPr/>
          <p:nvPr/>
        </p:nvSpPr>
        <p:spPr>
          <a:xfrm>
            <a:off x="9052560" y="197510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6" name="Shape 434"/>
          <p:cNvSpPr/>
          <p:nvPr/>
        </p:nvSpPr>
        <p:spPr>
          <a:xfrm>
            <a:off x="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7" name="Shape 435"/>
          <p:cNvSpPr/>
          <p:nvPr/>
        </p:nvSpPr>
        <p:spPr>
          <a:xfrm>
            <a:off x="10972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8" name="Shape 436"/>
          <p:cNvSpPr/>
          <p:nvPr/>
        </p:nvSpPr>
        <p:spPr>
          <a:xfrm>
            <a:off x="21945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9" name="Shape 437"/>
          <p:cNvSpPr/>
          <p:nvPr/>
        </p:nvSpPr>
        <p:spPr>
          <a:xfrm>
            <a:off x="32918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0" name="Shape 438"/>
          <p:cNvSpPr/>
          <p:nvPr/>
        </p:nvSpPr>
        <p:spPr>
          <a:xfrm>
            <a:off x="43891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1" name="Shape 439"/>
          <p:cNvSpPr/>
          <p:nvPr/>
        </p:nvSpPr>
        <p:spPr>
          <a:xfrm>
            <a:off x="54864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2" name="Shape 440"/>
          <p:cNvSpPr/>
          <p:nvPr/>
        </p:nvSpPr>
        <p:spPr>
          <a:xfrm>
            <a:off x="65836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3" name="Shape 441"/>
          <p:cNvSpPr/>
          <p:nvPr/>
        </p:nvSpPr>
        <p:spPr>
          <a:xfrm>
            <a:off x="76809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4" name="Shape 442"/>
          <p:cNvSpPr/>
          <p:nvPr/>
        </p:nvSpPr>
        <p:spPr>
          <a:xfrm>
            <a:off x="87782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5" name="Shape 443"/>
          <p:cNvSpPr/>
          <p:nvPr/>
        </p:nvSpPr>
        <p:spPr>
          <a:xfrm>
            <a:off x="98755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6" name="Shape 444"/>
          <p:cNvSpPr/>
          <p:nvPr/>
        </p:nvSpPr>
        <p:spPr>
          <a:xfrm>
            <a:off x="109728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7" name="Shape 445"/>
          <p:cNvSpPr/>
          <p:nvPr/>
        </p:nvSpPr>
        <p:spPr>
          <a:xfrm>
            <a:off x="120700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8" name="Shape 446"/>
          <p:cNvSpPr/>
          <p:nvPr/>
        </p:nvSpPr>
        <p:spPr>
          <a:xfrm>
            <a:off x="131673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9" name="Shape 447"/>
          <p:cNvSpPr/>
          <p:nvPr/>
        </p:nvSpPr>
        <p:spPr>
          <a:xfrm>
            <a:off x="142646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0" name="Shape 448"/>
          <p:cNvSpPr/>
          <p:nvPr/>
        </p:nvSpPr>
        <p:spPr>
          <a:xfrm>
            <a:off x="153619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1" name="Shape 449"/>
          <p:cNvSpPr/>
          <p:nvPr/>
        </p:nvSpPr>
        <p:spPr>
          <a:xfrm>
            <a:off x="164592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2" name="Shape 450"/>
          <p:cNvSpPr/>
          <p:nvPr/>
        </p:nvSpPr>
        <p:spPr>
          <a:xfrm>
            <a:off x="175564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" name="Shape 451"/>
          <p:cNvSpPr/>
          <p:nvPr/>
        </p:nvSpPr>
        <p:spPr>
          <a:xfrm>
            <a:off x="186537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4" name="Shape 452"/>
          <p:cNvSpPr/>
          <p:nvPr/>
        </p:nvSpPr>
        <p:spPr>
          <a:xfrm>
            <a:off x="197510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5" name="Shape 453"/>
          <p:cNvSpPr/>
          <p:nvPr/>
        </p:nvSpPr>
        <p:spPr>
          <a:xfrm>
            <a:off x="208483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6" name="Shape 454"/>
          <p:cNvSpPr/>
          <p:nvPr/>
        </p:nvSpPr>
        <p:spPr>
          <a:xfrm>
            <a:off x="219456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7" name="Shape 455"/>
          <p:cNvSpPr/>
          <p:nvPr/>
        </p:nvSpPr>
        <p:spPr>
          <a:xfrm>
            <a:off x="230428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8" name="Shape 456"/>
          <p:cNvSpPr/>
          <p:nvPr/>
        </p:nvSpPr>
        <p:spPr>
          <a:xfrm>
            <a:off x="241401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9" name="Shape 457"/>
          <p:cNvSpPr/>
          <p:nvPr/>
        </p:nvSpPr>
        <p:spPr>
          <a:xfrm>
            <a:off x="252374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0" name="Shape 458"/>
          <p:cNvSpPr/>
          <p:nvPr/>
        </p:nvSpPr>
        <p:spPr>
          <a:xfrm>
            <a:off x="263347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1" name="Shape 459"/>
          <p:cNvSpPr/>
          <p:nvPr/>
        </p:nvSpPr>
        <p:spPr>
          <a:xfrm>
            <a:off x="274320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2" name="Shape 460"/>
          <p:cNvSpPr/>
          <p:nvPr/>
        </p:nvSpPr>
        <p:spPr>
          <a:xfrm>
            <a:off x="285292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3" name="Shape 461"/>
          <p:cNvSpPr/>
          <p:nvPr/>
        </p:nvSpPr>
        <p:spPr>
          <a:xfrm>
            <a:off x="296265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4" name="Shape 462"/>
          <p:cNvSpPr/>
          <p:nvPr/>
        </p:nvSpPr>
        <p:spPr>
          <a:xfrm>
            <a:off x="307238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5" name="Shape 463"/>
          <p:cNvSpPr/>
          <p:nvPr/>
        </p:nvSpPr>
        <p:spPr>
          <a:xfrm>
            <a:off x="318211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6" name="Shape 464"/>
          <p:cNvSpPr/>
          <p:nvPr/>
        </p:nvSpPr>
        <p:spPr>
          <a:xfrm>
            <a:off x="329184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7" name="Shape 465"/>
          <p:cNvSpPr/>
          <p:nvPr/>
        </p:nvSpPr>
        <p:spPr>
          <a:xfrm>
            <a:off x="340156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8" name="Shape 466"/>
          <p:cNvSpPr/>
          <p:nvPr/>
        </p:nvSpPr>
        <p:spPr>
          <a:xfrm>
            <a:off x="351129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9" name="Shape 467"/>
          <p:cNvSpPr/>
          <p:nvPr/>
        </p:nvSpPr>
        <p:spPr>
          <a:xfrm>
            <a:off x="362102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0" name="Shape 468"/>
          <p:cNvSpPr/>
          <p:nvPr/>
        </p:nvSpPr>
        <p:spPr>
          <a:xfrm>
            <a:off x="373075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1" name="Shape 469"/>
          <p:cNvSpPr/>
          <p:nvPr/>
        </p:nvSpPr>
        <p:spPr>
          <a:xfrm>
            <a:off x="384048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2" name="Shape 470"/>
          <p:cNvSpPr/>
          <p:nvPr/>
        </p:nvSpPr>
        <p:spPr>
          <a:xfrm>
            <a:off x="395020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3" name="Shape 471"/>
          <p:cNvSpPr/>
          <p:nvPr/>
        </p:nvSpPr>
        <p:spPr>
          <a:xfrm>
            <a:off x="405993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4" name="Shape 472"/>
          <p:cNvSpPr/>
          <p:nvPr/>
        </p:nvSpPr>
        <p:spPr>
          <a:xfrm>
            <a:off x="416966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5" name="Shape 473"/>
          <p:cNvSpPr/>
          <p:nvPr/>
        </p:nvSpPr>
        <p:spPr>
          <a:xfrm>
            <a:off x="427939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6" name="Shape 474"/>
          <p:cNvSpPr/>
          <p:nvPr/>
        </p:nvSpPr>
        <p:spPr>
          <a:xfrm>
            <a:off x="438912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7" name="Shape 475"/>
          <p:cNvSpPr/>
          <p:nvPr/>
        </p:nvSpPr>
        <p:spPr>
          <a:xfrm>
            <a:off x="449884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8" name="Shape 476"/>
          <p:cNvSpPr/>
          <p:nvPr/>
        </p:nvSpPr>
        <p:spPr>
          <a:xfrm>
            <a:off x="460857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9" name="Shape 477"/>
          <p:cNvSpPr/>
          <p:nvPr/>
        </p:nvSpPr>
        <p:spPr>
          <a:xfrm>
            <a:off x="471830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0" name="Shape 478"/>
          <p:cNvSpPr/>
          <p:nvPr/>
        </p:nvSpPr>
        <p:spPr>
          <a:xfrm>
            <a:off x="482803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1" name="Shape 479"/>
          <p:cNvSpPr/>
          <p:nvPr/>
        </p:nvSpPr>
        <p:spPr>
          <a:xfrm>
            <a:off x="493776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2" name="Shape 480"/>
          <p:cNvSpPr/>
          <p:nvPr/>
        </p:nvSpPr>
        <p:spPr>
          <a:xfrm>
            <a:off x="504748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3" name="Shape 481"/>
          <p:cNvSpPr/>
          <p:nvPr/>
        </p:nvSpPr>
        <p:spPr>
          <a:xfrm>
            <a:off x="515721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4" name="Shape 482"/>
          <p:cNvSpPr/>
          <p:nvPr/>
        </p:nvSpPr>
        <p:spPr>
          <a:xfrm>
            <a:off x="526694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5" name="Shape 483"/>
          <p:cNvSpPr/>
          <p:nvPr/>
        </p:nvSpPr>
        <p:spPr>
          <a:xfrm>
            <a:off x="537667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6" name="Shape 484"/>
          <p:cNvSpPr/>
          <p:nvPr/>
        </p:nvSpPr>
        <p:spPr>
          <a:xfrm>
            <a:off x="548640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7" name="Shape 485"/>
          <p:cNvSpPr/>
          <p:nvPr/>
        </p:nvSpPr>
        <p:spPr>
          <a:xfrm>
            <a:off x="559612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8" name="Shape 486"/>
          <p:cNvSpPr/>
          <p:nvPr/>
        </p:nvSpPr>
        <p:spPr>
          <a:xfrm>
            <a:off x="570585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9" name="Shape 487"/>
          <p:cNvSpPr/>
          <p:nvPr/>
        </p:nvSpPr>
        <p:spPr>
          <a:xfrm>
            <a:off x="581558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0" name="Shape 488"/>
          <p:cNvSpPr/>
          <p:nvPr/>
        </p:nvSpPr>
        <p:spPr>
          <a:xfrm>
            <a:off x="592531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1" name="Shape 489"/>
          <p:cNvSpPr/>
          <p:nvPr/>
        </p:nvSpPr>
        <p:spPr>
          <a:xfrm>
            <a:off x="603504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2" name="Shape 490"/>
          <p:cNvSpPr/>
          <p:nvPr/>
        </p:nvSpPr>
        <p:spPr>
          <a:xfrm>
            <a:off x="614476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3" name="Shape 491"/>
          <p:cNvSpPr/>
          <p:nvPr/>
        </p:nvSpPr>
        <p:spPr>
          <a:xfrm>
            <a:off x="625449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4" name="Shape 492"/>
          <p:cNvSpPr/>
          <p:nvPr/>
        </p:nvSpPr>
        <p:spPr>
          <a:xfrm>
            <a:off x="636422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5" name="Shape 493"/>
          <p:cNvSpPr/>
          <p:nvPr/>
        </p:nvSpPr>
        <p:spPr>
          <a:xfrm>
            <a:off x="647395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6" name="Shape 494"/>
          <p:cNvSpPr/>
          <p:nvPr/>
        </p:nvSpPr>
        <p:spPr>
          <a:xfrm>
            <a:off x="658368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7" name="Shape 495"/>
          <p:cNvSpPr/>
          <p:nvPr/>
        </p:nvSpPr>
        <p:spPr>
          <a:xfrm>
            <a:off x="669340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8" name="Shape 496"/>
          <p:cNvSpPr/>
          <p:nvPr/>
        </p:nvSpPr>
        <p:spPr>
          <a:xfrm>
            <a:off x="680313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9" name="Shape 497"/>
          <p:cNvSpPr/>
          <p:nvPr/>
        </p:nvSpPr>
        <p:spPr>
          <a:xfrm>
            <a:off x="691286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0" name="Shape 498"/>
          <p:cNvSpPr/>
          <p:nvPr/>
        </p:nvSpPr>
        <p:spPr>
          <a:xfrm>
            <a:off x="702259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1" name="Shape 499"/>
          <p:cNvSpPr/>
          <p:nvPr/>
        </p:nvSpPr>
        <p:spPr>
          <a:xfrm>
            <a:off x="713232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2" name="Shape 500"/>
          <p:cNvSpPr/>
          <p:nvPr/>
        </p:nvSpPr>
        <p:spPr>
          <a:xfrm>
            <a:off x="724204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3" name="Shape 501"/>
          <p:cNvSpPr/>
          <p:nvPr/>
        </p:nvSpPr>
        <p:spPr>
          <a:xfrm>
            <a:off x="735177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4" name="Shape 502"/>
          <p:cNvSpPr/>
          <p:nvPr/>
        </p:nvSpPr>
        <p:spPr>
          <a:xfrm>
            <a:off x="746150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5" name="Shape 503"/>
          <p:cNvSpPr/>
          <p:nvPr/>
        </p:nvSpPr>
        <p:spPr>
          <a:xfrm>
            <a:off x="757123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6" name="Shape 504"/>
          <p:cNvSpPr/>
          <p:nvPr/>
        </p:nvSpPr>
        <p:spPr>
          <a:xfrm>
            <a:off x="768096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7" name="Shape 505"/>
          <p:cNvSpPr/>
          <p:nvPr/>
        </p:nvSpPr>
        <p:spPr>
          <a:xfrm>
            <a:off x="779068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8" name="Shape 506"/>
          <p:cNvSpPr/>
          <p:nvPr/>
        </p:nvSpPr>
        <p:spPr>
          <a:xfrm>
            <a:off x="790041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9" name="Shape 507"/>
          <p:cNvSpPr/>
          <p:nvPr/>
        </p:nvSpPr>
        <p:spPr>
          <a:xfrm>
            <a:off x="801014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0" name="Shape 508"/>
          <p:cNvSpPr/>
          <p:nvPr/>
        </p:nvSpPr>
        <p:spPr>
          <a:xfrm>
            <a:off x="811987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1" name="Shape 509"/>
          <p:cNvSpPr/>
          <p:nvPr/>
        </p:nvSpPr>
        <p:spPr>
          <a:xfrm>
            <a:off x="822960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2" name="Shape 510"/>
          <p:cNvSpPr/>
          <p:nvPr/>
        </p:nvSpPr>
        <p:spPr>
          <a:xfrm>
            <a:off x="833932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3" name="Shape 511"/>
          <p:cNvSpPr/>
          <p:nvPr/>
        </p:nvSpPr>
        <p:spPr>
          <a:xfrm>
            <a:off x="844905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4" name="Shape 512"/>
          <p:cNvSpPr/>
          <p:nvPr/>
        </p:nvSpPr>
        <p:spPr>
          <a:xfrm>
            <a:off x="855878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5" name="Shape 513"/>
          <p:cNvSpPr/>
          <p:nvPr/>
        </p:nvSpPr>
        <p:spPr>
          <a:xfrm>
            <a:off x="8668512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6" name="Shape 514"/>
          <p:cNvSpPr/>
          <p:nvPr/>
        </p:nvSpPr>
        <p:spPr>
          <a:xfrm>
            <a:off x="8778240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7" name="Shape 515"/>
          <p:cNvSpPr/>
          <p:nvPr/>
        </p:nvSpPr>
        <p:spPr>
          <a:xfrm>
            <a:off x="8887968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8" name="Shape 516"/>
          <p:cNvSpPr/>
          <p:nvPr/>
        </p:nvSpPr>
        <p:spPr>
          <a:xfrm>
            <a:off x="8997696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9" name="Shape 517"/>
          <p:cNvSpPr/>
          <p:nvPr/>
        </p:nvSpPr>
        <p:spPr>
          <a:xfrm>
            <a:off x="9107424" y="208483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4" name="Shape 542"/>
          <p:cNvSpPr/>
          <p:nvPr/>
        </p:nvSpPr>
        <p:spPr>
          <a:xfrm>
            <a:off x="5486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5" name="Shape 543"/>
          <p:cNvSpPr/>
          <p:nvPr/>
        </p:nvSpPr>
        <p:spPr>
          <a:xfrm>
            <a:off x="16459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6" name="Shape 544"/>
          <p:cNvSpPr/>
          <p:nvPr/>
        </p:nvSpPr>
        <p:spPr>
          <a:xfrm>
            <a:off x="27432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7" name="Shape 545"/>
          <p:cNvSpPr/>
          <p:nvPr/>
        </p:nvSpPr>
        <p:spPr>
          <a:xfrm>
            <a:off x="38404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8" name="Shape 546"/>
          <p:cNvSpPr/>
          <p:nvPr/>
        </p:nvSpPr>
        <p:spPr>
          <a:xfrm>
            <a:off x="49377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9" name="Shape 547"/>
          <p:cNvSpPr/>
          <p:nvPr/>
        </p:nvSpPr>
        <p:spPr>
          <a:xfrm>
            <a:off x="60350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0" name="Shape 548"/>
          <p:cNvSpPr/>
          <p:nvPr/>
        </p:nvSpPr>
        <p:spPr>
          <a:xfrm>
            <a:off x="71323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1" name="Shape 549"/>
          <p:cNvSpPr/>
          <p:nvPr/>
        </p:nvSpPr>
        <p:spPr>
          <a:xfrm>
            <a:off x="82296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2" name="Shape 550"/>
          <p:cNvSpPr/>
          <p:nvPr/>
        </p:nvSpPr>
        <p:spPr>
          <a:xfrm>
            <a:off x="93268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3" name="Shape 551"/>
          <p:cNvSpPr/>
          <p:nvPr/>
        </p:nvSpPr>
        <p:spPr>
          <a:xfrm>
            <a:off x="104241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4" name="Shape 552"/>
          <p:cNvSpPr/>
          <p:nvPr/>
        </p:nvSpPr>
        <p:spPr>
          <a:xfrm>
            <a:off x="115214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5" name="Shape 553"/>
          <p:cNvSpPr/>
          <p:nvPr/>
        </p:nvSpPr>
        <p:spPr>
          <a:xfrm>
            <a:off x="126187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6" name="Shape 554"/>
          <p:cNvSpPr/>
          <p:nvPr/>
        </p:nvSpPr>
        <p:spPr>
          <a:xfrm>
            <a:off x="137160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7" name="Shape 555"/>
          <p:cNvSpPr/>
          <p:nvPr/>
        </p:nvSpPr>
        <p:spPr>
          <a:xfrm>
            <a:off x="148132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8" name="Shape 556"/>
          <p:cNvSpPr/>
          <p:nvPr/>
        </p:nvSpPr>
        <p:spPr>
          <a:xfrm>
            <a:off x="159105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9" name="Shape 557"/>
          <p:cNvSpPr/>
          <p:nvPr/>
        </p:nvSpPr>
        <p:spPr>
          <a:xfrm>
            <a:off x="170078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0" name="Shape 558"/>
          <p:cNvSpPr/>
          <p:nvPr/>
        </p:nvSpPr>
        <p:spPr>
          <a:xfrm>
            <a:off x="181051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1" name="Shape 559"/>
          <p:cNvSpPr/>
          <p:nvPr/>
        </p:nvSpPr>
        <p:spPr>
          <a:xfrm>
            <a:off x="192024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2" name="Shape 560"/>
          <p:cNvSpPr/>
          <p:nvPr/>
        </p:nvSpPr>
        <p:spPr>
          <a:xfrm>
            <a:off x="202996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3" name="Shape 561"/>
          <p:cNvSpPr/>
          <p:nvPr/>
        </p:nvSpPr>
        <p:spPr>
          <a:xfrm>
            <a:off x="213969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4" name="Shape 562"/>
          <p:cNvSpPr/>
          <p:nvPr/>
        </p:nvSpPr>
        <p:spPr>
          <a:xfrm>
            <a:off x="224942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5" name="Shape 563"/>
          <p:cNvSpPr/>
          <p:nvPr/>
        </p:nvSpPr>
        <p:spPr>
          <a:xfrm>
            <a:off x="235915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6" name="Shape 564"/>
          <p:cNvSpPr/>
          <p:nvPr/>
        </p:nvSpPr>
        <p:spPr>
          <a:xfrm>
            <a:off x="246888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7" name="Shape 565"/>
          <p:cNvSpPr/>
          <p:nvPr/>
        </p:nvSpPr>
        <p:spPr>
          <a:xfrm>
            <a:off x="257860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8" name="Shape 566"/>
          <p:cNvSpPr/>
          <p:nvPr/>
        </p:nvSpPr>
        <p:spPr>
          <a:xfrm>
            <a:off x="268833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9" name="Shape 567"/>
          <p:cNvSpPr/>
          <p:nvPr/>
        </p:nvSpPr>
        <p:spPr>
          <a:xfrm>
            <a:off x="279806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0" name="Shape 568"/>
          <p:cNvSpPr/>
          <p:nvPr/>
        </p:nvSpPr>
        <p:spPr>
          <a:xfrm>
            <a:off x="290779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1" name="Shape 569"/>
          <p:cNvSpPr/>
          <p:nvPr/>
        </p:nvSpPr>
        <p:spPr>
          <a:xfrm>
            <a:off x="301752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2" name="Shape 570"/>
          <p:cNvSpPr/>
          <p:nvPr/>
        </p:nvSpPr>
        <p:spPr>
          <a:xfrm>
            <a:off x="312724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3" name="Shape 571"/>
          <p:cNvSpPr/>
          <p:nvPr/>
        </p:nvSpPr>
        <p:spPr>
          <a:xfrm>
            <a:off x="323697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4" name="Shape 572"/>
          <p:cNvSpPr/>
          <p:nvPr/>
        </p:nvSpPr>
        <p:spPr>
          <a:xfrm>
            <a:off x="334670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5" name="Shape 573"/>
          <p:cNvSpPr/>
          <p:nvPr/>
        </p:nvSpPr>
        <p:spPr>
          <a:xfrm>
            <a:off x="345643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6" name="Shape 574"/>
          <p:cNvSpPr/>
          <p:nvPr/>
        </p:nvSpPr>
        <p:spPr>
          <a:xfrm>
            <a:off x="356616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7" name="Shape 575"/>
          <p:cNvSpPr/>
          <p:nvPr/>
        </p:nvSpPr>
        <p:spPr>
          <a:xfrm>
            <a:off x="367588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8" name="Shape 576"/>
          <p:cNvSpPr/>
          <p:nvPr/>
        </p:nvSpPr>
        <p:spPr>
          <a:xfrm>
            <a:off x="378561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9" name="Shape 577"/>
          <p:cNvSpPr/>
          <p:nvPr/>
        </p:nvSpPr>
        <p:spPr>
          <a:xfrm>
            <a:off x="389534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0" name="Shape 578"/>
          <p:cNvSpPr/>
          <p:nvPr/>
        </p:nvSpPr>
        <p:spPr>
          <a:xfrm>
            <a:off x="400507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1" name="Shape 579"/>
          <p:cNvSpPr/>
          <p:nvPr/>
        </p:nvSpPr>
        <p:spPr>
          <a:xfrm>
            <a:off x="411480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2" name="Shape 580"/>
          <p:cNvSpPr/>
          <p:nvPr/>
        </p:nvSpPr>
        <p:spPr>
          <a:xfrm>
            <a:off x="422452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3" name="Shape 581"/>
          <p:cNvSpPr/>
          <p:nvPr/>
        </p:nvSpPr>
        <p:spPr>
          <a:xfrm>
            <a:off x="433425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4" name="Shape 582"/>
          <p:cNvSpPr/>
          <p:nvPr/>
        </p:nvSpPr>
        <p:spPr>
          <a:xfrm>
            <a:off x="444398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5" name="Shape 583"/>
          <p:cNvSpPr/>
          <p:nvPr/>
        </p:nvSpPr>
        <p:spPr>
          <a:xfrm>
            <a:off x="455371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6" name="Shape 584"/>
          <p:cNvSpPr/>
          <p:nvPr/>
        </p:nvSpPr>
        <p:spPr>
          <a:xfrm>
            <a:off x="466344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7" name="Shape 585"/>
          <p:cNvSpPr/>
          <p:nvPr/>
        </p:nvSpPr>
        <p:spPr>
          <a:xfrm>
            <a:off x="477316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8" name="Shape 586"/>
          <p:cNvSpPr/>
          <p:nvPr/>
        </p:nvSpPr>
        <p:spPr>
          <a:xfrm>
            <a:off x="488289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9" name="Shape 587"/>
          <p:cNvSpPr/>
          <p:nvPr/>
        </p:nvSpPr>
        <p:spPr>
          <a:xfrm>
            <a:off x="499262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0" name="Shape 588"/>
          <p:cNvSpPr/>
          <p:nvPr/>
        </p:nvSpPr>
        <p:spPr>
          <a:xfrm>
            <a:off x="510235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1" name="Shape 589"/>
          <p:cNvSpPr/>
          <p:nvPr/>
        </p:nvSpPr>
        <p:spPr>
          <a:xfrm>
            <a:off x="521208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2" name="Shape 590"/>
          <p:cNvSpPr/>
          <p:nvPr/>
        </p:nvSpPr>
        <p:spPr>
          <a:xfrm>
            <a:off x="532180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3" name="Shape 591"/>
          <p:cNvSpPr/>
          <p:nvPr/>
        </p:nvSpPr>
        <p:spPr>
          <a:xfrm>
            <a:off x="543153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4" name="Shape 592"/>
          <p:cNvSpPr/>
          <p:nvPr/>
        </p:nvSpPr>
        <p:spPr>
          <a:xfrm>
            <a:off x="554126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5" name="Shape 593"/>
          <p:cNvSpPr/>
          <p:nvPr/>
        </p:nvSpPr>
        <p:spPr>
          <a:xfrm>
            <a:off x="565099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6" name="Shape 594"/>
          <p:cNvSpPr/>
          <p:nvPr/>
        </p:nvSpPr>
        <p:spPr>
          <a:xfrm>
            <a:off x="576072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7" name="Shape 595"/>
          <p:cNvSpPr/>
          <p:nvPr/>
        </p:nvSpPr>
        <p:spPr>
          <a:xfrm>
            <a:off x="587044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8" name="Shape 596"/>
          <p:cNvSpPr/>
          <p:nvPr/>
        </p:nvSpPr>
        <p:spPr>
          <a:xfrm>
            <a:off x="598017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9" name="Shape 597"/>
          <p:cNvSpPr/>
          <p:nvPr/>
        </p:nvSpPr>
        <p:spPr>
          <a:xfrm>
            <a:off x="608990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0" name="Shape 598"/>
          <p:cNvSpPr/>
          <p:nvPr/>
        </p:nvSpPr>
        <p:spPr>
          <a:xfrm>
            <a:off x="619963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1" name="Shape 599"/>
          <p:cNvSpPr/>
          <p:nvPr/>
        </p:nvSpPr>
        <p:spPr>
          <a:xfrm>
            <a:off x="630936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2" name="Shape 600"/>
          <p:cNvSpPr/>
          <p:nvPr/>
        </p:nvSpPr>
        <p:spPr>
          <a:xfrm>
            <a:off x="641908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3" name="Shape 601"/>
          <p:cNvSpPr/>
          <p:nvPr/>
        </p:nvSpPr>
        <p:spPr>
          <a:xfrm>
            <a:off x="652881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4" name="Shape 602"/>
          <p:cNvSpPr/>
          <p:nvPr/>
        </p:nvSpPr>
        <p:spPr>
          <a:xfrm>
            <a:off x="663854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5" name="Shape 603"/>
          <p:cNvSpPr/>
          <p:nvPr/>
        </p:nvSpPr>
        <p:spPr>
          <a:xfrm>
            <a:off x="674827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6" name="Shape 604"/>
          <p:cNvSpPr/>
          <p:nvPr/>
        </p:nvSpPr>
        <p:spPr>
          <a:xfrm>
            <a:off x="685800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7" name="Shape 605"/>
          <p:cNvSpPr/>
          <p:nvPr/>
        </p:nvSpPr>
        <p:spPr>
          <a:xfrm>
            <a:off x="696772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8" name="Shape 606"/>
          <p:cNvSpPr/>
          <p:nvPr/>
        </p:nvSpPr>
        <p:spPr>
          <a:xfrm>
            <a:off x="707745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9" name="Shape 607"/>
          <p:cNvSpPr/>
          <p:nvPr/>
        </p:nvSpPr>
        <p:spPr>
          <a:xfrm>
            <a:off x="718718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0" name="Shape 608"/>
          <p:cNvSpPr/>
          <p:nvPr/>
        </p:nvSpPr>
        <p:spPr>
          <a:xfrm>
            <a:off x="729691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1" name="Shape 609"/>
          <p:cNvSpPr/>
          <p:nvPr/>
        </p:nvSpPr>
        <p:spPr>
          <a:xfrm>
            <a:off x="740664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2" name="Shape 610"/>
          <p:cNvSpPr/>
          <p:nvPr/>
        </p:nvSpPr>
        <p:spPr>
          <a:xfrm>
            <a:off x="751636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3" name="Shape 611"/>
          <p:cNvSpPr/>
          <p:nvPr/>
        </p:nvSpPr>
        <p:spPr>
          <a:xfrm>
            <a:off x="762609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4" name="Shape 612"/>
          <p:cNvSpPr/>
          <p:nvPr/>
        </p:nvSpPr>
        <p:spPr>
          <a:xfrm>
            <a:off x="773582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5" name="Shape 613"/>
          <p:cNvSpPr/>
          <p:nvPr/>
        </p:nvSpPr>
        <p:spPr>
          <a:xfrm>
            <a:off x="784555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6" name="Shape 614"/>
          <p:cNvSpPr/>
          <p:nvPr/>
        </p:nvSpPr>
        <p:spPr>
          <a:xfrm>
            <a:off x="795528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7" name="Shape 615"/>
          <p:cNvSpPr/>
          <p:nvPr/>
        </p:nvSpPr>
        <p:spPr>
          <a:xfrm>
            <a:off x="806500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8" name="Shape 616"/>
          <p:cNvSpPr/>
          <p:nvPr/>
        </p:nvSpPr>
        <p:spPr>
          <a:xfrm>
            <a:off x="817473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9" name="Shape 617"/>
          <p:cNvSpPr/>
          <p:nvPr/>
        </p:nvSpPr>
        <p:spPr>
          <a:xfrm>
            <a:off x="828446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0" name="Shape 618"/>
          <p:cNvSpPr/>
          <p:nvPr/>
        </p:nvSpPr>
        <p:spPr>
          <a:xfrm>
            <a:off x="839419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1" name="Shape 619"/>
          <p:cNvSpPr/>
          <p:nvPr/>
        </p:nvSpPr>
        <p:spPr>
          <a:xfrm>
            <a:off x="850392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2" name="Shape 620"/>
          <p:cNvSpPr/>
          <p:nvPr/>
        </p:nvSpPr>
        <p:spPr>
          <a:xfrm>
            <a:off x="8613648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3" name="Shape 621"/>
          <p:cNvSpPr/>
          <p:nvPr/>
        </p:nvSpPr>
        <p:spPr>
          <a:xfrm>
            <a:off x="8723376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4" name="Shape 622"/>
          <p:cNvSpPr/>
          <p:nvPr/>
        </p:nvSpPr>
        <p:spPr>
          <a:xfrm>
            <a:off x="8833104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5" name="Shape 623"/>
          <p:cNvSpPr/>
          <p:nvPr/>
        </p:nvSpPr>
        <p:spPr>
          <a:xfrm>
            <a:off x="8942832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6" name="Shape 624"/>
          <p:cNvSpPr/>
          <p:nvPr/>
        </p:nvSpPr>
        <p:spPr>
          <a:xfrm>
            <a:off x="9052560" y="219456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2" name="Shape 650"/>
          <p:cNvSpPr/>
          <p:nvPr/>
        </p:nvSpPr>
        <p:spPr>
          <a:xfrm>
            <a:off x="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3" name="Shape 651"/>
          <p:cNvSpPr/>
          <p:nvPr/>
        </p:nvSpPr>
        <p:spPr>
          <a:xfrm>
            <a:off x="10972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4" name="Shape 652"/>
          <p:cNvSpPr/>
          <p:nvPr/>
        </p:nvSpPr>
        <p:spPr>
          <a:xfrm>
            <a:off x="21945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5" name="Shape 653"/>
          <p:cNvSpPr/>
          <p:nvPr/>
        </p:nvSpPr>
        <p:spPr>
          <a:xfrm>
            <a:off x="32918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6" name="Shape 654"/>
          <p:cNvSpPr/>
          <p:nvPr/>
        </p:nvSpPr>
        <p:spPr>
          <a:xfrm>
            <a:off x="43891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7" name="Shape 655"/>
          <p:cNvSpPr/>
          <p:nvPr/>
        </p:nvSpPr>
        <p:spPr>
          <a:xfrm>
            <a:off x="54864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8" name="Shape 656"/>
          <p:cNvSpPr/>
          <p:nvPr/>
        </p:nvSpPr>
        <p:spPr>
          <a:xfrm>
            <a:off x="65836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9" name="Shape 657"/>
          <p:cNvSpPr/>
          <p:nvPr/>
        </p:nvSpPr>
        <p:spPr>
          <a:xfrm>
            <a:off x="76809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0" name="Shape 658"/>
          <p:cNvSpPr/>
          <p:nvPr/>
        </p:nvSpPr>
        <p:spPr>
          <a:xfrm>
            <a:off x="87782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1" name="Shape 659"/>
          <p:cNvSpPr/>
          <p:nvPr/>
        </p:nvSpPr>
        <p:spPr>
          <a:xfrm>
            <a:off x="98755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2" name="Shape 660"/>
          <p:cNvSpPr/>
          <p:nvPr/>
        </p:nvSpPr>
        <p:spPr>
          <a:xfrm>
            <a:off x="109728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3" name="Shape 661"/>
          <p:cNvSpPr/>
          <p:nvPr/>
        </p:nvSpPr>
        <p:spPr>
          <a:xfrm>
            <a:off x="120700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4" name="Shape 662"/>
          <p:cNvSpPr/>
          <p:nvPr/>
        </p:nvSpPr>
        <p:spPr>
          <a:xfrm>
            <a:off x="131673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5" name="Shape 663"/>
          <p:cNvSpPr/>
          <p:nvPr/>
        </p:nvSpPr>
        <p:spPr>
          <a:xfrm>
            <a:off x="142646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6" name="Shape 664"/>
          <p:cNvSpPr/>
          <p:nvPr/>
        </p:nvSpPr>
        <p:spPr>
          <a:xfrm>
            <a:off x="153619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7" name="Shape 665"/>
          <p:cNvSpPr/>
          <p:nvPr/>
        </p:nvSpPr>
        <p:spPr>
          <a:xfrm>
            <a:off x="164592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8" name="Shape 666"/>
          <p:cNvSpPr/>
          <p:nvPr/>
        </p:nvSpPr>
        <p:spPr>
          <a:xfrm>
            <a:off x="175564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9" name="Shape 667"/>
          <p:cNvSpPr/>
          <p:nvPr/>
        </p:nvSpPr>
        <p:spPr>
          <a:xfrm>
            <a:off x="186537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0" name="Shape 668"/>
          <p:cNvSpPr/>
          <p:nvPr/>
        </p:nvSpPr>
        <p:spPr>
          <a:xfrm>
            <a:off x="197510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1" name="Shape 669"/>
          <p:cNvSpPr/>
          <p:nvPr/>
        </p:nvSpPr>
        <p:spPr>
          <a:xfrm>
            <a:off x="208483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2" name="Shape 670"/>
          <p:cNvSpPr/>
          <p:nvPr/>
        </p:nvSpPr>
        <p:spPr>
          <a:xfrm>
            <a:off x="219456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3" name="Shape 671"/>
          <p:cNvSpPr/>
          <p:nvPr/>
        </p:nvSpPr>
        <p:spPr>
          <a:xfrm>
            <a:off x="230428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4" name="Shape 672"/>
          <p:cNvSpPr/>
          <p:nvPr/>
        </p:nvSpPr>
        <p:spPr>
          <a:xfrm>
            <a:off x="241401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5" name="Shape 673"/>
          <p:cNvSpPr/>
          <p:nvPr/>
        </p:nvSpPr>
        <p:spPr>
          <a:xfrm>
            <a:off x="252374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6" name="Shape 674"/>
          <p:cNvSpPr/>
          <p:nvPr/>
        </p:nvSpPr>
        <p:spPr>
          <a:xfrm>
            <a:off x="263347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7" name="Shape 675"/>
          <p:cNvSpPr/>
          <p:nvPr/>
        </p:nvSpPr>
        <p:spPr>
          <a:xfrm>
            <a:off x="274320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8" name="Shape 676"/>
          <p:cNvSpPr/>
          <p:nvPr/>
        </p:nvSpPr>
        <p:spPr>
          <a:xfrm>
            <a:off x="285292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9" name="Shape 677"/>
          <p:cNvSpPr/>
          <p:nvPr/>
        </p:nvSpPr>
        <p:spPr>
          <a:xfrm>
            <a:off x="296265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0" name="Shape 678"/>
          <p:cNvSpPr/>
          <p:nvPr/>
        </p:nvSpPr>
        <p:spPr>
          <a:xfrm>
            <a:off x="307238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1" name="Shape 679"/>
          <p:cNvSpPr/>
          <p:nvPr/>
        </p:nvSpPr>
        <p:spPr>
          <a:xfrm>
            <a:off x="318211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2" name="Shape 680"/>
          <p:cNvSpPr/>
          <p:nvPr/>
        </p:nvSpPr>
        <p:spPr>
          <a:xfrm>
            <a:off x="329184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3" name="Shape 681"/>
          <p:cNvSpPr/>
          <p:nvPr/>
        </p:nvSpPr>
        <p:spPr>
          <a:xfrm>
            <a:off x="340156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4" name="Shape 682"/>
          <p:cNvSpPr/>
          <p:nvPr/>
        </p:nvSpPr>
        <p:spPr>
          <a:xfrm>
            <a:off x="351129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5" name="Shape 683"/>
          <p:cNvSpPr/>
          <p:nvPr/>
        </p:nvSpPr>
        <p:spPr>
          <a:xfrm>
            <a:off x="362102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6" name="Shape 684"/>
          <p:cNvSpPr/>
          <p:nvPr/>
        </p:nvSpPr>
        <p:spPr>
          <a:xfrm>
            <a:off x="373075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7" name="Shape 685"/>
          <p:cNvSpPr/>
          <p:nvPr/>
        </p:nvSpPr>
        <p:spPr>
          <a:xfrm>
            <a:off x="384048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8" name="Shape 686"/>
          <p:cNvSpPr/>
          <p:nvPr/>
        </p:nvSpPr>
        <p:spPr>
          <a:xfrm>
            <a:off x="395020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9" name="Shape 687"/>
          <p:cNvSpPr/>
          <p:nvPr/>
        </p:nvSpPr>
        <p:spPr>
          <a:xfrm>
            <a:off x="405993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0" name="Shape 688"/>
          <p:cNvSpPr/>
          <p:nvPr/>
        </p:nvSpPr>
        <p:spPr>
          <a:xfrm>
            <a:off x="416966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1" name="Shape 689"/>
          <p:cNvSpPr/>
          <p:nvPr/>
        </p:nvSpPr>
        <p:spPr>
          <a:xfrm>
            <a:off x="427939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2" name="Shape 690"/>
          <p:cNvSpPr/>
          <p:nvPr/>
        </p:nvSpPr>
        <p:spPr>
          <a:xfrm>
            <a:off x="438912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3" name="Shape 691"/>
          <p:cNvSpPr/>
          <p:nvPr/>
        </p:nvSpPr>
        <p:spPr>
          <a:xfrm>
            <a:off x="449884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4" name="Shape 692"/>
          <p:cNvSpPr/>
          <p:nvPr/>
        </p:nvSpPr>
        <p:spPr>
          <a:xfrm>
            <a:off x="460857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5" name="Shape 693"/>
          <p:cNvSpPr/>
          <p:nvPr/>
        </p:nvSpPr>
        <p:spPr>
          <a:xfrm>
            <a:off x="471830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6" name="Shape 694"/>
          <p:cNvSpPr/>
          <p:nvPr/>
        </p:nvSpPr>
        <p:spPr>
          <a:xfrm>
            <a:off x="482803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7" name="Shape 695"/>
          <p:cNvSpPr/>
          <p:nvPr/>
        </p:nvSpPr>
        <p:spPr>
          <a:xfrm>
            <a:off x="493776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8" name="Shape 696"/>
          <p:cNvSpPr/>
          <p:nvPr/>
        </p:nvSpPr>
        <p:spPr>
          <a:xfrm>
            <a:off x="504748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9" name="Shape 697"/>
          <p:cNvSpPr/>
          <p:nvPr/>
        </p:nvSpPr>
        <p:spPr>
          <a:xfrm>
            <a:off x="515721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0" name="Shape 698"/>
          <p:cNvSpPr/>
          <p:nvPr/>
        </p:nvSpPr>
        <p:spPr>
          <a:xfrm>
            <a:off x="526694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1" name="Shape 699"/>
          <p:cNvSpPr/>
          <p:nvPr/>
        </p:nvSpPr>
        <p:spPr>
          <a:xfrm>
            <a:off x="537667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2" name="Shape 700"/>
          <p:cNvSpPr/>
          <p:nvPr/>
        </p:nvSpPr>
        <p:spPr>
          <a:xfrm>
            <a:off x="548640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3" name="Shape 701"/>
          <p:cNvSpPr/>
          <p:nvPr/>
        </p:nvSpPr>
        <p:spPr>
          <a:xfrm>
            <a:off x="559612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4" name="Shape 702"/>
          <p:cNvSpPr/>
          <p:nvPr/>
        </p:nvSpPr>
        <p:spPr>
          <a:xfrm>
            <a:off x="570585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5" name="Shape 703"/>
          <p:cNvSpPr/>
          <p:nvPr/>
        </p:nvSpPr>
        <p:spPr>
          <a:xfrm>
            <a:off x="581558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6" name="Shape 704"/>
          <p:cNvSpPr/>
          <p:nvPr/>
        </p:nvSpPr>
        <p:spPr>
          <a:xfrm>
            <a:off x="592531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7" name="Shape 705"/>
          <p:cNvSpPr/>
          <p:nvPr/>
        </p:nvSpPr>
        <p:spPr>
          <a:xfrm>
            <a:off x="603504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8" name="Shape 706"/>
          <p:cNvSpPr/>
          <p:nvPr/>
        </p:nvSpPr>
        <p:spPr>
          <a:xfrm>
            <a:off x="614476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9" name="Shape 707"/>
          <p:cNvSpPr/>
          <p:nvPr/>
        </p:nvSpPr>
        <p:spPr>
          <a:xfrm>
            <a:off x="625449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0" name="Shape 708"/>
          <p:cNvSpPr/>
          <p:nvPr/>
        </p:nvSpPr>
        <p:spPr>
          <a:xfrm>
            <a:off x="636422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1" name="Shape 709"/>
          <p:cNvSpPr/>
          <p:nvPr/>
        </p:nvSpPr>
        <p:spPr>
          <a:xfrm>
            <a:off x="647395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2" name="Shape 710"/>
          <p:cNvSpPr/>
          <p:nvPr/>
        </p:nvSpPr>
        <p:spPr>
          <a:xfrm>
            <a:off x="658368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3" name="Shape 711"/>
          <p:cNvSpPr/>
          <p:nvPr/>
        </p:nvSpPr>
        <p:spPr>
          <a:xfrm>
            <a:off x="669340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4" name="Shape 712"/>
          <p:cNvSpPr/>
          <p:nvPr/>
        </p:nvSpPr>
        <p:spPr>
          <a:xfrm>
            <a:off x="680313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5" name="Shape 713"/>
          <p:cNvSpPr/>
          <p:nvPr/>
        </p:nvSpPr>
        <p:spPr>
          <a:xfrm>
            <a:off x="691286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6" name="Shape 714"/>
          <p:cNvSpPr/>
          <p:nvPr/>
        </p:nvSpPr>
        <p:spPr>
          <a:xfrm>
            <a:off x="702259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7" name="Shape 715"/>
          <p:cNvSpPr/>
          <p:nvPr/>
        </p:nvSpPr>
        <p:spPr>
          <a:xfrm>
            <a:off x="713232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8" name="Shape 716"/>
          <p:cNvSpPr/>
          <p:nvPr/>
        </p:nvSpPr>
        <p:spPr>
          <a:xfrm>
            <a:off x="724204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9" name="Shape 717"/>
          <p:cNvSpPr/>
          <p:nvPr/>
        </p:nvSpPr>
        <p:spPr>
          <a:xfrm>
            <a:off x="735177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0" name="Shape 718"/>
          <p:cNvSpPr/>
          <p:nvPr/>
        </p:nvSpPr>
        <p:spPr>
          <a:xfrm>
            <a:off x="746150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1" name="Shape 719"/>
          <p:cNvSpPr/>
          <p:nvPr/>
        </p:nvSpPr>
        <p:spPr>
          <a:xfrm>
            <a:off x="757123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2" name="Shape 720"/>
          <p:cNvSpPr/>
          <p:nvPr/>
        </p:nvSpPr>
        <p:spPr>
          <a:xfrm>
            <a:off x="768096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3" name="Shape 721"/>
          <p:cNvSpPr/>
          <p:nvPr/>
        </p:nvSpPr>
        <p:spPr>
          <a:xfrm>
            <a:off x="779068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4" name="Shape 722"/>
          <p:cNvSpPr/>
          <p:nvPr/>
        </p:nvSpPr>
        <p:spPr>
          <a:xfrm>
            <a:off x="790041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5" name="Shape 723"/>
          <p:cNvSpPr/>
          <p:nvPr/>
        </p:nvSpPr>
        <p:spPr>
          <a:xfrm>
            <a:off x="801014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6" name="Shape 724"/>
          <p:cNvSpPr/>
          <p:nvPr/>
        </p:nvSpPr>
        <p:spPr>
          <a:xfrm>
            <a:off x="811987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7" name="Shape 725"/>
          <p:cNvSpPr/>
          <p:nvPr/>
        </p:nvSpPr>
        <p:spPr>
          <a:xfrm>
            <a:off x="822960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8" name="Shape 726"/>
          <p:cNvSpPr/>
          <p:nvPr/>
        </p:nvSpPr>
        <p:spPr>
          <a:xfrm>
            <a:off x="833932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9" name="Shape 727"/>
          <p:cNvSpPr/>
          <p:nvPr/>
        </p:nvSpPr>
        <p:spPr>
          <a:xfrm>
            <a:off x="844905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0" name="Shape 728"/>
          <p:cNvSpPr/>
          <p:nvPr/>
        </p:nvSpPr>
        <p:spPr>
          <a:xfrm>
            <a:off x="855878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1" name="Shape 729"/>
          <p:cNvSpPr/>
          <p:nvPr/>
        </p:nvSpPr>
        <p:spPr>
          <a:xfrm>
            <a:off x="8668512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2" name="Shape 730"/>
          <p:cNvSpPr/>
          <p:nvPr/>
        </p:nvSpPr>
        <p:spPr>
          <a:xfrm>
            <a:off x="8778240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3" name="Shape 731"/>
          <p:cNvSpPr/>
          <p:nvPr/>
        </p:nvSpPr>
        <p:spPr>
          <a:xfrm>
            <a:off x="8887968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4" name="Shape 732"/>
          <p:cNvSpPr/>
          <p:nvPr/>
        </p:nvSpPr>
        <p:spPr>
          <a:xfrm>
            <a:off x="8997696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5" name="Shape 733"/>
          <p:cNvSpPr/>
          <p:nvPr/>
        </p:nvSpPr>
        <p:spPr>
          <a:xfrm>
            <a:off x="9107424" y="230428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0" name="Shape 758"/>
          <p:cNvSpPr/>
          <p:nvPr/>
        </p:nvSpPr>
        <p:spPr>
          <a:xfrm>
            <a:off x="5486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1" name="Shape 759"/>
          <p:cNvSpPr/>
          <p:nvPr/>
        </p:nvSpPr>
        <p:spPr>
          <a:xfrm>
            <a:off x="16459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2" name="Shape 760"/>
          <p:cNvSpPr/>
          <p:nvPr/>
        </p:nvSpPr>
        <p:spPr>
          <a:xfrm>
            <a:off x="27432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3" name="Shape 761"/>
          <p:cNvSpPr/>
          <p:nvPr/>
        </p:nvSpPr>
        <p:spPr>
          <a:xfrm>
            <a:off x="38404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4" name="Shape 762"/>
          <p:cNvSpPr/>
          <p:nvPr/>
        </p:nvSpPr>
        <p:spPr>
          <a:xfrm>
            <a:off x="49377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5" name="Shape 763"/>
          <p:cNvSpPr/>
          <p:nvPr/>
        </p:nvSpPr>
        <p:spPr>
          <a:xfrm>
            <a:off x="60350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6" name="Shape 764"/>
          <p:cNvSpPr/>
          <p:nvPr/>
        </p:nvSpPr>
        <p:spPr>
          <a:xfrm>
            <a:off x="71323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7" name="Shape 765"/>
          <p:cNvSpPr/>
          <p:nvPr/>
        </p:nvSpPr>
        <p:spPr>
          <a:xfrm>
            <a:off x="82296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8" name="Shape 766"/>
          <p:cNvSpPr/>
          <p:nvPr/>
        </p:nvSpPr>
        <p:spPr>
          <a:xfrm>
            <a:off x="93268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9" name="Shape 767"/>
          <p:cNvSpPr/>
          <p:nvPr/>
        </p:nvSpPr>
        <p:spPr>
          <a:xfrm>
            <a:off x="104241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0" name="Shape 768"/>
          <p:cNvSpPr/>
          <p:nvPr/>
        </p:nvSpPr>
        <p:spPr>
          <a:xfrm>
            <a:off x="115214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1" name="Shape 769"/>
          <p:cNvSpPr/>
          <p:nvPr/>
        </p:nvSpPr>
        <p:spPr>
          <a:xfrm>
            <a:off x="126187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2" name="Shape 770"/>
          <p:cNvSpPr/>
          <p:nvPr/>
        </p:nvSpPr>
        <p:spPr>
          <a:xfrm>
            <a:off x="137160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3" name="Shape 771"/>
          <p:cNvSpPr/>
          <p:nvPr/>
        </p:nvSpPr>
        <p:spPr>
          <a:xfrm>
            <a:off x="148132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4" name="Shape 772"/>
          <p:cNvSpPr/>
          <p:nvPr/>
        </p:nvSpPr>
        <p:spPr>
          <a:xfrm>
            <a:off x="159105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5" name="Shape 773"/>
          <p:cNvSpPr/>
          <p:nvPr/>
        </p:nvSpPr>
        <p:spPr>
          <a:xfrm>
            <a:off x="170078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6" name="Shape 774"/>
          <p:cNvSpPr/>
          <p:nvPr/>
        </p:nvSpPr>
        <p:spPr>
          <a:xfrm>
            <a:off x="181051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7" name="Shape 775"/>
          <p:cNvSpPr/>
          <p:nvPr/>
        </p:nvSpPr>
        <p:spPr>
          <a:xfrm>
            <a:off x="192024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8" name="Shape 776"/>
          <p:cNvSpPr/>
          <p:nvPr/>
        </p:nvSpPr>
        <p:spPr>
          <a:xfrm>
            <a:off x="202996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9" name="Shape 777"/>
          <p:cNvSpPr/>
          <p:nvPr/>
        </p:nvSpPr>
        <p:spPr>
          <a:xfrm>
            <a:off x="213969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0" name="Shape 778"/>
          <p:cNvSpPr/>
          <p:nvPr/>
        </p:nvSpPr>
        <p:spPr>
          <a:xfrm>
            <a:off x="224942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1" name="Shape 779"/>
          <p:cNvSpPr/>
          <p:nvPr/>
        </p:nvSpPr>
        <p:spPr>
          <a:xfrm>
            <a:off x="235915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2" name="Shape 780"/>
          <p:cNvSpPr/>
          <p:nvPr/>
        </p:nvSpPr>
        <p:spPr>
          <a:xfrm>
            <a:off x="246888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3" name="Shape 781"/>
          <p:cNvSpPr/>
          <p:nvPr/>
        </p:nvSpPr>
        <p:spPr>
          <a:xfrm>
            <a:off x="257860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4" name="Shape 782"/>
          <p:cNvSpPr/>
          <p:nvPr/>
        </p:nvSpPr>
        <p:spPr>
          <a:xfrm>
            <a:off x="268833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5" name="Shape 783"/>
          <p:cNvSpPr/>
          <p:nvPr/>
        </p:nvSpPr>
        <p:spPr>
          <a:xfrm>
            <a:off x="279806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6" name="Shape 784"/>
          <p:cNvSpPr/>
          <p:nvPr/>
        </p:nvSpPr>
        <p:spPr>
          <a:xfrm>
            <a:off x="290779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7" name="Shape 785"/>
          <p:cNvSpPr/>
          <p:nvPr/>
        </p:nvSpPr>
        <p:spPr>
          <a:xfrm>
            <a:off x="301752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8" name="Shape 786"/>
          <p:cNvSpPr/>
          <p:nvPr/>
        </p:nvSpPr>
        <p:spPr>
          <a:xfrm>
            <a:off x="312724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9" name="Shape 787"/>
          <p:cNvSpPr/>
          <p:nvPr/>
        </p:nvSpPr>
        <p:spPr>
          <a:xfrm>
            <a:off x="323697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0" name="Shape 788"/>
          <p:cNvSpPr/>
          <p:nvPr/>
        </p:nvSpPr>
        <p:spPr>
          <a:xfrm>
            <a:off x="334670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1" name="Shape 789"/>
          <p:cNvSpPr/>
          <p:nvPr/>
        </p:nvSpPr>
        <p:spPr>
          <a:xfrm>
            <a:off x="345643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2" name="Shape 790"/>
          <p:cNvSpPr/>
          <p:nvPr/>
        </p:nvSpPr>
        <p:spPr>
          <a:xfrm>
            <a:off x="356616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3" name="Shape 791"/>
          <p:cNvSpPr/>
          <p:nvPr/>
        </p:nvSpPr>
        <p:spPr>
          <a:xfrm>
            <a:off x="367588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4" name="Shape 792"/>
          <p:cNvSpPr/>
          <p:nvPr/>
        </p:nvSpPr>
        <p:spPr>
          <a:xfrm>
            <a:off x="378561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5" name="Shape 793"/>
          <p:cNvSpPr/>
          <p:nvPr/>
        </p:nvSpPr>
        <p:spPr>
          <a:xfrm>
            <a:off x="389534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6" name="Shape 794"/>
          <p:cNvSpPr/>
          <p:nvPr/>
        </p:nvSpPr>
        <p:spPr>
          <a:xfrm>
            <a:off x="400507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7" name="Shape 795"/>
          <p:cNvSpPr/>
          <p:nvPr/>
        </p:nvSpPr>
        <p:spPr>
          <a:xfrm>
            <a:off x="411480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8" name="Shape 796"/>
          <p:cNvSpPr/>
          <p:nvPr/>
        </p:nvSpPr>
        <p:spPr>
          <a:xfrm>
            <a:off x="422452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9" name="Shape 797"/>
          <p:cNvSpPr/>
          <p:nvPr/>
        </p:nvSpPr>
        <p:spPr>
          <a:xfrm>
            <a:off x="433425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0" name="Shape 798"/>
          <p:cNvSpPr/>
          <p:nvPr/>
        </p:nvSpPr>
        <p:spPr>
          <a:xfrm>
            <a:off x="444398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1" name="Shape 799"/>
          <p:cNvSpPr/>
          <p:nvPr/>
        </p:nvSpPr>
        <p:spPr>
          <a:xfrm>
            <a:off x="455371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2" name="Shape 800"/>
          <p:cNvSpPr/>
          <p:nvPr/>
        </p:nvSpPr>
        <p:spPr>
          <a:xfrm>
            <a:off x="466344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3" name="Shape 801"/>
          <p:cNvSpPr/>
          <p:nvPr/>
        </p:nvSpPr>
        <p:spPr>
          <a:xfrm>
            <a:off x="477316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4" name="Shape 802"/>
          <p:cNvSpPr/>
          <p:nvPr/>
        </p:nvSpPr>
        <p:spPr>
          <a:xfrm>
            <a:off x="488289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5" name="Shape 803"/>
          <p:cNvSpPr/>
          <p:nvPr/>
        </p:nvSpPr>
        <p:spPr>
          <a:xfrm>
            <a:off x="499262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6" name="Shape 804"/>
          <p:cNvSpPr/>
          <p:nvPr/>
        </p:nvSpPr>
        <p:spPr>
          <a:xfrm>
            <a:off x="510235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7" name="Shape 805"/>
          <p:cNvSpPr/>
          <p:nvPr/>
        </p:nvSpPr>
        <p:spPr>
          <a:xfrm>
            <a:off x="521208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8" name="Shape 806"/>
          <p:cNvSpPr/>
          <p:nvPr/>
        </p:nvSpPr>
        <p:spPr>
          <a:xfrm>
            <a:off x="532180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9" name="Shape 807"/>
          <p:cNvSpPr/>
          <p:nvPr/>
        </p:nvSpPr>
        <p:spPr>
          <a:xfrm>
            <a:off x="543153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0" name="Shape 808"/>
          <p:cNvSpPr/>
          <p:nvPr/>
        </p:nvSpPr>
        <p:spPr>
          <a:xfrm>
            <a:off x="554126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1" name="Shape 809"/>
          <p:cNvSpPr/>
          <p:nvPr/>
        </p:nvSpPr>
        <p:spPr>
          <a:xfrm>
            <a:off x="565099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2" name="Shape 810"/>
          <p:cNvSpPr/>
          <p:nvPr/>
        </p:nvSpPr>
        <p:spPr>
          <a:xfrm>
            <a:off x="576072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3" name="Shape 811"/>
          <p:cNvSpPr/>
          <p:nvPr/>
        </p:nvSpPr>
        <p:spPr>
          <a:xfrm>
            <a:off x="587044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4" name="Shape 812"/>
          <p:cNvSpPr/>
          <p:nvPr/>
        </p:nvSpPr>
        <p:spPr>
          <a:xfrm>
            <a:off x="598017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5" name="Shape 813"/>
          <p:cNvSpPr/>
          <p:nvPr/>
        </p:nvSpPr>
        <p:spPr>
          <a:xfrm>
            <a:off x="608990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6" name="Shape 814"/>
          <p:cNvSpPr/>
          <p:nvPr/>
        </p:nvSpPr>
        <p:spPr>
          <a:xfrm>
            <a:off x="619963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7" name="Shape 815"/>
          <p:cNvSpPr/>
          <p:nvPr/>
        </p:nvSpPr>
        <p:spPr>
          <a:xfrm>
            <a:off x="630936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8" name="Shape 816"/>
          <p:cNvSpPr/>
          <p:nvPr/>
        </p:nvSpPr>
        <p:spPr>
          <a:xfrm>
            <a:off x="641908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9" name="Shape 817"/>
          <p:cNvSpPr/>
          <p:nvPr/>
        </p:nvSpPr>
        <p:spPr>
          <a:xfrm>
            <a:off x="652881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0" name="Shape 818"/>
          <p:cNvSpPr/>
          <p:nvPr/>
        </p:nvSpPr>
        <p:spPr>
          <a:xfrm>
            <a:off x="663854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1" name="Shape 819"/>
          <p:cNvSpPr/>
          <p:nvPr/>
        </p:nvSpPr>
        <p:spPr>
          <a:xfrm>
            <a:off x="674827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2" name="Shape 820"/>
          <p:cNvSpPr/>
          <p:nvPr/>
        </p:nvSpPr>
        <p:spPr>
          <a:xfrm>
            <a:off x="685800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3" name="Shape 821"/>
          <p:cNvSpPr/>
          <p:nvPr/>
        </p:nvSpPr>
        <p:spPr>
          <a:xfrm>
            <a:off x="696772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4" name="Shape 822"/>
          <p:cNvSpPr/>
          <p:nvPr/>
        </p:nvSpPr>
        <p:spPr>
          <a:xfrm>
            <a:off x="707745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5" name="Shape 823"/>
          <p:cNvSpPr/>
          <p:nvPr/>
        </p:nvSpPr>
        <p:spPr>
          <a:xfrm>
            <a:off x="718718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6" name="Shape 824"/>
          <p:cNvSpPr/>
          <p:nvPr/>
        </p:nvSpPr>
        <p:spPr>
          <a:xfrm>
            <a:off x="729691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7" name="Shape 825"/>
          <p:cNvSpPr/>
          <p:nvPr/>
        </p:nvSpPr>
        <p:spPr>
          <a:xfrm>
            <a:off x="740664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8" name="Shape 826"/>
          <p:cNvSpPr/>
          <p:nvPr/>
        </p:nvSpPr>
        <p:spPr>
          <a:xfrm>
            <a:off x="751636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9" name="Shape 827"/>
          <p:cNvSpPr/>
          <p:nvPr/>
        </p:nvSpPr>
        <p:spPr>
          <a:xfrm>
            <a:off x="762609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0" name="Shape 828"/>
          <p:cNvSpPr/>
          <p:nvPr/>
        </p:nvSpPr>
        <p:spPr>
          <a:xfrm>
            <a:off x="773582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1" name="Shape 829"/>
          <p:cNvSpPr/>
          <p:nvPr/>
        </p:nvSpPr>
        <p:spPr>
          <a:xfrm>
            <a:off x="784555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2" name="Shape 830"/>
          <p:cNvSpPr/>
          <p:nvPr/>
        </p:nvSpPr>
        <p:spPr>
          <a:xfrm>
            <a:off x="795528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3" name="Shape 831"/>
          <p:cNvSpPr/>
          <p:nvPr/>
        </p:nvSpPr>
        <p:spPr>
          <a:xfrm>
            <a:off x="806500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4" name="Shape 832"/>
          <p:cNvSpPr/>
          <p:nvPr/>
        </p:nvSpPr>
        <p:spPr>
          <a:xfrm>
            <a:off x="817473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5" name="Shape 833"/>
          <p:cNvSpPr/>
          <p:nvPr/>
        </p:nvSpPr>
        <p:spPr>
          <a:xfrm>
            <a:off x="828446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6" name="Shape 834"/>
          <p:cNvSpPr/>
          <p:nvPr/>
        </p:nvSpPr>
        <p:spPr>
          <a:xfrm>
            <a:off x="839419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7" name="Shape 835"/>
          <p:cNvSpPr/>
          <p:nvPr/>
        </p:nvSpPr>
        <p:spPr>
          <a:xfrm>
            <a:off x="850392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8" name="Shape 836"/>
          <p:cNvSpPr/>
          <p:nvPr/>
        </p:nvSpPr>
        <p:spPr>
          <a:xfrm>
            <a:off x="8613648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9" name="Shape 837"/>
          <p:cNvSpPr/>
          <p:nvPr/>
        </p:nvSpPr>
        <p:spPr>
          <a:xfrm>
            <a:off x="8723376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0" name="Shape 838"/>
          <p:cNvSpPr/>
          <p:nvPr/>
        </p:nvSpPr>
        <p:spPr>
          <a:xfrm>
            <a:off x="8833104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1" name="Shape 839"/>
          <p:cNvSpPr/>
          <p:nvPr/>
        </p:nvSpPr>
        <p:spPr>
          <a:xfrm>
            <a:off x="8942832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2" name="Shape 840"/>
          <p:cNvSpPr/>
          <p:nvPr/>
        </p:nvSpPr>
        <p:spPr>
          <a:xfrm>
            <a:off x="9052560" y="241401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8" name="Shape 866"/>
          <p:cNvSpPr/>
          <p:nvPr/>
        </p:nvSpPr>
        <p:spPr>
          <a:xfrm>
            <a:off x="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9" name="Shape 867"/>
          <p:cNvSpPr/>
          <p:nvPr/>
        </p:nvSpPr>
        <p:spPr>
          <a:xfrm>
            <a:off x="10972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0" name="Shape 868"/>
          <p:cNvSpPr/>
          <p:nvPr/>
        </p:nvSpPr>
        <p:spPr>
          <a:xfrm>
            <a:off x="21945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1" name="Shape 869"/>
          <p:cNvSpPr/>
          <p:nvPr/>
        </p:nvSpPr>
        <p:spPr>
          <a:xfrm>
            <a:off x="32918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2" name="Shape 870"/>
          <p:cNvSpPr/>
          <p:nvPr/>
        </p:nvSpPr>
        <p:spPr>
          <a:xfrm>
            <a:off x="43891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3" name="Shape 871"/>
          <p:cNvSpPr/>
          <p:nvPr/>
        </p:nvSpPr>
        <p:spPr>
          <a:xfrm>
            <a:off x="54864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4" name="Shape 872"/>
          <p:cNvSpPr/>
          <p:nvPr/>
        </p:nvSpPr>
        <p:spPr>
          <a:xfrm>
            <a:off x="65836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5" name="Shape 873"/>
          <p:cNvSpPr/>
          <p:nvPr/>
        </p:nvSpPr>
        <p:spPr>
          <a:xfrm>
            <a:off x="76809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6" name="Shape 874"/>
          <p:cNvSpPr/>
          <p:nvPr/>
        </p:nvSpPr>
        <p:spPr>
          <a:xfrm>
            <a:off x="87782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7" name="Shape 875"/>
          <p:cNvSpPr/>
          <p:nvPr/>
        </p:nvSpPr>
        <p:spPr>
          <a:xfrm>
            <a:off x="98755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8" name="Shape 876"/>
          <p:cNvSpPr/>
          <p:nvPr/>
        </p:nvSpPr>
        <p:spPr>
          <a:xfrm>
            <a:off x="109728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9" name="Shape 877"/>
          <p:cNvSpPr/>
          <p:nvPr/>
        </p:nvSpPr>
        <p:spPr>
          <a:xfrm>
            <a:off x="120700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0" name="Shape 878"/>
          <p:cNvSpPr/>
          <p:nvPr/>
        </p:nvSpPr>
        <p:spPr>
          <a:xfrm>
            <a:off x="131673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1" name="Shape 879"/>
          <p:cNvSpPr/>
          <p:nvPr/>
        </p:nvSpPr>
        <p:spPr>
          <a:xfrm>
            <a:off x="142646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2" name="Shape 880"/>
          <p:cNvSpPr/>
          <p:nvPr/>
        </p:nvSpPr>
        <p:spPr>
          <a:xfrm>
            <a:off x="153619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3" name="Shape 881"/>
          <p:cNvSpPr/>
          <p:nvPr/>
        </p:nvSpPr>
        <p:spPr>
          <a:xfrm>
            <a:off x="164592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4" name="Shape 882"/>
          <p:cNvSpPr/>
          <p:nvPr/>
        </p:nvSpPr>
        <p:spPr>
          <a:xfrm>
            <a:off x="175564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5" name="Shape 883"/>
          <p:cNvSpPr/>
          <p:nvPr/>
        </p:nvSpPr>
        <p:spPr>
          <a:xfrm>
            <a:off x="186537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6" name="Shape 884"/>
          <p:cNvSpPr/>
          <p:nvPr/>
        </p:nvSpPr>
        <p:spPr>
          <a:xfrm>
            <a:off x="197510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7" name="Shape 885"/>
          <p:cNvSpPr/>
          <p:nvPr/>
        </p:nvSpPr>
        <p:spPr>
          <a:xfrm>
            <a:off x="208483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8" name="Shape 886"/>
          <p:cNvSpPr/>
          <p:nvPr/>
        </p:nvSpPr>
        <p:spPr>
          <a:xfrm>
            <a:off x="219456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9" name="Shape 887"/>
          <p:cNvSpPr/>
          <p:nvPr/>
        </p:nvSpPr>
        <p:spPr>
          <a:xfrm>
            <a:off x="230428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0" name="Shape 888"/>
          <p:cNvSpPr/>
          <p:nvPr/>
        </p:nvSpPr>
        <p:spPr>
          <a:xfrm>
            <a:off x="241401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1" name="Shape 889"/>
          <p:cNvSpPr/>
          <p:nvPr/>
        </p:nvSpPr>
        <p:spPr>
          <a:xfrm>
            <a:off x="252374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2" name="Shape 890"/>
          <p:cNvSpPr/>
          <p:nvPr/>
        </p:nvSpPr>
        <p:spPr>
          <a:xfrm>
            <a:off x="263347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3" name="Shape 891"/>
          <p:cNvSpPr/>
          <p:nvPr/>
        </p:nvSpPr>
        <p:spPr>
          <a:xfrm>
            <a:off x="274320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4" name="Shape 892"/>
          <p:cNvSpPr/>
          <p:nvPr/>
        </p:nvSpPr>
        <p:spPr>
          <a:xfrm>
            <a:off x="285292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5" name="Shape 893"/>
          <p:cNvSpPr/>
          <p:nvPr/>
        </p:nvSpPr>
        <p:spPr>
          <a:xfrm>
            <a:off x="296265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6" name="Shape 894"/>
          <p:cNvSpPr/>
          <p:nvPr/>
        </p:nvSpPr>
        <p:spPr>
          <a:xfrm>
            <a:off x="307238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7" name="Shape 895"/>
          <p:cNvSpPr/>
          <p:nvPr/>
        </p:nvSpPr>
        <p:spPr>
          <a:xfrm>
            <a:off x="318211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8" name="Shape 896"/>
          <p:cNvSpPr/>
          <p:nvPr/>
        </p:nvSpPr>
        <p:spPr>
          <a:xfrm>
            <a:off x="329184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9" name="Shape 897"/>
          <p:cNvSpPr/>
          <p:nvPr/>
        </p:nvSpPr>
        <p:spPr>
          <a:xfrm>
            <a:off x="340156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0" name="Shape 898"/>
          <p:cNvSpPr/>
          <p:nvPr/>
        </p:nvSpPr>
        <p:spPr>
          <a:xfrm>
            <a:off x="351129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1" name="Shape 899"/>
          <p:cNvSpPr/>
          <p:nvPr/>
        </p:nvSpPr>
        <p:spPr>
          <a:xfrm>
            <a:off x="362102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2" name="Shape 900"/>
          <p:cNvSpPr/>
          <p:nvPr/>
        </p:nvSpPr>
        <p:spPr>
          <a:xfrm>
            <a:off x="373075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3" name="Shape 901"/>
          <p:cNvSpPr/>
          <p:nvPr/>
        </p:nvSpPr>
        <p:spPr>
          <a:xfrm>
            <a:off x="384048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4" name="Shape 902"/>
          <p:cNvSpPr/>
          <p:nvPr/>
        </p:nvSpPr>
        <p:spPr>
          <a:xfrm>
            <a:off x="395020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5" name="Shape 903"/>
          <p:cNvSpPr/>
          <p:nvPr/>
        </p:nvSpPr>
        <p:spPr>
          <a:xfrm>
            <a:off x="405993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6" name="Shape 904"/>
          <p:cNvSpPr/>
          <p:nvPr/>
        </p:nvSpPr>
        <p:spPr>
          <a:xfrm>
            <a:off x="416966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7" name="Shape 905"/>
          <p:cNvSpPr/>
          <p:nvPr/>
        </p:nvSpPr>
        <p:spPr>
          <a:xfrm>
            <a:off x="427939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8" name="Shape 906"/>
          <p:cNvSpPr/>
          <p:nvPr/>
        </p:nvSpPr>
        <p:spPr>
          <a:xfrm>
            <a:off x="438912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9" name="Shape 907"/>
          <p:cNvSpPr/>
          <p:nvPr/>
        </p:nvSpPr>
        <p:spPr>
          <a:xfrm>
            <a:off x="449884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0" name="Shape 908"/>
          <p:cNvSpPr/>
          <p:nvPr/>
        </p:nvSpPr>
        <p:spPr>
          <a:xfrm>
            <a:off x="460857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1" name="Shape 909"/>
          <p:cNvSpPr/>
          <p:nvPr/>
        </p:nvSpPr>
        <p:spPr>
          <a:xfrm>
            <a:off x="471830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2" name="Shape 910"/>
          <p:cNvSpPr/>
          <p:nvPr/>
        </p:nvSpPr>
        <p:spPr>
          <a:xfrm>
            <a:off x="482803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3" name="Shape 911"/>
          <p:cNvSpPr/>
          <p:nvPr/>
        </p:nvSpPr>
        <p:spPr>
          <a:xfrm>
            <a:off x="493776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4" name="Shape 912"/>
          <p:cNvSpPr/>
          <p:nvPr/>
        </p:nvSpPr>
        <p:spPr>
          <a:xfrm>
            <a:off x="504748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5" name="Shape 913"/>
          <p:cNvSpPr/>
          <p:nvPr/>
        </p:nvSpPr>
        <p:spPr>
          <a:xfrm>
            <a:off x="515721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6" name="Shape 914"/>
          <p:cNvSpPr/>
          <p:nvPr/>
        </p:nvSpPr>
        <p:spPr>
          <a:xfrm>
            <a:off x="526694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7" name="Shape 915"/>
          <p:cNvSpPr/>
          <p:nvPr/>
        </p:nvSpPr>
        <p:spPr>
          <a:xfrm>
            <a:off x="537667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8" name="Shape 916"/>
          <p:cNvSpPr/>
          <p:nvPr/>
        </p:nvSpPr>
        <p:spPr>
          <a:xfrm>
            <a:off x="548640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9" name="Shape 917"/>
          <p:cNvSpPr/>
          <p:nvPr/>
        </p:nvSpPr>
        <p:spPr>
          <a:xfrm>
            <a:off x="559612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0" name="Shape 918"/>
          <p:cNvSpPr/>
          <p:nvPr/>
        </p:nvSpPr>
        <p:spPr>
          <a:xfrm>
            <a:off x="570585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1" name="Shape 919"/>
          <p:cNvSpPr/>
          <p:nvPr/>
        </p:nvSpPr>
        <p:spPr>
          <a:xfrm>
            <a:off x="581558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2" name="Shape 920"/>
          <p:cNvSpPr/>
          <p:nvPr/>
        </p:nvSpPr>
        <p:spPr>
          <a:xfrm>
            <a:off x="592531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3" name="Shape 921"/>
          <p:cNvSpPr/>
          <p:nvPr/>
        </p:nvSpPr>
        <p:spPr>
          <a:xfrm>
            <a:off x="603504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4" name="Shape 922"/>
          <p:cNvSpPr/>
          <p:nvPr/>
        </p:nvSpPr>
        <p:spPr>
          <a:xfrm>
            <a:off x="614476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5" name="Shape 923"/>
          <p:cNvSpPr/>
          <p:nvPr/>
        </p:nvSpPr>
        <p:spPr>
          <a:xfrm>
            <a:off x="625449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6" name="Shape 924"/>
          <p:cNvSpPr/>
          <p:nvPr/>
        </p:nvSpPr>
        <p:spPr>
          <a:xfrm>
            <a:off x="636422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7" name="Shape 925"/>
          <p:cNvSpPr/>
          <p:nvPr/>
        </p:nvSpPr>
        <p:spPr>
          <a:xfrm>
            <a:off x="647395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8" name="Shape 926"/>
          <p:cNvSpPr/>
          <p:nvPr/>
        </p:nvSpPr>
        <p:spPr>
          <a:xfrm>
            <a:off x="658368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9" name="Shape 927"/>
          <p:cNvSpPr/>
          <p:nvPr/>
        </p:nvSpPr>
        <p:spPr>
          <a:xfrm>
            <a:off x="669340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0" name="Shape 928"/>
          <p:cNvSpPr/>
          <p:nvPr/>
        </p:nvSpPr>
        <p:spPr>
          <a:xfrm>
            <a:off x="680313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1" name="Shape 929"/>
          <p:cNvSpPr/>
          <p:nvPr/>
        </p:nvSpPr>
        <p:spPr>
          <a:xfrm>
            <a:off x="691286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2" name="Shape 930"/>
          <p:cNvSpPr/>
          <p:nvPr/>
        </p:nvSpPr>
        <p:spPr>
          <a:xfrm>
            <a:off x="702259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3" name="Shape 931"/>
          <p:cNvSpPr/>
          <p:nvPr/>
        </p:nvSpPr>
        <p:spPr>
          <a:xfrm>
            <a:off x="713232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4" name="Shape 932"/>
          <p:cNvSpPr/>
          <p:nvPr/>
        </p:nvSpPr>
        <p:spPr>
          <a:xfrm>
            <a:off x="724204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5" name="Shape 933"/>
          <p:cNvSpPr/>
          <p:nvPr/>
        </p:nvSpPr>
        <p:spPr>
          <a:xfrm>
            <a:off x="735177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6" name="Shape 934"/>
          <p:cNvSpPr/>
          <p:nvPr/>
        </p:nvSpPr>
        <p:spPr>
          <a:xfrm>
            <a:off x="746150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7" name="Shape 935"/>
          <p:cNvSpPr/>
          <p:nvPr/>
        </p:nvSpPr>
        <p:spPr>
          <a:xfrm>
            <a:off x="757123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8" name="Shape 936"/>
          <p:cNvSpPr/>
          <p:nvPr/>
        </p:nvSpPr>
        <p:spPr>
          <a:xfrm>
            <a:off x="768096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9" name="Shape 937"/>
          <p:cNvSpPr/>
          <p:nvPr/>
        </p:nvSpPr>
        <p:spPr>
          <a:xfrm>
            <a:off x="779068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0" name="Shape 938"/>
          <p:cNvSpPr/>
          <p:nvPr/>
        </p:nvSpPr>
        <p:spPr>
          <a:xfrm>
            <a:off x="790041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1" name="Shape 939"/>
          <p:cNvSpPr/>
          <p:nvPr/>
        </p:nvSpPr>
        <p:spPr>
          <a:xfrm>
            <a:off x="801014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2" name="Shape 940"/>
          <p:cNvSpPr/>
          <p:nvPr/>
        </p:nvSpPr>
        <p:spPr>
          <a:xfrm>
            <a:off x="811987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3" name="Shape 941"/>
          <p:cNvSpPr/>
          <p:nvPr/>
        </p:nvSpPr>
        <p:spPr>
          <a:xfrm>
            <a:off x="822960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4" name="Shape 942"/>
          <p:cNvSpPr/>
          <p:nvPr/>
        </p:nvSpPr>
        <p:spPr>
          <a:xfrm>
            <a:off x="833932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5" name="Shape 943"/>
          <p:cNvSpPr/>
          <p:nvPr/>
        </p:nvSpPr>
        <p:spPr>
          <a:xfrm>
            <a:off x="844905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6" name="Shape 944"/>
          <p:cNvSpPr/>
          <p:nvPr/>
        </p:nvSpPr>
        <p:spPr>
          <a:xfrm>
            <a:off x="855878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7" name="Shape 945"/>
          <p:cNvSpPr/>
          <p:nvPr/>
        </p:nvSpPr>
        <p:spPr>
          <a:xfrm>
            <a:off x="8668512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8" name="Shape 946"/>
          <p:cNvSpPr/>
          <p:nvPr/>
        </p:nvSpPr>
        <p:spPr>
          <a:xfrm>
            <a:off x="8778240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9" name="Shape 947"/>
          <p:cNvSpPr/>
          <p:nvPr/>
        </p:nvSpPr>
        <p:spPr>
          <a:xfrm>
            <a:off x="8887968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0" name="Shape 948"/>
          <p:cNvSpPr/>
          <p:nvPr/>
        </p:nvSpPr>
        <p:spPr>
          <a:xfrm>
            <a:off x="8997696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1" name="Shape 949"/>
          <p:cNvSpPr/>
          <p:nvPr/>
        </p:nvSpPr>
        <p:spPr>
          <a:xfrm>
            <a:off x="9107424" y="252374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6" name="Shape 974"/>
          <p:cNvSpPr/>
          <p:nvPr/>
        </p:nvSpPr>
        <p:spPr>
          <a:xfrm>
            <a:off x="5486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7" name="Shape 975"/>
          <p:cNvSpPr/>
          <p:nvPr/>
        </p:nvSpPr>
        <p:spPr>
          <a:xfrm>
            <a:off x="16459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8" name="Shape 976"/>
          <p:cNvSpPr/>
          <p:nvPr/>
        </p:nvSpPr>
        <p:spPr>
          <a:xfrm>
            <a:off x="27432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9" name="Shape 977"/>
          <p:cNvSpPr/>
          <p:nvPr/>
        </p:nvSpPr>
        <p:spPr>
          <a:xfrm>
            <a:off x="38404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0" name="Shape 978"/>
          <p:cNvSpPr/>
          <p:nvPr/>
        </p:nvSpPr>
        <p:spPr>
          <a:xfrm>
            <a:off x="49377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1" name="Shape 979"/>
          <p:cNvSpPr/>
          <p:nvPr/>
        </p:nvSpPr>
        <p:spPr>
          <a:xfrm>
            <a:off x="60350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2" name="Shape 980"/>
          <p:cNvSpPr/>
          <p:nvPr/>
        </p:nvSpPr>
        <p:spPr>
          <a:xfrm>
            <a:off x="71323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3" name="Shape 981"/>
          <p:cNvSpPr/>
          <p:nvPr/>
        </p:nvSpPr>
        <p:spPr>
          <a:xfrm>
            <a:off x="82296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4" name="Shape 982"/>
          <p:cNvSpPr/>
          <p:nvPr/>
        </p:nvSpPr>
        <p:spPr>
          <a:xfrm>
            <a:off x="93268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5" name="Shape 983"/>
          <p:cNvSpPr/>
          <p:nvPr/>
        </p:nvSpPr>
        <p:spPr>
          <a:xfrm>
            <a:off x="104241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6" name="Shape 984"/>
          <p:cNvSpPr/>
          <p:nvPr/>
        </p:nvSpPr>
        <p:spPr>
          <a:xfrm>
            <a:off x="115214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7" name="Shape 985"/>
          <p:cNvSpPr/>
          <p:nvPr/>
        </p:nvSpPr>
        <p:spPr>
          <a:xfrm>
            <a:off x="126187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8" name="Shape 986"/>
          <p:cNvSpPr/>
          <p:nvPr/>
        </p:nvSpPr>
        <p:spPr>
          <a:xfrm>
            <a:off x="137160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9" name="Shape 987"/>
          <p:cNvSpPr/>
          <p:nvPr/>
        </p:nvSpPr>
        <p:spPr>
          <a:xfrm>
            <a:off x="148132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0" name="Shape 988"/>
          <p:cNvSpPr/>
          <p:nvPr/>
        </p:nvSpPr>
        <p:spPr>
          <a:xfrm>
            <a:off x="159105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1" name="Shape 989"/>
          <p:cNvSpPr/>
          <p:nvPr/>
        </p:nvSpPr>
        <p:spPr>
          <a:xfrm>
            <a:off x="170078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2" name="Shape 990"/>
          <p:cNvSpPr/>
          <p:nvPr/>
        </p:nvSpPr>
        <p:spPr>
          <a:xfrm>
            <a:off x="181051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3" name="Shape 991"/>
          <p:cNvSpPr/>
          <p:nvPr/>
        </p:nvSpPr>
        <p:spPr>
          <a:xfrm>
            <a:off x="192024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4" name="Shape 992"/>
          <p:cNvSpPr/>
          <p:nvPr/>
        </p:nvSpPr>
        <p:spPr>
          <a:xfrm>
            <a:off x="202996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5" name="Shape 993"/>
          <p:cNvSpPr/>
          <p:nvPr/>
        </p:nvSpPr>
        <p:spPr>
          <a:xfrm>
            <a:off x="213969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6" name="Shape 994"/>
          <p:cNvSpPr/>
          <p:nvPr/>
        </p:nvSpPr>
        <p:spPr>
          <a:xfrm>
            <a:off x="224942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7" name="Shape 995"/>
          <p:cNvSpPr/>
          <p:nvPr/>
        </p:nvSpPr>
        <p:spPr>
          <a:xfrm>
            <a:off x="235915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8" name="Shape 996"/>
          <p:cNvSpPr/>
          <p:nvPr/>
        </p:nvSpPr>
        <p:spPr>
          <a:xfrm>
            <a:off x="246888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9" name="Shape 997"/>
          <p:cNvSpPr/>
          <p:nvPr/>
        </p:nvSpPr>
        <p:spPr>
          <a:xfrm>
            <a:off x="257860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0" name="Shape 998"/>
          <p:cNvSpPr/>
          <p:nvPr/>
        </p:nvSpPr>
        <p:spPr>
          <a:xfrm>
            <a:off x="268833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1" name="Shape 999"/>
          <p:cNvSpPr/>
          <p:nvPr/>
        </p:nvSpPr>
        <p:spPr>
          <a:xfrm>
            <a:off x="279806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2" name="Shape 1000"/>
          <p:cNvSpPr/>
          <p:nvPr/>
        </p:nvSpPr>
        <p:spPr>
          <a:xfrm>
            <a:off x="290779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3" name="Shape 1001"/>
          <p:cNvSpPr/>
          <p:nvPr/>
        </p:nvSpPr>
        <p:spPr>
          <a:xfrm>
            <a:off x="301752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4" name="Shape 1002"/>
          <p:cNvSpPr/>
          <p:nvPr/>
        </p:nvSpPr>
        <p:spPr>
          <a:xfrm>
            <a:off x="312724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5" name="Shape 1003"/>
          <p:cNvSpPr/>
          <p:nvPr/>
        </p:nvSpPr>
        <p:spPr>
          <a:xfrm>
            <a:off x="323697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6" name="Shape 1004"/>
          <p:cNvSpPr/>
          <p:nvPr/>
        </p:nvSpPr>
        <p:spPr>
          <a:xfrm>
            <a:off x="334670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7" name="Shape 1005"/>
          <p:cNvSpPr/>
          <p:nvPr/>
        </p:nvSpPr>
        <p:spPr>
          <a:xfrm>
            <a:off x="345643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8" name="Shape 1006"/>
          <p:cNvSpPr/>
          <p:nvPr/>
        </p:nvSpPr>
        <p:spPr>
          <a:xfrm>
            <a:off x="356616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9" name="Shape 1007"/>
          <p:cNvSpPr/>
          <p:nvPr/>
        </p:nvSpPr>
        <p:spPr>
          <a:xfrm>
            <a:off x="367588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0" name="Shape 1008"/>
          <p:cNvSpPr/>
          <p:nvPr/>
        </p:nvSpPr>
        <p:spPr>
          <a:xfrm>
            <a:off x="378561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1" name="Shape 1009"/>
          <p:cNvSpPr/>
          <p:nvPr/>
        </p:nvSpPr>
        <p:spPr>
          <a:xfrm>
            <a:off x="389534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2" name="Shape 1010"/>
          <p:cNvSpPr/>
          <p:nvPr/>
        </p:nvSpPr>
        <p:spPr>
          <a:xfrm>
            <a:off x="400507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3" name="Shape 1011"/>
          <p:cNvSpPr/>
          <p:nvPr/>
        </p:nvSpPr>
        <p:spPr>
          <a:xfrm>
            <a:off x="411480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4" name="Shape 1012"/>
          <p:cNvSpPr/>
          <p:nvPr/>
        </p:nvSpPr>
        <p:spPr>
          <a:xfrm>
            <a:off x="422452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5" name="Shape 1013"/>
          <p:cNvSpPr/>
          <p:nvPr/>
        </p:nvSpPr>
        <p:spPr>
          <a:xfrm>
            <a:off x="433425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6" name="Shape 1014"/>
          <p:cNvSpPr/>
          <p:nvPr/>
        </p:nvSpPr>
        <p:spPr>
          <a:xfrm>
            <a:off x="444398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7" name="Shape 1015"/>
          <p:cNvSpPr/>
          <p:nvPr/>
        </p:nvSpPr>
        <p:spPr>
          <a:xfrm>
            <a:off x="455371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8" name="Shape 1016"/>
          <p:cNvSpPr/>
          <p:nvPr/>
        </p:nvSpPr>
        <p:spPr>
          <a:xfrm>
            <a:off x="466344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9" name="Shape 1017"/>
          <p:cNvSpPr/>
          <p:nvPr/>
        </p:nvSpPr>
        <p:spPr>
          <a:xfrm>
            <a:off x="477316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0" name="Shape 1018"/>
          <p:cNvSpPr/>
          <p:nvPr/>
        </p:nvSpPr>
        <p:spPr>
          <a:xfrm>
            <a:off x="488289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1" name="Shape 1019"/>
          <p:cNvSpPr/>
          <p:nvPr/>
        </p:nvSpPr>
        <p:spPr>
          <a:xfrm>
            <a:off x="499262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2" name="Shape 1020"/>
          <p:cNvSpPr/>
          <p:nvPr/>
        </p:nvSpPr>
        <p:spPr>
          <a:xfrm>
            <a:off x="510235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3" name="Shape 1021"/>
          <p:cNvSpPr/>
          <p:nvPr/>
        </p:nvSpPr>
        <p:spPr>
          <a:xfrm>
            <a:off x="521208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4" name="Shape 1022"/>
          <p:cNvSpPr/>
          <p:nvPr/>
        </p:nvSpPr>
        <p:spPr>
          <a:xfrm>
            <a:off x="532180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5" name="Shape 1023"/>
          <p:cNvSpPr/>
          <p:nvPr/>
        </p:nvSpPr>
        <p:spPr>
          <a:xfrm>
            <a:off x="543153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6" name="Shape 1024"/>
          <p:cNvSpPr/>
          <p:nvPr/>
        </p:nvSpPr>
        <p:spPr>
          <a:xfrm>
            <a:off x="554126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7" name="Shape 1025"/>
          <p:cNvSpPr/>
          <p:nvPr/>
        </p:nvSpPr>
        <p:spPr>
          <a:xfrm>
            <a:off x="565099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8" name="Shape 1026"/>
          <p:cNvSpPr/>
          <p:nvPr/>
        </p:nvSpPr>
        <p:spPr>
          <a:xfrm>
            <a:off x="576072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9" name="Shape 1027"/>
          <p:cNvSpPr/>
          <p:nvPr/>
        </p:nvSpPr>
        <p:spPr>
          <a:xfrm>
            <a:off x="587044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0" name="Shape 1028"/>
          <p:cNvSpPr/>
          <p:nvPr/>
        </p:nvSpPr>
        <p:spPr>
          <a:xfrm>
            <a:off x="598017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1" name="Shape 1029"/>
          <p:cNvSpPr/>
          <p:nvPr/>
        </p:nvSpPr>
        <p:spPr>
          <a:xfrm>
            <a:off x="608990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2" name="Shape 1030"/>
          <p:cNvSpPr/>
          <p:nvPr/>
        </p:nvSpPr>
        <p:spPr>
          <a:xfrm>
            <a:off x="619963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3" name="Shape 1031"/>
          <p:cNvSpPr/>
          <p:nvPr/>
        </p:nvSpPr>
        <p:spPr>
          <a:xfrm>
            <a:off x="630936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4" name="Shape 1032"/>
          <p:cNvSpPr/>
          <p:nvPr/>
        </p:nvSpPr>
        <p:spPr>
          <a:xfrm>
            <a:off x="641908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5" name="Shape 1033"/>
          <p:cNvSpPr/>
          <p:nvPr/>
        </p:nvSpPr>
        <p:spPr>
          <a:xfrm>
            <a:off x="652881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6" name="Shape 1034"/>
          <p:cNvSpPr/>
          <p:nvPr/>
        </p:nvSpPr>
        <p:spPr>
          <a:xfrm>
            <a:off x="663854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7" name="Shape 1035"/>
          <p:cNvSpPr/>
          <p:nvPr/>
        </p:nvSpPr>
        <p:spPr>
          <a:xfrm>
            <a:off x="674827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8" name="Shape 1036"/>
          <p:cNvSpPr/>
          <p:nvPr/>
        </p:nvSpPr>
        <p:spPr>
          <a:xfrm>
            <a:off x="685800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9" name="Shape 1037"/>
          <p:cNvSpPr/>
          <p:nvPr/>
        </p:nvSpPr>
        <p:spPr>
          <a:xfrm>
            <a:off x="696772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0" name="Shape 1038"/>
          <p:cNvSpPr/>
          <p:nvPr/>
        </p:nvSpPr>
        <p:spPr>
          <a:xfrm>
            <a:off x="707745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1" name="Shape 1039"/>
          <p:cNvSpPr/>
          <p:nvPr/>
        </p:nvSpPr>
        <p:spPr>
          <a:xfrm>
            <a:off x="718718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2" name="Shape 1040"/>
          <p:cNvSpPr/>
          <p:nvPr/>
        </p:nvSpPr>
        <p:spPr>
          <a:xfrm>
            <a:off x="729691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3" name="Shape 1041"/>
          <p:cNvSpPr/>
          <p:nvPr/>
        </p:nvSpPr>
        <p:spPr>
          <a:xfrm>
            <a:off x="740664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4" name="Shape 1042"/>
          <p:cNvSpPr/>
          <p:nvPr/>
        </p:nvSpPr>
        <p:spPr>
          <a:xfrm>
            <a:off x="751636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5" name="Shape 1043"/>
          <p:cNvSpPr/>
          <p:nvPr/>
        </p:nvSpPr>
        <p:spPr>
          <a:xfrm>
            <a:off x="762609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6" name="Shape 1044"/>
          <p:cNvSpPr/>
          <p:nvPr/>
        </p:nvSpPr>
        <p:spPr>
          <a:xfrm>
            <a:off x="773582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7" name="Shape 1045"/>
          <p:cNvSpPr/>
          <p:nvPr/>
        </p:nvSpPr>
        <p:spPr>
          <a:xfrm>
            <a:off x="784555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8" name="Shape 1046"/>
          <p:cNvSpPr/>
          <p:nvPr/>
        </p:nvSpPr>
        <p:spPr>
          <a:xfrm>
            <a:off x="795528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9" name="Shape 1047"/>
          <p:cNvSpPr/>
          <p:nvPr/>
        </p:nvSpPr>
        <p:spPr>
          <a:xfrm>
            <a:off x="806500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0" name="Shape 1048"/>
          <p:cNvSpPr/>
          <p:nvPr/>
        </p:nvSpPr>
        <p:spPr>
          <a:xfrm>
            <a:off x="817473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1" name="Shape 1049"/>
          <p:cNvSpPr/>
          <p:nvPr/>
        </p:nvSpPr>
        <p:spPr>
          <a:xfrm>
            <a:off x="828446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2" name="Shape 1050"/>
          <p:cNvSpPr/>
          <p:nvPr/>
        </p:nvSpPr>
        <p:spPr>
          <a:xfrm>
            <a:off x="839419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3" name="Shape 1051"/>
          <p:cNvSpPr/>
          <p:nvPr/>
        </p:nvSpPr>
        <p:spPr>
          <a:xfrm>
            <a:off x="850392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4" name="Shape 1052"/>
          <p:cNvSpPr/>
          <p:nvPr/>
        </p:nvSpPr>
        <p:spPr>
          <a:xfrm>
            <a:off x="8613648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5" name="Shape 1053"/>
          <p:cNvSpPr/>
          <p:nvPr/>
        </p:nvSpPr>
        <p:spPr>
          <a:xfrm>
            <a:off x="8723376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6" name="Shape 1054"/>
          <p:cNvSpPr/>
          <p:nvPr/>
        </p:nvSpPr>
        <p:spPr>
          <a:xfrm>
            <a:off x="8833104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7" name="Shape 1055"/>
          <p:cNvSpPr/>
          <p:nvPr/>
        </p:nvSpPr>
        <p:spPr>
          <a:xfrm>
            <a:off x="8942832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8" name="Shape 1056"/>
          <p:cNvSpPr/>
          <p:nvPr/>
        </p:nvSpPr>
        <p:spPr>
          <a:xfrm>
            <a:off x="9052560" y="263347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4" name="Shape 1082"/>
          <p:cNvSpPr/>
          <p:nvPr/>
        </p:nvSpPr>
        <p:spPr>
          <a:xfrm>
            <a:off x="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5" name="Shape 1083"/>
          <p:cNvSpPr/>
          <p:nvPr/>
        </p:nvSpPr>
        <p:spPr>
          <a:xfrm>
            <a:off x="10972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6" name="Shape 1084"/>
          <p:cNvSpPr/>
          <p:nvPr/>
        </p:nvSpPr>
        <p:spPr>
          <a:xfrm>
            <a:off x="21945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7" name="Shape 1085"/>
          <p:cNvSpPr/>
          <p:nvPr/>
        </p:nvSpPr>
        <p:spPr>
          <a:xfrm>
            <a:off x="32918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8" name="Shape 1086"/>
          <p:cNvSpPr/>
          <p:nvPr/>
        </p:nvSpPr>
        <p:spPr>
          <a:xfrm>
            <a:off x="43891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9" name="Shape 1087"/>
          <p:cNvSpPr/>
          <p:nvPr/>
        </p:nvSpPr>
        <p:spPr>
          <a:xfrm>
            <a:off x="54864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0" name="Shape 1088"/>
          <p:cNvSpPr/>
          <p:nvPr/>
        </p:nvSpPr>
        <p:spPr>
          <a:xfrm>
            <a:off x="65836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1" name="Shape 1089"/>
          <p:cNvSpPr/>
          <p:nvPr/>
        </p:nvSpPr>
        <p:spPr>
          <a:xfrm>
            <a:off x="76809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2" name="Shape 1090"/>
          <p:cNvSpPr/>
          <p:nvPr/>
        </p:nvSpPr>
        <p:spPr>
          <a:xfrm>
            <a:off x="87782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3" name="Shape 1091"/>
          <p:cNvSpPr/>
          <p:nvPr/>
        </p:nvSpPr>
        <p:spPr>
          <a:xfrm>
            <a:off x="98755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4" name="Shape 1092"/>
          <p:cNvSpPr/>
          <p:nvPr/>
        </p:nvSpPr>
        <p:spPr>
          <a:xfrm>
            <a:off x="109728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5" name="Shape 1093"/>
          <p:cNvSpPr/>
          <p:nvPr/>
        </p:nvSpPr>
        <p:spPr>
          <a:xfrm>
            <a:off x="120700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6" name="Shape 1094"/>
          <p:cNvSpPr/>
          <p:nvPr/>
        </p:nvSpPr>
        <p:spPr>
          <a:xfrm>
            <a:off x="131673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7" name="Shape 1095"/>
          <p:cNvSpPr/>
          <p:nvPr/>
        </p:nvSpPr>
        <p:spPr>
          <a:xfrm>
            <a:off x="142646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8" name="Shape 1096"/>
          <p:cNvSpPr/>
          <p:nvPr/>
        </p:nvSpPr>
        <p:spPr>
          <a:xfrm>
            <a:off x="153619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9" name="Shape 1097"/>
          <p:cNvSpPr/>
          <p:nvPr/>
        </p:nvSpPr>
        <p:spPr>
          <a:xfrm>
            <a:off x="164592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0" name="Shape 1098"/>
          <p:cNvSpPr/>
          <p:nvPr/>
        </p:nvSpPr>
        <p:spPr>
          <a:xfrm>
            <a:off x="175564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1" name="Shape 1099"/>
          <p:cNvSpPr/>
          <p:nvPr/>
        </p:nvSpPr>
        <p:spPr>
          <a:xfrm>
            <a:off x="186537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2" name="Shape 1100"/>
          <p:cNvSpPr/>
          <p:nvPr/>
        </p:nvSpPr>
        <p:spPr>
          <a:xfrm>
            <a:off x="197510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3" name="Shape 1101"/>
          <p:cNvSpPr/>
          <p:nvPr/>
        </p:nvSpPr>
        <p:spPr>
          <a:xfrm>
            <a:off x="208483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4" name="Shape 1102"/>
          <p:cNvSpPr/>
          <p:nvPr/>
        </p:nvSpPr>
        <p:spPr>
          <a:xfrm>
            <a:off x="219456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5" name="Shape 1103"/>
          <p:cNvSpPr/>
          <p:nvPr/>
        </p:nvSpPr>
        <p:spPr>
          <a:xfrm>
            <a:off x="230428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6" name="Shape 1104"/>
          <p:cNvSpPr/>
          <p:nvPr/>
        </p:nvSpPr>
        <p:spPr>
          <a:xfrm>
            <a:off x="241401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7" name="Shape 1105"/>
          <p:cNvSpPr/>
          <p:nvPr/>
        </p:nvSpPr>
        <p:spPr>
          <a:xfrm>
            <a:off x="252374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8" name="Shape 1106"/>
          <p:cNvSpPr/>
          <p:nvPr/>
        </p:nvSpPr>
        <p:spPr>
          <a:xfrm>
            <a:off x="263347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9" name="Shape 1107"/>
          <p:cNvSpPr/>
          <p:nvPr/>
        </p:nvSpPr>
        <p:spPr>
          <a:xfrm>
            <a:off x="274320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0" name="Shape 1108"/>
          <p:cNvSpPr/>
          <p:nvPr/>
        </p:nvSpPr>
        <p:spPr>
          <a:xfrm>
            <a:off x="285292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1" name="Shape 1109"/>
          <p:cNvSpPr/>
          <p:nvPr/>
        </p:nvSpPr>
        <p:spPr>
          <a:xfrm>
            <a:off x="296265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2" name="Shape 1110"/>
          <p:cNvSpPr/>
          <p:nvPr/>
        </p:nvSpPr>
        <p:spPr>
          <a:xfrm>
            <a:off x="307238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3" name="Shape 1111"/>
          <p:cNvSpPr/>
          <p:nvPr/>
        </p:nvSpPr>
        <p:spPr>
          <a:xfrm>
            <a:off x="318211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4" name="Shape 1112"/>
          <p:cNvSpPr/>
          <p:nvPr/>
        </p:nvSpPr>
        <p:spPr>
          <a:xfrm>
            <a:off x="329184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5" name="Shape 1113"/>
          <p:cNvSpPr/>
          <p:nvPr/>
        </p:nvSpPr>
        <p:spPr>
          <a:xfrm>
            <a:off x="340156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6" name="Shape 1114"/>
          <p:cNvSpPr/>
          <p:nvPr/>
        </p:nvSpPr>
        <p:spPr>
          <a:xfrm>
            <a:off x="351129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7" name="Shape 1115"/>
          <p:cNvSpPr/>
          <p:nvPr/>
        </p:nvSpPr>
        <p:spPr>
          <a:xfrm>
            <a:off x="362102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8" name="Shape 1116"/>
          <p:cNvSpPr/>
          <p:nvPr/>
        </p:nvSpPr>
        <p:spPr>
          <a:xfrm>
            <a:off x="373075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9" name="Shape 1117"/>
          <p:cNvSpPr/>
          <p:nvPr/>
        </p:nvSpPr>
        <p:spPr>
          <a:xfrm>
            <a:off x="384048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0" name="Shape 1118"/>
          <p:cNvSpPr/>
          <p:nvPr/>
        </p:nvSpPr>
        <p:spPr>
          <a:xfrm>
            <a:off x="395020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1" name="Shape 1119"/>
          <p:cNvSpPr/>
          <p:nvPr/>
        </p:nvSpPr>
        <p:spPr>
          <a:xfrm>
            <a:off x="405993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2" name="Shape 1120"/>
          <p:cNvSpPr/>
          <p:nvPr/>
        </p:nvSpPr>
        <p:spPr>
          <a:xfrm>
            <a:off x="416966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3" name="Shape 1121"/>
          <p:cNvSpPr/>
          <p:nvPr/>
        </p:nvSpPr>
        <p:spPr>
          <a:xfrm>
            <a:off x="427939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4" name="Shape 1122"/>
          <p:cNvSpPr/>
          <p:nvPr/>
        </p:nvSpPr>
        <p:spPr>
          <a:xfrm>
            <a:off x="438912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5" name="Shape 1123"/>
          <p:cNvSpPr/>
          <p:nvPr/>
        </p:nvSpPr>
        <p:spPr>
          <a:xfrm>
            <a:off x="449884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6" name="Shape 1124"/>
          <p:cNvSpPr/>
          <p:nvPr/>
        </p:nvSpPr>
        <p:spPr>
          <a:xfrm>
            <a:off x="460857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7" name="Shape 1125"/>
          <p:cNvSpPr/>
          <p:nvPr/>
        </p:nvSpPr>
        <p:spPr>
          <a:xfrm>
            <a:off x="471830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8" name="Shape 1126"/>
          <p:cNvSpPr/>
          <p:nvPr/>
        </p:nvSpPr>
        <p:spPr>
          <a:xfrm>
            <a:off x="482803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9" name="Shape 1127"/>
          <p:cNvSpPr/>
          <p:nvPr/>
        </p:nvSpPr>
        <p:spPr>
          <a:xfrm>
            <a:off x="493776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0" name="Shape 1128"/>
          <p:cNvSpPr/>
          <p:nvPr/>
        </p:nvSpPr>
        <p:spPr>
          <a:xfrm>
            <a:off x="504748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1" name="Shape 1129"/>
          <p:cNvSpPr/>
          <p:nvPr/>
        </p:nvSpPr>
        <p:spPr>
          <a:xfrm>
            <a:off x="515721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2" name="Shape 1130"/>
          <p:cNvSpPr/>
          <p:nvPr/>
        </p:nvSpPr>
        <p:spPr>
          <a:xfrm>
            <a:off x="526694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3" name="Shape 1131"/>
          <p:cNvSpPr/>
          <p:nvPr/>
        </p:nvSpPr>
        <p:spPr>
          <a:xfrm>
            <a:off x="537667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4" name="Shape 1132"/>
          <p:cNvSpPr/>
          <p:nvPr/>
        </p:nvSpPr>
        <p:spPr>
          <a:xfrm>
            <a:off x="548640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5" name="Shape 1133"/>
          <p:cNvSpPr/>
          <p:nvPr/>
        </p:nvSpPr>
        <p:spPr>
          <a:xfrm>
            <a:off x="559612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6" name="Shape 1134"/>
          <p:cNvSpPr/>
          <p:nvPr/>
        </p:nvSpPr>
        <p:spPr>
          <a:xfrm>
            <a:off x="570585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7" name="Shape 1135"/>
          <p:cNvSpPr/>
          <p:nvPr/>
        </p:nvSpPr>
        <p:spPr>
          <a:xfrm>
            <a:off x="581558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8" name="Shape 1136"/>
          <p:cNvSpPr/>
          <p:nvPr/>
        </p:nvSpPr>
        <p:spPr>
          <a:xfrm>
            <a:off x="592531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9" name="Shape 1137"/>
          <p:cNvSpPr/>
          <p:nvPr/>
        </p:nvSpPr>
        <p:spPr>
          <a:xfrm>
            <a:off x="603504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0" name="Shape 1138"/>
          <p:cNvSpPr/>
          <p:nvPr/>
        </p:nvSpPr>
        <p:spPr>
          <a:xfrm>
            <a:off x="614476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1" name="Shape 1139"/>
          <p:cNvSpPr/>
          <p:nvPr/>
        </p:nvSpPr>
        <p:spPr>
          <a:xfrm>
            <a:off x="625449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2" name="Shape 1140"/>
          <p:cNvSpPr/>
          <p:nvPr/>
        </p:nvSpPr>
        <p:spPr>
          <a:xfrm>
            <a:off x="636422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3" name="Shape 1141"/>
          <p:cNvSpPr/>
          <p:nvPr/>
        </p:nvSpPr>
        <p:spPr>
          <a:xfrm>
            <a:off x="647395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4" name="Shape 1142"/>
          <p:cNvSpPr/>
          <p:nvPr/>
        </p:nvSpPr>
        <p:spPr>
          <a:xfrm>
            <a:off x="658368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5" name="Shape 1143"/>
          <p:cNvSpPr/>
          <p:nvPr/>
        </p:nvSpPr>
        <p:spPr>
          <a:xfrm>
            <a:off x="669340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6" name="Shape 1144"/>
          <p:cNvSpPr/>
          <p:nvPr/>
        </p:nvSpPr>
        <p:spPr>
          <a:xfrm>
            <a:off x="680313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7" name="Shape 1145"/>
          <p:cNvSpPr/>
          <p:nvPr/>
        </p:nvSpPr>
        <p:spPr>
          <a:xfrm>
            <a:off x="691286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8" name="Shape 1146"/>
          <p:cNvSpPr/>
          <p:nvPr/>
        </p:nvSpPr>
        <p:spPr>
          <a:xfrm>
            <a:off x="702259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9" name="Shape 1147"/>
          <p:cNvSpPr/>
          <p:nvPr/>
        </p:nvSpPr>
        <p:spPr>
          <a:xfrm>
            <a:off x="713232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0" name="Shape 1148"/>
          <p:cNvSpPr/>
          <p:nvPr/>
        </p:nvSpPr>
        <p:spPr>
          <a:xfrm>
            <a:off x="724204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1" name="Shape 1149"/>
          <p:cNvSpPr/>
          <p:nvPr/>
        </p:nvSpPr>
        <p:spPr>
          <a:xfrm>
            <a:off x="735177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2" name="Shape 1150"/>
          <p:cNvSpPr/>
          <p:nvPr/>
        </p:nvSpPr>
        <p:spPr>
          <a:xfrm>
            <a:off x="746150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3" name="Shape 1151"/>
          <p:cNvSpPr/>
          <p:nvPr/>
        </p:nvSpPr>
        <p:spPr>
          <a:xfrm>
            <a:off x="757123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4" name="Shape 1152"/>
          <p:cNvSpPr/>
          <p:nvPr/>
        </p:nvSpPr>
        <p:spPr>
          <a:xfrm>
            <a:off x="768096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5" name="Shape 1153"/>
          <p:cNvSpPr/>
          <p:nvPr/>
        </p:nvSpPr>
        <p:spPr>
          <a:xfrm>
            <a:off x="779068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6" name="Shape 1154"/>
          <p:cNvSpPr/>
          <p:nvPr/>
        </p:nvSpPr>
        <p:spPr>
          <a:xfrm>
            <a:off x="790041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7" name="Shape 1155"/>
          <p:cNvSpPr/>
          <p:nvPr/>
        </p:nvSpPr>
        <p:spPr>
          <a:xfrm>
            <a:off x="801014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8" name="Shape 1156"/>
          <p:cNvSpPr/>
          <p:nvPr/>
        </p:nvSpPr>
        <p:spPr>
          <a:xfrm>
            <a:off x="811987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9" name="Shape 1157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0" name="Shape 1158"/>
          <p:cNvSpPr/>
          <p:nvPr/>
        </p:nvSpPr>
        <p:spPr>
          <a:xfrm>
            <a:off x="833932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1" name="Shape 1159"/>
          <p:cNvSpPr/>
          <p:nvPr/>
        </p:nvSpPr>
        <p:spPr>
          <a:xfrm>
            <a:off x="844905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2" name="Shape 1160"/>
          <p:cNvSpPr/>
          <p:nvPr/>
        </p:nvSpPr>
        <p:spPr>
          <a:xfrm>
            <a:off x="855878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3" name="Shape 1161"/>
          <p:cNvSpPr/>
          <p:nvPr/>
        </p:nvSpPr>
        <p:spPr>
          <a:xfrm>
            <a:off x="8668512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4" name="Shape 1162"/>
          <p:cNvSpPr/>
          <p:nvPr/>
        </p:nvSpPr>
        <p:spPr>
          <a:xfrm>
            <a:off x="8778240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5" name="Shape 1163"/>
          <p:cNvSpPr/>
          <p:nvPr/>
        </p:nvSpPr>
        <p:spPr>
          <a:xfrm>
            <a:off x="8887968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6" name="Shape 1164"/>
          <p:cNvSpPr/>
          <p:nvPr/>
        </p:nvSpPr>
        <p:spPr>
          <a:xfrm>
            <a:off x="8997696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7" name="Shape 1165"/>
          <p:cNvSpPr/>
          <p:nvPr/>
        </p:nvSpPr>
        <p:spPr>
          <a:xfrm>
            <a:off x="9107424" y="274320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2" name="Shape 1190"/>
          <p:cNvSpPr/>
          <p:nvPr/>
        </p:nvSpPr>
        <p:spPr>
          <a:xfrm>
            <a:off x="5486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3" name="Shape 1191"/>
          <p:cNvSpPr/>
          <p:nvPr/>
        </p:nvSpPr>
        <p:spPr>
          <a:xfrm>
            <a:off x="16459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4" name="Shape 1192"/>
          <p:cNvSpPr/>
          <p:nvPr/>
        </p:nvSpPr>
        <p:spPr>
          <a:xfrm>
            <a:off x="27432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5" name="Shape 1193"/>
          <p:cNvSpPr/>
          <p:nvPr/>
        </p:nvSpPr>
        <p:spPr>
          <a:xfrm>
            <a:off x="38404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6" name="Shape 1194"/>
          <p:cNvSpPr/>
          <p:nvPr/>
        </p:nvSpPr>
        <p:spPr>
          <a:xfrm>
            <a:off x="49377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7" name="Shape 1195"/>
          <p:cNvSpPr/>
          <p:nvPr/>
        </p:nvSpPr>
        <p:spPr>
          <a:xfrm>
            <a:off x="60350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8" name="Shape 1196"/>
          <p:cNvSpPr/>
          <p:nvPr/>
        </p:nvSpPr>
        <p:spPr>
          <a:xfrm>
            <a:off x="71323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9" name="Shape 1197"/>
          <p:cNvSpPr/>
          <p:nvPr/>
        </p:nvSpPr>
        <p:spPr>
          <a:xfrm>
            <a:off x="82296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0" name="Shape 1198"/>
          <p:cNvSpPr/>
          <p:nvPr/>
        </p:nvSpPr>
        <p:spPr>
          <a:xfrm>
            <a:off x="93268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1" name="Shape 1199"/>
          <p:cNvSpPr/>
          <p:nvPr/>
        </p:nvSpPr>
        <p:spPr>
          <a:xfrm>
            <a:off x="104241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2" name="Shape 1200"/>
          <p:cNvSpPr/>
          <p:nvPr/>
        </p:nvSpPr>
        <p:spPr>
          <a:xfrm>
            <a:off x="115214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3" name="Shape 1201"/>
          <p:cNvSpPr/>
          <p:nvPr/>
        </p:nvSpPr>
        <p:spPr>
          <a:xfrm>
            <a:off x="126187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4" name="Shape 1202"/>
          <p:cNvSpPr/>
          <p:nvPr/>
        </p:nvSpPr>
        <p:spPr>
          <a:xfrm>
            <a:off x="137160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5" name="Shape 1203"/>
          <p:cNvSpPr/>
          <p:nvPr/>
        </p:nvSpPr>
        <p:spPr>
          <a:xfrm>
            <a:off x="148132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6" name="Shape 1204"/>
          <p:cNvSpPr/>
          <p:nvPr/>
        </p:nvSpPr>
        <p:spPr>
          <a:xfrm>
            <a:off x="159105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7" name="Shape 1205"/>
          <p:cNvSpPr/>
          <p:nvPr/>
        </p:nvSpPr>
        <p:spPr>
          <a:xfrm>
            <a:off x="170078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8" name="Shape 1206"/>
          <p:cNvSpPr/>
          <p:nvPr/>
        </p:nvSpPr>
        <p:spPr>
          <a:xfrm>
            <a:off x="181051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09" name="Shape 1207"/>
          <p:cNvSpPr/>
          <p:nvPr/>
        </p:nvSpPr>
        <p:spPr>
          <a:xfrm>
            <a:off x="192024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0" name="Shape 1208"/>
          <p:cNvSpPr/>
          <p:nvPr/>
        </p:nvSpPr>
        <p:spPr>
          <a:xfrm>
            <a:off x="202996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1" name="Shape 1209"/>
          <p:cNvSpPr/>
          <p:nvPr/>
        </p:nvSpPr>
        <p:spPr>
          <a:xfrm>
            <a:off x="213969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2" name="Shape 1210"/>
          <p:cNvSpPr/>
          <p:nvPr/>
        </p:nvSpPr>
        <p:spPr>
          <a:xfrm>
            <a:off x="224942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3" name="Shape 1211"/>
          <p:cNvSpPr/>
          <p:nvPr/>
        </p:nvSpPr>
        <p:spPr>
          <a:xfrm>
            <a:off x="235915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4" name="Shape 1212"/>
          <p:cNvSpPr/>
          <p:nvPr/>
        </p:nvSpPr>
        <p:spPr>
          <a:xfrm>
            <a:off x="246888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5" name="Shape 1213"/>
          <p:cNvSpPr/>
          <p:nvPr/>
        </p:nvSpPr>
        <p:spPr>
          <a:xfrm>
            <a:off x="257860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6" name="Shape 1214"/>
          <p:cNvSpPr/>
          <p:nvPr/>
        </p:nvSpPr>
        <p:spPr>
          <a:xfrm>
            <a:off x="268833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7" name="Shape 1215"/>
          <p:cNvSpPr/>
          <p:nvPr/>
        </p:nvSpPr>
        <p:spPr>
          <a:xfrm>
            <a:off x="279806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8" name="Shape 1216"/>
          <p:cNvSpPr/>
          <p:nvPr/>
        </p:nvSpPr>
        <p:spPr>
          <a:xfrm>
            <a:off x="290779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9" name="Shape 1217"/>
          <p:cNvSpPr/>
          <p:nvPr/>
        </p:nvSpPr>
        <p:spPr>
          <a:xfrm>
            <a:off x="301752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0" name="Shape 1218"/>
          <p:cNvSpPr/>
          <p:nvPr/>
        </p:nvSpPr>
        <p:spPr>
          <a:xfrm>
            <a:off x="312724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1" name="Shape 1219"/>
          <p:cNvSpPr/>
          <p:nvPr/>
        </p:nvSpPr>
        <p:spPr>
          <a:xfrm>
            <a:off x="323697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2" name="Shape 1220"/>
          <p:cNvSpPr/>
          <p:nvPr/>
        </p:nvSpPr>
        <p:spPr>
          <a:xfrm>
            <a:off x="334670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3" name="Shape 1221"/>
          <p:cNvSpPr/>
          <p:nvPr/>
        </p:nvSpPr>
        <p:spPr>
          <a:xfrm>
            <a:off x="345643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4" name="Shape 1222"/>
          <p:cNvSpPr/>
          <p:nvPr/>
        </p:nvSpPr>
        <p:spPr>
          <a:xfrm>
            <a:off x="356616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5" name="Shape 1223"/>
          <p:cNvSpPr/>
          <p:nvPr/>
        </p:nvSpPr>
        <p:spPr>
          <a:xfrm>
            <a:off x="367588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6" name="Shape 1224"/>
          <p:cNvSpPr/>
          <p:nvPr/>
        </p:nvSpPr>
        <p:spPr>
          <a:xfrm>
            <a:off x="378561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7" name="Shape 1225"/>
          <p:cNvSpPr/>
          <p:nvPr/>
        </p:nvSpPr>
        <p:spPr>
          <a:xfrm>
            <a:off x="389534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8" name="Shape 1226"/>
          <p:cNvSpPr/>
          <p:nvPr/>
        </p:nvSpPr>
        <p:spPr>
          <a:xfrm>
            <a:off x="400507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9" name="Shape 1227"/>
          <p:cNvSpPr/>
          <p:nvPr/>
        </p:nvSpPr>
        <p:spPr>
          <a:xfrm>
            <a:off x="411480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0" name="Shape 1228"/>
          <p:cNvSpPr/>
          <p:nvPr/>
        </p:nvSpPr>
        <p:spPr>
          <a:xfrm>
            <a:off x="422452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1" name="Shape 1229"/>
          <p:cNvSpPr/>
          <p:nvPr/>
        </p:nvSpPr>
        <p:spPr>
          <a:xfrm>
            <a:off x="433425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2" name="Shape 1230"/>
          <p:cNvSpPr/>
          <p:nvPr/>
        </p:nvSpPr>
        <p:spPr>
          <a:xfrm>
            <a:off x="444398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3" name="Shape 1231"/>
          <p:cNvSpPr/>
          <p:nvPr/>
        </p:nvSpPr>
        <p:spPr>
          <a:xfrm>
            <a:off x="455371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4" name="Shape 1232"/>
          <p:cNvSpPr/>
          <p:nvPr/>
        </p:nvSpPr>
        <p:spPr>
          <a:xfrm>
            <a:off x="466344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5" name="Shape 1233"/>
          <p:cNvSpPr/>
          <p:nvPr/>
        </p:nvSpPr>
        <p:spPr>
          <a:xfrm>
            <a:off x="477316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6" name="Shape 1234"/>
          <p:cNvSpPr/>
          <p:nvPr/>
        </p:nvSpPr>
        <p:spPr>
          <a:xfrm>
            <a:off x="488289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7" name="Shape 1235"/>
          <p:cNvSpPr/>
          <p:nvPr/>
        </p:nvSpPr>
        <p:spPr>
          <a:xfrm>
            <a:off x="499262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8" name="Shape 1236"/>
          <p:cNvSpPr/>
          <p:nvPr/>
        </p:nvSpPr>
        <p:spPr>
          <a:xfrm>
            <a:off x="510235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9" name="Shape 1237"/>
          <p:cNvSpPr/>
          <p:nvPr/>
        </p:nvSpPr>
        <p:spPr>
          <a:xfrm>
            <a:off x="521208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0" name="Shape 1238"/>
          <p:cNvSpPr/>
          <p:nvPr/>
        </p:nvSpPr>
        <p:spPr>
          <a:xfrm>
            <a:off x="532180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1" name="Shape 1239"/>
          <p:cNvSpPr/>
          <p:nvPr/>
        </p:nvSpPr>
        <p:spPr>
          <a:xfrm>
            <a:off x="543153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2" name="Shape 1240"/>
          <p:cNvSpPr/>
          <p:nvPr/>
        </p:nvSpPr>
        <p:spPr>
          <a:xfrm>
            <a:off x="554126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3" name="Shape 1241"/>
          <p:cNvSpPr/>
          <p:nvPr/>
        </p:nvSpPr>
        <p:spPr>
          <a:xfrm>
            <a:off x="565099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4" name="Shape 1242"/>
          <p:cNvSpPr/>
          <p:nvPr/>
        </p:nvSpPr>
        <p:spPr>
          <a:xfrm>
            <a:off x="576072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5" name="Shape 1243"/>
          <p:cNvSpPr/>
          <p:nvPr/>
        </p:nvSpPr>
        <p:spPr>
          <a:xfrm>
            <a:off x="587044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6" name="Shape 1244"/>
          <p:cNvSpPr/>
          <p:nvPr/>
        </p:nvSpPr>
        <p:spPr>
          <a:xfrm>
            <a:off x="598017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7" name="Shape 1245"/>
          <p:cNvSpPr/>
          <p:nvPr/>
        </p:nvSpPr>
        <p:spPr>
          <a:xfrm>
            <a:off x="608990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8" name="Shape 1246"/>
          <p:cNvSpPr/>
          <p:nvPr/>
        </p:nvSpPr>
        <p:spPr>
          <a:xfrm>
            <a:off x="619963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9" name="Shape 1247"/>
          <p:cNvSpPr/>
          <p:nvPr/>
        </p:nvSpPr>
        <p:spPr>
          <a:xfrm>
            <a:off x="630936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0" name="Shape 1248"/>
          <p:cNvSpPr/>
          <p:nvPr/>
        </p:nvSpPr>
        <p:spPr>
          <a:xfrm>
            <a:off x="641908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1" name="Shape 1249"/>
          <p:cNvSpPr/>
          <p:nvPr/>
        </p:nvSpPr>
        <p:spPr>
          <a:xfrm>
            <a:off x="652881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2" name="Shape 1250"/>
          <p:cNvSpPr/>
          <p:nvPr/>
        </p:nvSpPr>
        <p:spPr>
          <a:xfrm>
            <a:off x="663854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3" name="Shape 1251"/>
          <p:cNvSpPr/>
          <p:nvPr/>
        </p:nvSpPr>
        <p:spPr>
          <a:xfrm>
            <a:off x="674827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4" name="Shape 1252"/>
          <p:cNvSpPr/>
          <p:nvPr/>
        </p:nvSpPr>
        <p:spPr>
          <a:xfrm>
            <a:off x="685800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5" name="Shape 1253"/>
          <p:cNvSpPr/>
          <p:nvPr/>
        </p:nvSpPr>
        <p:spPr>
          <a:xfrm>
            <a:off x="696772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6" name="Shape 1254"/>
          <p:cNvSpPr/>
          <p:nvPr/>
        </p:nvSpPr>
        <p:spPr>
          <a:xfrm>
            <a:off x="707745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7" name="Shape 1255"/>
          <p:cNvSpPr/>
          <p:nvPr/>
        </p:nvSpPr>
        <p:spPr>
          <a:xfrm>
            <a:off x="718718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8" name="Shape 1256"/>
          <p:cNvSpPr/>
          <p:nvPr/>
        </p:nvSpPr>
        <p:spPr>
          <a:xfrm>
            <a:off x="729691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9" name="Shape 1257"/>
          <p:cNvSpPr/>
          <p:nvPr/>
        </p:nvSpPr>
        <p:spPr>
          <a:xfrm>
            <a:off x="740664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0" name="Shape 1258"/>
          <p:cNvSpPr/>
          <p:nvPr/>
        </p:nvSpPr>
        <p:spPr>
          <a:xfrm>
            <a:off x="751636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1" name="Shape 1259"/>
          <p:cNvSpPr/>
          <p:nvPr/>
        </p:nvSpPr>
        <p:spPr>
          <a:xfrm>
            <a:off x="762609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2" name="Shape 1260"/>
          <p:cNvSpPr/>
          <p:nvPr/>
        </p:nvSpPr>
        <p:spPr>
          <a:xfrm>
            <a:off x="773582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3" name="Shape 1261"/>
          <p:cNvSpPr/>
          <p:nvPr/>
        </p:nvSpPr>
        <p:spPr>
          <a:xfrm>
            <a:off x="784555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4" name="Shape 1262"/>
          <p:cNvSpPr/>
          <p:nvPr/>
        </p:nvSpPr>
        <p:spPr>
          <a:xfrm>
            <a:off x="795528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5" name="Shape 1263"/>
          <p:cNvSpPr/>
          <p:nvPr/>
        </p:nvSpPr>
        <p:spPr>
          <a:xfrm>
            <a:off x="806500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6" name="Shape 1264"/>
          <p:cNvSpPr/>
          <p:nvPr/>
        </p:nvSpPr>
        <p:spPr>
          <a:xfrm>
            <a:off x="817473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7" name="Shape 1265"/>
          <p:cNvSpPr/>
          <p:nvPr/>
        </p:nvSpPr>
        <p:spPr>
          <a:xfrm>
            <a:off x="828446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8" name="Shape 1266"/>
          <p:cNvSpPr/>
          <p:nvPr/>
        </p:nvSpPr>
        <p:spPr>
          <a:xfrm>
            <a:off x="839419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9" name="Shape 1267"/>
          <p:cNvSpPr/>
          <p:nvPr/>
        </p:nvSpPr>
        <p:spPr>
          <a:xfrm>
            <a:off x="850392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0" name="Shape 1268"/>
          <p:cNvSpPr/>
          <p:nvPr/>
        </p:nvSpPr>
        <p:spPr>
          <a:xfrm>
            <a:off x="8613648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1" name="Shape 1269"/>
          <p:cNvSpPr/>
          <p:nvPr/>
        </p:nvSpPr>
        <p:spPr>
          <a:xfrm>
            <a:off x="8723376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2" name="Shape 1270"/>
          <p:cNvSpPr/>
          <p:nvPr/>
        </p:nvSpPr>
        <p:spPr>
          <a:xfrm>
            <a:off x="8833104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3" name="Shape 1271"/>
          <p:cNvSpPr/>
          <p:nvPr/>
        </p:nvSpPr>
        <p:spPr>
          <a:xfrm>
            <a:off x="8942832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4" name="Shape 1272"/>
          <p:cNvSpPr/>
          <p:nvPr/>
        </p:nvSpPr>
        <p:spPr>
          <a:xfrm>
            <a:off x="9052560" y="285292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0" name="Shape 1298"/>
          <p:cNvSpPr/>
          <p:nvPr/>
        </p:nvSpPr>
        <p:spPr>
          <a:xfrm>
            <a:off x="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1" name="Shape 1299"/>
          <p:cNvSpPr/>
          <p:nvPr/>
        </p:nvSpPr>
        <p:spPr>
          <a:xfrm>
            <a:off x="10972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2" name="Shape 1300"/>
          <p:cNvSpPr/>
          <p:nvPr/>
        </p:nvSpPr>
        <p:spPr>
          <a:xfrm>
            <a:off x="21945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3" name="Shape 1301"/>
          <p:cNvSpPr/>
          <p:nvPr/>
        </p:nvSpPr>
        <p:spPr>
          <a:xfrm>
            <a:off x="32918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4" name="Shape 1302"/>
          <p:cNvSpPr/>
          <p:nvPr/>
        </p:nvSpPr>
        <p:spPr>
          <a:xfrm>
            <a:off x="43891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5" name="Shape 1303"/>
          <p:cNvSpPr/>
          <p:nvPr/>
        </p:nvSpPr>
        <p:spPr>
          <a:xfrm>
            <a:off x="54864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6" name="Shape 1304"/>
          <p:cNvSpPr/>
          <p:nvPr/>
        </p:nvSpPr>
        <p:spPr>
          <a:xfrm>
            <a:off x="65836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7" name="Shape 1305"/>
          <p:cNvSpPr/>
          <p:nvPr/>
        </p:nvSpPr>
        <p:spPr>
          <a:xfrm>
            <a:off x="76809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8" name="Shape 1306"/>
          <p:cNvSpPr/>
          <p:nvPr/>
        </p:nvSpPr>
        <p:spPr>
          <a:xfrm>
            <a:off x="87782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9" name="Shape 1307"/>
          <p:cNvSpPr/>
          <p:nvPr/>
        </p:nvSpPr>
        <p:spPr>
          <a:xfrm>
            <a:off x="98755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0" name="Shape 1308"/>
          <p:cNvSpPr/>
          <p:nvPr/>
        </p:nvSpPr>
        <p:spPr>
          <a:xfrm>
            <a:off x="109728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1" name="Shape 1309"/>
          <p:cNvSpPr/>
          <p:nvPr/>
        </p:nvSpPr>
        <p:spPr>
          <a:xfrm>
            <a:off x="120700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2" name="Shape 1310"/>
          <p:cNvSpPr/>
          <p:nvPr/>
        </p:nvSpPr>
        <p:spPr>
          <a:xfrm>
            <a:off x="131673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3" name="Shape 1311"/>
          <p:cNvSpPr/>
          <p:nvPr/>
        </p:nvSpPr>
        <p:spPr>
          <a:xfrm>
            <a:off x="142646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4" name="Shape 1312"/>
          <p:cNvSpPr/>
          <p:nvPr/>
        </p:nvSpPr>
        <p:spPr>
          <a:xfrm>
            <a:off x="153619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5" name="Shape 1313"/>
          <p:cNvSpPr/>
          <p:nvPr/>
        </p:nvSpPr>
        <p:spPr>
          <a:xfrm>
            <a:off x="164592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6" name="Shape 1314"/>
          <p:cNvSpPr/>
          <p:nvPr/>
        </p:nvSpPr>
        <p:spPr>
          <a:xfrm>
            <a:off x="175564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7" name="Shape 1315"/>
          <p:cNvSpPr/>
          <p:nvPr/>
        </p:nvSpPr>
        <p:spPr>
          <a:xfrm>
            <a:off x="186537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8" name="Shape 1316"/>
          <p:cNvSpPr/>
          <p:nvPr/>
        </p:nvSpPr>
        <p:spPr>
          <a:xfrm>
            <a:off x="197510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9" name="Shape 1317"/>
          <p:cNvSpPr/>
          <p:nvPr/>
        </p:nvSpPr>
        <p:spPr>
          <a:xfrm>
            <a:off x="208483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0" name="Shape 1318"/>
          <p:cNvSpPr/>
          <p:nvPr/>
        </p:nvSpPr>
        <p:spPr>
          <a:xfrm>
            <a:off x="219456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1" name="Shape 1319"/>
          <p:cNvSpPr/>
          <p:nvPr/>
        </p:nvSpPr>
        <p:spPr>
          <a:xfrm>
            <a:off x="230428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2" name="Shape 1320"/>
          <p:cNvSpPr/>
          <p:nvPr/>
        </p:nvSpPr>
        <p:spPr>
          <a:xfrm>
            <a:off x="241401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3" name="Shape 1321"/>
          <p:cNvSpPr/>
          <p:nvPr/>
        </p:nvSpPr>
        <p:spPr>
          <a:xfrm>
            <a:off x="252374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4" name="Shape 1322"/>
          <p:cNvSpPr/>
          <p:nvPr/>
        </p:nvSpPr>
        <p:spPr>
          <a:xfrm>
            <a:off x="263347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5" name="Shape 1323"/>
          <p:cNvSpPr/>
          <p:nvPr/>
        </p:nvSpPr>
        <p:spPr>
          <a:xfrm>
            <a:off x="274320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6" name="Shape 1324"/>
          <p:cNvSpPr/>
          <p:nvPr/>
        </p:nvSpPr>
        <p:spPr>
          <a:xfrm>
            <a:off x="285292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7" name="Shape 1325"/>
          <p:cNvSpPr/>
          <p:nvPr/>
        </p:nvSpPr>
        <p:spPr>
          <a:xfrm>
            <a:off x="296265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8" name="Shape 1326"/>
          <p:cNvSpPr/>
          <p:nvPr/>
        </p:nvSpPr>
        <p:spPr>
          <a:xfrm>
            <a:off x="307238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9" name="Shape 1327"/>
          <p:cNvSpPr/>
          <p:nvPr/>
        </p:nvSpPr>
        <p:spPr>
          <a:xfrm>
            <a:off x="318211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0" name="Shape 1328"/>
          <p:cNvSpPr/>
          <p:nvPr/>
        </p:nvSpPr>
        <p:spPr>
          <a:xfrm>
            <a:off x="329184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1" name="Shape 1329"/>
          <p:cNvSpPr/>
          <p:nvPr/>
        </p:nvSpPr>
        <p:spPr>
          <a:xfrm>
            <a:off x="340156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2" name="Shape 1330"/>
          <p:cNvSpPr/>
          <p:nvPr/>
        </p:nvSpPr>
        <p:spPr>
          <a:xfrm>
            <a:off x="351129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3" name="Shape 1331"/>
          <p:cNvSpPr/>
          <p:nvPr/>
        </p:nvSpPr>
        <p:spPr>
          <a:xfrm>
            <a:off x="362102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4" name="Shape 1332"/>
          <p:cNvSpPr/>
          <p:nvPr/>
        </p:nvSpPr>
        <p:spPr>
          <a:xfrm>
            <a:off x="373075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5" name="Shape 1333"/>
          <p:cNvSpPr/>
          <p:nvPr/>
        </p:nvSpPr>
        <p:spPr>
          <a:xfrm>
            <a:off x="384048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6" name="Shape 1334"/>
          <p:cNvSpPr/>
          <p:nvPr/>
        </p:nvSpPr>
        <p:spPr>
          <a:xfrm>
            <a:off x="395020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7" name="Shape 1335"/>
          <p:cNvSpPr/>
          <p:nvPr/>
        </p:nvSpPr>
        <p:spPr>
          <a:xfrm>
            <a:off x="405993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8" name="Shape 1336"/>
          <p:cNvSpPr/>
          <p:nvPr/>
        </p:nvSpPr>
        <p:spPr>
          <a:xfrm>
            <a:off x="416966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9" name="Shape 1337"/>
          <p:cNvSpPr/>
          <p:nvPr/>
        </p:nvSpPr>
        <p:spPr>
          <a:xfrm>
            <a:off x="427939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0" name="Shape 1338"/>
          <p:cNvSpPr/>
          <p:nvPr/>
        </p:nvSpPr>
        <p:spPr>
          <a:xfrm>
            <a:off x="438912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1" name="Shape 1339"/>
          <p:cNvSpPr/>
          <p:nvPr/>
        </p:nvSpPr>
        <p:spPr>
          <a:xfrm>
            <a:off x="449884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2" name="Shape 1340"/>
          <p:cNvSpPr/>
          <p:nvPr/>
        </p:nvSpPr>
        <p:spPr>
          <a:xfrm>
            <a:off x="460857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3" name="Shape 1341"/>
          <p:cNvSpPr/>
          <p:nvPr/>
        </p:nvSpPr>
        <p:spPr>
          <a:xfrm>
            <a:off x="471830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4" name="Shape 1342"/>
          <p:cNvSpPr/>
          <p:nvPr/>
        </p:nvSpPr>
        <p:spPr>
          <a:xfrm>
            <a:off x="482803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5" name="Shape 1343"/>
          <p:cNvSpPr/>
          <p:nvPr/>
        </p:nvSpPr>
        <p:spPr>
          <a:xfrm>
            <a:off x="493776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6" name="Shape 1344"/>
          <p:cNvSpPr/>
          <p:nvPr/>
        </p:nvSpPr>
        <p:spPr>
          <a:xfrm>
            <a:off x="504748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7" name="Shape 1345"/>
          <p:cNvSpPr/>
          <p:nvPr/>
        </p:nvSpPr>
        <p:spPr>
          <a:xfrm>
            <a:off x="515721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8" name="Shape 1346"/>
          <p:cNvSpPr/>
          <p:nvPr/>
        </p:nvSpPr>
        <p:spPr>
          <a:xfrm>
            <a:off x="526694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9" name="Shape 1347"/>
          <p:cNvSpPr/>
          <p:nvPr/>
        </p:nvSpPr>
        <p:spPr>
          <a:xfrm>
            <a:off x="537667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0" name="Shape 1348"/>
          <p:cNvSpPr/>
          <p:nvPr/>
        </p:nvSpPr>
        <p:spPr>
          <a:xfrm>
            <a:off x="548640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1" name="Shape 1349"/>
          <p:cNvSpPr/>
          <p:nvPr/>
        </p:nvSpPr>
        <p:spPr>
          <a:xfrm>
            <a:off x="559612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2" name="Shape 1350"/>
          <p:cNvSpPr/>
          <p:nvPr/>
        </p:nvSpPr>
        <p:spPr>
          <a:xfrm>
            <a:off x="570585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3" name="Shape 1351"/>
          <p:cNvSpPr/>
          <p:nvPr/>
        </p:nvSpPr>
        <p:spPr>
          <a:xfrm>
            <a:off x="581558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4" name="Shape 1352"/>
          <p:cNvSpPr/>
          <p:nvPr/>
        </p:nvSpPr>
        <p:spPr>
          <a:xfrm>
            <a:off x="592531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5" name="Shape 1353"/>
          <p:cNvSpPr/>
          <p:nvPr/>
        </p:nvSpPr>
        <p:spPr>
          <a:xfrm>
            <a:off x="603504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6" name="Shape 1354"/>
          <p:cNvSpPr/>
          <p:nvPr/>
        </p:nvSpPr>
        <p:spPr>
          <a:xfrm>
            <a:off x="614476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7" name="Shape 1355"/>
          <p:cNvSpPr/>
          <p:nvPr/>
        </p:nvSpPr>
        <p:spPr>
          <a:xfrm>
            <a:off x="625449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8" name="Shape 1356"/>
          <p:cNvSpPr/>
          <p:nvPr/>
        </p:nvSpPr>
        <p:spPr>
          <a:xfrm>
            <a:off x="636422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9" name="Shape 1357"/>
          <p:cNvSpPr/>
          <p:nvPr/>
        </p:nvSpPr>
        <p:spPr>
          <a:xfrm>
            <a:off x="647395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0" name="Shape 1358"/>
          <p:cNvSpPr/>
          <p:nvPr/>
        </p:nvSpPr>
        <p:spPr>
          <a:xfrm>
            <a:off x="658368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1" name="Shape 1359"/>
          <p:cNvSpPr/>
          <p:nvPr/>
        </p:nvSpPr>
        <p:spPr>
          <a:xfrm>
            <a:off x="669340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2" name="Shape 1360"/>
          <p:cNvSpPr/>
          <p:nvPr/>
        </p:nvSpPr>
        <p:spPr>
          <a:xfrm>
            <a:off x="680313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3" name="Shape 1361"/>
          <p:cNvSpPr/>
          <p:nvPr/>
        </p:nvSpPr>
        <p:spPr>
          <a:xfrm>
            <a:off x="691286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4" name="Shape 1362"/>
          <p:cNvSpPr/>
          <p:nvPr/>
        </p:nvSpPr>
        <p:spPr>
          <a:xfrm>
            <a:off x="702259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5" name="Shape 1363"/>
          <p:cNvSpPr/>
          <p:nvPr/>
        </p:nvSpPr>
        <p:spPr>
          <a:xfrm>
            <a:off x="713232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6" name="Shape 1364"/>
          <p:cNvSpPr/>
          <p:nvPr/>
        </p:nvSpPr>
        <p:spPr>
          <a:xfrm>
            <a:off x="724204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7" name="Shape 1365"/>
          <p:cNvSpPr/>
          <p:nvPr/>
        </p:nvSpPr>
        <p:spPr>
          <a:xfrm>
            <a:off x="735177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8" name="Shape 1366"/>
          <p:cNvSpPr/>
          <p:nvPr/>
        </p:nvSpPr>
        <p:spPr>
          <a:xfrm>
            <a:off x="746150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69" name="Shape 1367"/>
          <p:cNvSpPr/>
          <p:nvPr/>
        </p:nvSpPr>
        <p:spPr>
          <a:xfrm>
            <a:off x="757123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0" name="Shape 1368"/>
          <p:cNvSpPr/>
          <p:nvPr/>
        </p:nvSpPr>
        <p:spPr>
          <a:xfrm>
            <a:off x="768096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1" name="Shape 1369"/>
          <p:cNvSpPr/>
          <p:nvPr/>
        </p:nvSpPr>
        <p:spPr>
          <a:xfrm>
            <a:off x="779068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2" name="Shape 1370"/>
          <p:cNvSpPr/>
          <p:nvPr/>
        </p:nvSpPr>
        <p:spPr>
          <a:xfrm>
            <a:off x="790041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3" name="Shape 1371"/>
          <p:cNvSpPr/>
          <p:nvPr/>
        </p:nvSpPr>
        <p:spPr>
          <a:xfrm>
            <a:off x="801014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4" name="Shape 1372"/>
          <p:cNvSpPr/>
          <p:nvPr/>
        </p:nvSpPr>
        <p:spPr>
          <a:xfrm>
            <a:off x="811987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5" name="Shape 1373"/>
          <p:cNvSpPr/>
          <p:nvPr/>
        </p:nvSpPr>
        <p:spPr>
          <a:xfrm>
            <a:off x="822960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6" name="Shape 1374"/>
          <p:cNvSpPr/>
          <p:nvPr/>
        </p:nvSpPr>
        <p:spPr>
          <a:xfrm>
            <a:off x="833932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7" name="Shape 1375"/>
          <p:cNvSpPr/>
          <p:nvPr/>
        </p:nvSpPr>
        <p:spPr>
          <a:xfrm>
            <a:off x="844905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8" name="Shape 1376"/>
          <p:cNvSpPr/>
          <p:nvPr/>
        </p:nvSpPr>
        <p:spPr>
          <a:xfrm>
            <a:off x="855878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9" name="Shape 1377"/>
          <p:cNvSpPr/>
          <p:nvPr/>
        </p:nvSpPr>
        <p:spPr>
          <a:xfrm>
            <a:off x="8668512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0" name="Shape 1378"/>
          <p:cNvSpPr/>
          <p:nvPr/>
        </p:nvSpPr>
        <p:spPr>
          <a:xfrm>
            <a:off x="8778240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1" name="Shape 1379"/>
          <p:cNvSpPr/>
          <p:nvPr/>
        </p:nvSpPr>
        <p:spPr>
          <a:xfrm>
            <a:off x="8887968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2" name="Shape 1380"/>
          <p:cNvSpPr/>
          <p:nvPr/>
        </p:nvSpPr>
        <p:spPr>
          <a:xfrm>
            <a:off x="8997696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3" name="Shape 1381"/>
          <p:cNvSpPr/>
          <p:nvPr/>
        </p:nvSpPr>
        <p:spPr>
          <a:xfrm>
            <a:off x="9107424" y="296265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8" name="Shape 1406"/>
          <p:cNvSpPr/>
          <p:nvPr/>
        </p:nvSpPr>
        <p:spPr>
          <a:xfrm>
            <a:off x="5486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09" name="Shape 1407"/>
          <p:cNvSpPr/>
          <p:nvPr/>
        </p:nvSpPr>
        <p:spPr>
          <a:xfrm>
            <a:off x="16459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0" name="Shape 1408"/>
          <p:cNvSpPr/>
          <p:nvPr/>
        </p:nvSpPr>
        <p:spPr>
          <a:xfrm>
            <a:off x="27432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1" name="Shape 1409"/>
          <p:cNvSpPr/>
          <p:nvPr/>
        </p:nvSpPr>
        <p:spPr>
          <a:xfrm>
            <a:off x="38404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2" name="Shape 1410"/>
          <p:cNvSpPr/>
          <p:nvPr/>
        </p:nvSpPr>
        <p:spPr>
          <a:xfrm>
            <a:off x="49377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3" name="Shape 1411"/>
          <p:cNvSpPr/>
          <p:nvPr/>
        </p:nvSpPr>
        <p:spPr>
          <a:xfrm>
            <a:off x="60350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4" name="Shape 1412"/>
          <p:cNvSpPr/>
          <p:nvPr/>
        </p:nvSpPr>
        <p:spPr>
          <a:xfrm>
            <a:off x="71323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5" name="Shape 1413"/>
          <p:cNvSpPr/>
          <p:nvPr/>
        </p:nvSpPr>
        <p:spPr>
          <a:xfrm>
            <a:off x="82296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6" name="Shape 1414"/>
          <p:cNvSpPr/>
          <p:nvPr/>
        </p:nvSpPr>
        <p:spPr>
          <a:xfrm>
            <a:off x="93268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7" name="Shape 1415"/>
          <p:cNvSpPr/>
          <p:nvPr/>
        </p:nvSpPr>
        <p:spPr>
          <a:xfrm>
            <a:off x="104241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8" name="Shape 1416"/>
          <p:cNvSpPr/>
          <p:nvPr/>
        </p:nvSpPr>
        <p:spPr>
          <a:xfrm>
            <a:off x="115214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9" name="Shape 1417"/>
          <p:cNvSpPr/>
          <p:nvPr/>
        </p:nvSpPr>
        <p:spPr>
          <a:xfrm>
            <a:off x="126187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0" name="Shape 1418"/>
          <p:cNvSpPr/>
          <p:nvPr/>
        </p:nvSpPr>
        <p:spPr>
          <a:xfrm>
            <a:off x="137160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1" name="Shape 1419"/>
          <p:cNvSpPr/>
          <p:nvPr/>
        </p:nvSpPr>
        <p:spPr>
          <a:xfrm>
            <a:off x="148132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2" name="Shape 1420"/>
          <p:cNvSpPr/>
          <p:nvPr/>
        </p:nvSpPr>
        <p:spPr>
          <a:xfrm>
            <a:off x="159105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3" name="Shape 1421"/>
          <p:cNvSpPr/>
          <p:nvPr/>
        </p:nvSpPr>
        <p:spPr>
          <a:xfrm>
            <a:off x="170078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4" name="Shape 1422"/>
          <p:cNvSpPr/>
          <p:nvPr/>
        </p:nvSpPr>
        <p:spPr>
          <a:xfrm>
            <a:off x="181051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5" name="Shape 1423"/>
          <p:cNvSpPr/>
          <p:nvPr/>
        </p:nvSpPr>
        <p:spPr>
          <a:xfrm>
            <a:off x="192024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6" name="Shape 1424"/>
          <p:cNvSpPr/>
          <p:nvPr/>
        </p:nvSpPr>
        <p:spPr>
          <a:xfrm>
            <a:off x="202996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7" name="Shape 1425"/>
          <p:cNvSpPr/>
          <p:nvPr/>
        </p:nvSpPr>
        <p:spPr>
          <a:xfrm>
            <a:off x="213969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8" name="Shape 1426"/>
          <p:cNvSpPr/>
          <p:nvPr/>
        </p:nvSpPr>
        <p:spPr>
          <a:xfrm>
            <a:off x="224942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9" name="Shape 1427"/>
          <p:cNvSpPr/>
          <p:nvPr/>
        </p:nvSpPr>
        <p:spPr>
          <a:xfrm>
            <a:off x="235915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0" name="Shape 1428"/>
          <p:cNvSpPr/>
          <p:nvPr/>
        </p:nvSpPr>
        <p:spPr>
          <a:xfrm>
            <a:off x="246888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1" name="Shape 1429"/>
          <p:cNvSpPr/>
          <p:nvPr/>
        </p:nvSpPr>
        <p:spPr>
          <a:xfrm>
            <a:off x="257860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2" name="Shape 1430"/>
          <p:cNvSpPr/>
          <p:nvPr/>
        </p:nvSpPr>
        <p:spPr>
          <a:xfrm>
            <a:off x="268833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3" name="Shape 1431"/>
          <p:cNvSpPr/>
          <p:nvPr/>
        </p:nvSpPr>
        <p:spPr>
          <a:xfrm>
            <a:off x="279806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4" name="Shape 1432"/>
          <p:cNvSpPr/>
          <p:nvPr/>
        </p:nvSpPr>
        <p:spPr>
          <a:xfrm>
            <a:off x="290779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5" name="Shape 1433"/>
          <p:cNvSpPr/>
          <p:nvPr/>
        </p:nvSpPr>
        <p:spPr>
          <a:xfrm>
            <a:off x="301752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6" name="Shape 1434"/>
          <p:cNvSpPr/>
          <p:nvPr/>
        </p:nvSpPr>
        <p:spPr>
          <a:xfrm>
            <a:off x="312724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7" name="Shape 1435"/>
          <p:cNvSpPr/>
          <p:nvPr/>
        </p:nvSpPr>
        <p:spPr>
          <a:xfrm>
            <a:off x="323697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8" name="Shape 1436"/>
          <p:cNvSpPr/>
          <p:nvPr/>
        </p:nvSpPr>
        <p:spPr>
          <a:xfrm>
            <a:off x="334670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9" name="Shape 1437"/>
          <p:cNvSpPr/>
          <p:nvPr/>
        </p:nvSpPr>
        <p:spPr>
          <a:xfrm>
            <a:off x="345643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0" name="Shape 1438"/>
          <p:cNvSpPr/>
          <p:nvPr/>
        </p:nvSpPr>
        <p:spPr>
          <a:xfrm>
            <a:off x="356616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1" name="Shape 1439"/>
          <p:cNvSpPr/>
          <p:nvPr/>
        </p:nvSpPr>
        <p:spPr>
          <a:xfrm>
            <a:off x="367588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2" name="Shape 1440"/>
          <p:cNvSpPr/>
          <p:nvPr/>
        </p:nvSpPr>
        <p:spPr>
          <a:xfrm>
            <a:off x="378561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3" name="Shape 1441"/>
          <p:cNvSpPr/>
          <p:nvPr/>
        </p:nvSpPr>
        <p:spPr>
          <a:xfrm>
            <a:off x="389534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4" name="Shape 1442"/>
          <p:cNvSpPr/>
          <p:nvPr/>
        </p:nvSpPr>
        <p:spPr>
          <a:xfrm>
            <a:off x="400507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5" name="Shape 1443"/>
          <p:cNvSpPr/>
          <p:nvPr/>
        </p:nvSpPr>
        <p:spPr>
          <a:xfrm>
            <a:off x="411480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6" name="Shape 1444"/>
          <p:cNvSpPr/>
          <p:nvPr/>
        </p:nvSpPr>
        <p:spPr>
          <a:xfrm>
            <a:off x="422452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7" name="Shape 1445"/>
          <p:cNvSpPr/>
          <p:nvPr/>
        </p:nvSpPr>
        <p:spPr>
          <a:xfrm>
            <a:off x="433425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8" name="Shape 1446"/>
          <p:cNvSpPr/>
          <p:nvPr/>
        </p:nvSpPr>
        <p:spPr>
          <a:xfrm>
            <a:off x="444398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9" name="Shape 1447"/>
          <p:cNvSpPr/>
          <p:nvPr/>
        </p:nvSpPr>
        <p:spPr>
          <a:xfrm>
            <a:off x="455371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0" name="Shape 1448"/>
          <p:cNvSpPr/>
          <p:nvPr/>
        </p:nvSpPr>
        <p:spPr>
          <a:xfrm>
            <a:off x="466344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1" name="Shape 1449"/>
          <p:cNvSpPr/>
          <p:nvPr/>
        </p:nvSpPr>
        <p:spPr>
          <a:xfrm>
            <a:off x="477316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2" name="Shape 1450"/>
          <p:cNvSpPr/>
          <p:nvPr/>
        </p:nvSpPr>
        <p:spPr>
          <a:xfrm>
            <a:off x="488289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3" name="Shape 1451"/>
          <p:cNvSpPr/>
          <p:nvPr/>
        </p:nvSpPr>
        <p:spPr>
          <a:xfrm>
            <a:off x="499262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4" name="Shape 1452"/>
          <p:cNvSpPr/>
          <p:nvPr/>
        </p:nvSpPr>
        <p:spPr>
          <a:xfrm>
            <a:off x="510235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5" name="Shape 1453"/>
          <p:cNvSpPr/>
          <p:nvPr/>
        </p:nvSpPr>
        <p:spPr>
          <a:xfrm>
            <a:off x="521208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6" name="Shape 1454"/>
          <p:cNvSpPr/>
          <p:nvPr/>
        </p:nvSpPr>
        <p:spPr>
          <a:xfrm>
            <a:off x="532180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7" name="Shape 1455"/>
          <p:cNvSpPr/>
          <p:nvPr/>
        </p:nvSpPr>
        <p:spPr>
          <a:xfrm>
            <a:off x="543153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8" name="Shape 1456"/>
          <p:cNvSpPr/>
          <p:nvPr/>
        </p:nvSpPr>
        <p:spPr>
          <a:xfrm>
            <a:off x="554126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9" name="Shape 1457"/>
          <p:cNvSpPr/>
          <p:nvPr/>
        </p:nvSpPr>
        <p:spPr>
          <a:xfrm>
            <a:off x="565099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0" name="Shape 1458"/>
          <p:cNvSpPr/>
          <p:nvPr/>
        </p:nvSpPr>
        <p:spPr>
          <a:xfrm>
            <a:off x="576072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1" name="Shape 1459"/>
          <p:cNvSpPr/>
          <p:nvPr/>
        </p:nvSpPr>
        <p:spPr>
          <a:xfrm>
            <a:off x="587044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2" name="Shape 1460"/>
          <p:cNvSpPr/>
          <p:nvPr/>
        </p:nvSpPr>
        <p:spPr>
          <a:xfrm>
            <a:off x="598017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3" name="Shape 1461"/>
          <p:cNvSpPr/>
          <p:nvPr/>
        </p:nvSpPr>
        <p:spPr>
          <a:xfrm>
            <a:off x="608990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4" name="Shape 1462"/>
          <p:cNvSpPr/>
          <p:nvPr/>
        </p:nvSpPr>
        <p:spPr>
          <a:xfrm>
            <a:off x="619963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5" name="Shape 1463"/>
          <p:cNvSpPr/>
          <p:nvPr/>
        </p:nvSpPr>
        <p:spPr>
          <a:xfrm>
            <a:off x="630936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6" name="Shape 1464"/>
          <p:cNvSpPr/>
          <p:nvPr/>
        </p:nvSpPr>
        <p:spPr>
          <a:xfrm>
            <a:off x="641908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7" name="Shape 1465"/>
          <p:cNvSpPr/>
          <p:nvPr/>
        </p:nvSpPr>
        <p:spPr>
          <a:xfrm>
            <a:off x="652881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8" name="Shape 1466"/>
          <p:cNvSpPr/>
          <p:nvPr/>
        </p:nvSpPr>
        <p:spPr>
          <a:xfrm>
            <a:off x="663854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9" name="Shape 1467"/>
          <p:cNvSpPr/>
          <p:nvPr/>
        </p:nvSpPr>
        <p:spPr>
          <a:xfrm>
            <a:off x="674827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0" name="Shape 1468"/>
          <p:cNvSpPr/>
          <p:nvPr/>
        </p:nvSpPr>
        <p:spPr>
          <a:xfrm>
            <a:off x="685800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1" name="Shape 1469"/>
          <p:cNvSpPr/>
          <p:nvPr/>
        </p:nvSpPr>
        <p:spPr>
          <a:xfrm>
            <a:off x="696772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2" name="Shape 1470"/>
          <p:cNvSpPr/>
          <p:nvPr/>
        </p:nvSpPr>
        <p:spPr>
          <a:xfrm>
            <a:off x="707745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3" name="Shape 1471"/>
          <p:cNvSpPr/>
          <p:nvPr/>
        </p:nvSpPr>
        <p:spPr>
          <a:xfrm>
            <a:off x="718718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4" name="Shape 1472"/>
          <p:cNvSpPr/>
          <p:nvPr/>
        </p:nvSpPr>
        <p:spPr>
          <a:xfrm>
            <a:off x="729691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5" name="Shape 1473"/>
          <p:cNvSpPr/>
          <p:nvPr/>
        </p:nvSpPr>
        <p:spPr>
          <a:xfrm>
            <a:off x="740664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6" name="Shape 1474"/>
          <p:cNvSpPr/>
          <p:nvPr/>
        </p:nvSpPr>
        <p:spPr>
          <a:xfrm>
            <a:off x="751636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7" name="Shape 1475"/>
          <p:cNvSpPr/>
          <p:nvPr/>
        </p:nvSpPr>
        <p:spPr>
          <a:xfrm>
            <a:off x="762609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8" name="Shape 1476"/>
          <p:cNvSpPr/>
          <p:nvPr/>
        </p:nvSpPr>
        <p:spPr>
          <a:xfrm>
            <a:off x="773582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9" name="Shape 1477"/>
          <p:cNvSpPr/>
          <p:nvPr/>
        </p:nvSpPr>
        <p:spPr>
          <a:xfrm>
            <a:off x="784555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0" name="Shape 1478"/>
          <p:cNvSpPr/>
          <p:nvPr/>
        </p:nvSpPr>
        <p:spPr>
          <a:xfrm>
            <a:off x="795528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1" name="Shape 1479"/>
          <p:cNvSpPr/>
          <p:nvPr/>
        </p:nvSpPr>
        <p:spPr>
          <a:xfrm>
            <a:off x="806500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2" name="Shape 1480"/>
          <p:cNvSpPr/>
          <p:nvPr/>
        </p:nvSpPr>
        <p:spPr>
          <a:xfrm>
            <a:off x="817473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3" name="Shape 1481"/>
          <p:cNvSpPr/>
          <p:nvPr/>
        </p:nvSpPr>
        <p:spPr>
          <a:xfrm>
            <a:off x="828446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4" name="Shape 1482"/>
          <p:cNvSpPr/>
          <p:nvPr/>
        </p:nvSpPr>
        <p:spPr>
          <a:xfrm>
            <a:off x="839419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5" name="Shape 1483"/>
          <p:cNvSpPr/>
          <p:nvPr/>
        </p:nvSpPr>
        <p:spPr>
          <a:xfrm>
            <a:off x="850392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6" name="Shape 1484"/>
          <p:cNvSpPr/>
          <p:nvPr/>
        </p:nvSpPr>
        <p:spPr>
          <a:xfrm>
            <a:off x="8613648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7" name="Shape 1485"/>
          <p:cNvSpPr/>
          <p:nvPr/>
        </p:nvSpPr>
        <p:spPr>
          <a:xfrm>
            <a:off x="8723376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8" name="Shape 1486"/>
          <p:cNvSpPr/>
          <p:nvPr/>
        </p:nvSpPr>
        <p:spPr>
          <a:xfrm>
            <a:off x="8833104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9" name="Shape 1487"/>
          <p:cNvSpPr/>
          <p:nvPr/>
        </p:nvSpPr>
        <p:spPr>
          <a:xfrm>
            <a:off x="8942832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0" name="Shape 1488"/>
          <p:cNvSpPr/>
          <p:nvPr/>
        </p:nvSpPr>
        <p:spPr>
          <a:xfrm>
            <a:off x="9052560" y="307238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6" name="Shape 1514"/>
          <p:cNvSpPr/>
          <p:nvPr/>
        </p:nvSpPr>
        <p:spPr>
          <a:xfrm>
            <a:off x="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7" name="Shape 1515"/>
          <p:cNvSpPr/>
          <p:nvPr/>
        </p:nvSpPr>
        <p:spPr>
          <a:xfrm>
            <a:off x="10972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8" name="Shape 1516"/>
          <p:cNvSpPr/>
          <p:nvPr/>
        </p:nvSpPr>
        <p:spPr>
          <a:xfrm>
            <a:off x="21945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9" name="Shape 1517"/>
          <p:cNvSpPr/>
          <p:nvPr/>
        </p:nvSpPr>
        <p:spPr>
          <a:xfrm>
            <a:off x="32918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0" name="Shape 1518"/>
          <p:cNvSpPr/>
          <p:nvPr/>
        </p:nvSpPr>
        <p:spPr>
          <a:xfrm>
            <a:off x="43891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1" name="Shape 1519"/>
          <p:cNvSpPr/>
          <p:nvPr/>
        </p:nvSpPr>
        <p:spPr>
          <a:xfrm>
            <a:off x="54864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2" name="Shape 1520"/>
          <p:cNvSpPr/>
          <p:nvPr/>
        </p:nvSpPr>
        <p:spPr>
          <a:xfrm>
            <a:off x="65836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3" name="Shape 1521"/>
          <p:cNvSpPr/>
          <p:nvPr/>
        </p:nvSpPr>
        <p:spPr>
          <a:xfrm>
            <a:off x="76809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4" name="Shape 1522"/>
          <p:cNvSpPr/>
          <p:nvPr/>
        </p:nvSpPr>
        <p:spPr>
          <a:xfrm>
            <a:off x="87782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5" name="Shape 1523"/>
          <p:cNvSpPr/>
          <p:nvPr/>
        </p:nvSpPr>
        <p:spPr>
          <a:xfrm>
            <a:off x="98755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6" name="Shape 1524"/>
          <p:cNvSpPr/>
          <p:nvPr/>
        </p:nvSpPr>
        <p:spPr>
          <a:xfrm>
            <a:off x="109728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7" name="Shape 1525"/>
          <p:cNvSpPr/>
          <p:nvPr/>
        </p:nvSpPr>
        <p:spPr>
          <a:xfrm>
            <a:off x="120700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8" name="Shape 1526"/>
          <p:cNvSpPr/>
          <p:nvPr/>
        </p:nvSpPr>
        <p:spPr>
          <a:xfrm>
            <a:off x="131673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9" name="Shape 1527"/>
          <p:cNvSpPr/>
          <p:nvPr/>
        </p:nvSpPr>
        <p:spPr>
          <a:xfrm>
            <a:off x="142646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0" name="Shape 1528"/>
          <p:cNvSpPr/>
          <p:nvPr/>
        </p:nvSpPr>
        <p:spPr>
          <a:xfrm>
            <a:off x="153619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1" name="Shape 1529"/>
          <p:cNvSpPr/>
          <p:nvPr/>
        </p:nvSpPr>
        <p:spPr>
          <a:xfrm>
            <a:off x="164592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2" name="Shape 1530"/>
          <p:cNvSpPr/>
          <p:nvPr/>
        </p:nvSpPr>
        <p:spPr>
          <a:xfrm>
            <a:off x="175564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3" name="Shape 1531"/>
          <p:cNvSpPr/>
          <p:nvPr/>
        </p:nvSpPr>
        <p:spPr>
          <a:xfrm>
            <a:off x="186537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4" name="Shape 1532"/>
          <p:cNvSpPr/>
          <p:nvPr/>
        </p:nvSpPr>
        <p:spPr>
          <a:xfrm>
            <a:off x="197510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5" name="Shape 1533"/>
          <p:cNvSpPr/>
          <p:nvPr/>
        </p:nvSpPr>
        <p:spPr>
          <a:xfrm>
            <a:off x="208483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" name="Shape 1534"/>
          <p:cNvSpPr/>
          <p:nvPr/>
        </p:nvSpPr>
        <p:spPr>
          <a:xfrm>
            <a:off x="219456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7" name="Shape 1535"/>
          <p:cNvSpPr/>
          <p:nvPr/>
        </p:nvSpPr>
        <p:spPr>
          <a:xfrm>
            <a:off x="230428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8" name="Shape 1536"/>
          <p:cNvSpPr/>
          <p:nvPr/>
        </p:nvSpPr>
        <p:spPr>
          <a:xfrm>
            <a:off x="241401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9" name="Shape 1537"/>
          <p:cNvSpPr/>
          <p:nvPr/>
        </p:nvSpPr>
        <p:spPr>
          <a:xfrm>
            <a:off x="252374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0" name="Shape 1538"/>
          <p:cNvSpPr/>
          <p:nvPr/>
        </p:nvSpPr>
        <p:spPr>
          <a:xfrm>
            <a:off x="263347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1" name="Shape 1539"/>
          <p:cNvSpPr/>
          <p:nvPr/>
        </p:nvSpPr>
        <p:spPr>
          <a:xfrm>
            <a:off x="274320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2" name="Shape 1540"/>
          <p:cNvSpPr/>
          <p:nvPr/>
        </p:nvSpPr>
        <p:spPr>
          <a:xfrm>
            <a:off x="285292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3" name="Shape 1541"/>
          <p:cNvSpPr/>
          <p:nvPr/>
        </p:nvSpPr>
        <p:spPr>
          <a:xfrm>
            <a:off x="296265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4" name="Shape 1542"/>
          <p:cNvSpPr/>
          <p:nvPr/>
        </p:nvSpPr>
        <p:spPr>
          <a:xfrm>
            <a:off x="307238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5" name="Shape 1543"/>
          <p:cNvSpPr/>
          <p:nvPr/>
        </p:nvSpPr>
        <p:spPr>
          <a:xfrm>
            <a:off x="318211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6" name="Shape 1544"/>
          <p:cNvSpPr/>
          <p:nvPr/>
        </p:nvSpPr>
        <p:spPr>
          <a:xfrm>
            <a:off x="329184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7" name="Shape 1545"/>
          <p:cNvSpPr/>
          <p:nvPr/>
        </p:nvSpPr>
        <p:spPr>
          <a:xfrm>
            <a:off x="340156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8" name="Shape 1546"/>
          <p:cNvSpPr/>
          <p:nvPr/>
        </p:nvSpPr>
        <p:spPr>
          <a:xfrm>
            <a:off x="351129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9" name="Shape 1547"/>
          <p:cNvSpPr/>
          <p:nvPr/>
        </p:nvSpPr>
        <p:spPr>
          <a:xfrm>
            <a:off x="362102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0" name="Shape 1548"/>
          <p:cNvSpPr/>
          <p:nvPr/>
        </p:nvSpPr>
        <p:spPr>
          <a:xfrm>
            <a:off x="373075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1" name="Shape 1549"/>
          <p:cNvSpPr/>
          <p:nvPr/>
        </p:nvSpPr>
        <p:spPr>
          <a:xfrm>
            <a:off x="384048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2" name="Shape 1550"/>
          <p:cNvSpPr/>
          <p:nvPr/>
        </p:nvSpPr>
        <p:spPr>
          <a:xfrm>
            <a:off x="395020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3" name="Shape 1551"/>
          <p:cNvSpPr/>
          <p:nvPr/>
        </p:nvSpPr>
        <p:spPr>
          <a:xfrm>
            <a:off x="405993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4" name="Shape 1552"/>
          <p:cNvSpPr/>
          <p:nvPr/>
        </p:nvSpPr>
        <p:spPr>
          <a:xfrm>
            <a:off x="416966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5" name="Shape 1553"/>
          <p:cNvSpPr/>
          <p:nvPr/>
        </p:nvSpPr>
        <p:spPr>
          <a:xfrm>
            <a:off x="427939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6" name="Shape 1554"/>
          <p:cNvSpPr/>
          <p:nvPr/>
        </p:nvSpPr>
        <p:spPr>
          <a:xfrm>
            <a:off x="438912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7" name="Shape 1555"/>
          <p:cNvSpPr/>
          <p:nvPr/>
        </p:nvSpPr>
        <p:spPr>
          <a:xfrm>
            <a:off x="449884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8" name="Shape 1556"/>
          <p:cNvSpPr/>
          <p:nvPr/>
        </p:nvSpPr>
        <p:spPr>
          <a:xfrm>
            <a:off x="460857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9" name="Shape 1557"/>
          <p:cNvSpPr/>
          <p:nvPr/>
        </p:nvSpPr>
        <p:spPr>
          <a:xfrm>
            <a:off x="471830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0" name="Shape 1558"/>
          <p:cNvSpPr/>
          <p:nvPr/>
        </p:nvSpPr>
        <p:spPr>
          <a:xfrm>
            <a:off x="482803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1" name="Shape 1559"/>
          <p:cNvSpPr/>
          <p:nvPr/>
        </p:nvSpPr>
        <p:spPr>
          <a:xfrm>
            <a:off x="493776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2" name="Shape 1560"/>
          <p:cNvSpPr/>
          <p:nvPr/>
        </p:nvSpPr>
        <p:spPr>
          <a:xfrm>
            <a:off x="504748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3" name="Shape 1561"/>
          <p:cNvSpPr/>
          <p:nvPr/>
        </p:nvSpPr>
        <p:spPr>
          <a:xfrm>
            <a:off x="515721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4" name="Shape 1562"/>
          <p:cNvSpPr/>
          <p:nvPr/>
        </p:nvSpPr>
        <p:spPr>
          <a:xfrm>
            <a:off x="526694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5" name="Shape 1563"/>
          <p:cNvSpPr/>
          <p:nvPr/>
        </p:nvSpPr>
        <p:spPr>
          <a:xfrm>
            <a:off x="537667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6" name="Shape 1564"/>
          <p:cNvSpPr/>
          <p:nvPr/>
        </p:nvSpPr>
        <p:spPr>
          <a:xfrm>
            <a:off x="548640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7" name="Shape 1565"/>
          <p:cNvSpPr/>
          <p:nvPr/>
        </p:nvSpPr>
        <p:spPr>
          <a:xfrm>
            <a:off x="559612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8" name="Shape 1566"/>
          <p:cNvSpPr/>
          <p:nvPr/>
        </p:nvSpPr>
        <p:spPr>
          <a:xfrm>
            <a:off x="570585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9" name="Shape 1567"/>
          <p:cNvSpPr/>
          <p:nvPr/>
        </p:nvSpPr>
        <p:spPr>
          <a:xfrm>
            <a:off x="581558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0" name="Shape 1568"/>
          <p:cNvSpPr/>
          <p:nvPr/>
        </p:nvSpPr>
        <p:spPr>
          <a:xfrm>
            <a:off x="592531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1" name="Shape 1569"/>
          <p:cNvSpPr/>
          <p:nvPr/>
        </p:nvSpPr>
        <p:spPr>
          <a:xfrm>
            <a:off x="603504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2" name="Shape 1570"/>
          <p:cNvSpPr/>
          <p:nvPr/>
        </p:nvSpPr>
        <p:spPr>
          <a:xfrm>
            <a:off x="614476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3" name="Shape 1571"/>
          <p:cNvSpPr/>
          <p:nvPr/>
        </p:nvSpPr>
        <p:spPr>
          <a:xfrm>
            <a:off x="625449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4" name="Shape 1572"/>
          <p:cNvSpPr/>
          <p:nvPr/>
        </p:nvSpPr>
        <p:spPr>
          <a:xfrm>
            <a:off x="636422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5" name="Shape 1573"/>
          <p:cNvSpPr/>
          <p:nvPr/>
        </p:nvSpPr>
        <p:spPr>
          <a:xfrm>
            <a:off x="647395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6" name="Shape 1574"/>
          <p:cNvSpPr/>
          <p:nvPr/>
        </p:nvSpPr>
        <p:spPr>
          <a:xfrm>
            <a:off x="658368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7" name="Shape 1575"/>
          <p:cNvSpPr/>
          <p:nvPr/>
        </p:nvSpPr>
        <p:spPr>
          <a:xfrm>
            <a:off x="669340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8" name="Shape 1576"/>
          <p:cNvSpPr/>
          <p:nvPr/>
        </p:nvSpPr>
        <p:spPr>
          <a:xfrm>
            <a:off x="680313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9" name="Shape 1577"/>
          <p:cNvSpPr/>
          <p:nvPr/>
        </p:nvSpPr>
        <p:spPr>
          <a:xfrm>
            <a:off x="691286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0" name="Shape 1578"/>
          <p:cNvSpPr/>
          <p:nvPr/>
        </p:nvSpPr>
        <p:spPr>
          <a:xfrm>
            <a:off x="702259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1" name="Shape 1579"/>
          <p:cNvSpPr/>
          <p:nvPr/>
        </p:nvSpPr>
        <p:spPr>
          <a:xfrm>
            <a:off x="713232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2" name="Shape 1580"/>
          <p:cNvSpPr/>
          <p:nvPr/>
        </p:nvSpPr>
        <p:spPr>
          <a:xfrm>
            <a:off x="724204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3" name="Shape 1581"/>
          <p:cNvSpPr/>
          <p:nvPr/>
        </p:nvSpPr>
        <p:spPr>
          <a:xfrm>
            <a:off x="735177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4" name="Shape 1582"/>
          <p:cNvSpPr/>
          <p:nvPr/>
        </p:nvSpPr>
        <p:spPr>
          <a:xfrm>
            <a:off x="746150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5" name="Shape 1583"/>
          <p:cNvSpPr/>
          <p:nvPr/>
        </p:nvSpPr>
        <p:spPr>
          <a:xfrm>
            <a:off x="757123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6" name="Shape 1584"/>
          <p:cNvSpPr/>
          <p:nvPr/>
        </p:nvSpPr>
        <p:spPr>
          <a:xfrm>
            <a:off x="768096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7" name="Shape 1585"/>
          <p:cNvSpPr/>
          <p:nvPr/>
        </p:nvSpPr>
        <p:spPr>
          <a:xfrm>
            <a:off x="779068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8" name="Shape 1586"/>
          <p:cNvSpPr/>
          <p:nvPr/>
        </p:nvSpPr>
        <p:spPr>
          <a:xfrm>
            <a:off x="790041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9" name="Shape 1587"/>
          <p:cNvSpPr/>
          <p:nvPr/>
        </p:nvSpPr>
        <p:spPr>
          <a:xfrm>
            <a:off x="801014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0" name="Shape 1588"/>
          <p:cNvSpPr/>
          <p:nvPr/>
        </p:nvSpPr>
        <p:spPr>
          <a:xfrm>
            <a:off x="811987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1" name="Shape 1589"/>
          <p:cNvSpPr/>
          <p:nvPr/>
        </p:nvSpPr>
        <p:spPr>
          <a:xfrm>
            <a:off x="822960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2" name="Shape 1590"/>
          <p:cNvSpPr/>
          <p:nvPr/>
        </p:nvSpPr>
        <p:spPr>
          <a:xfrm>
            <a:off x="833932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3" name="Shape 1591"/>
          <p:cNvSpPr/>
          <p:nvPr/>
        </p:nvSpPr>
        <p:spPr>
          <a:xfrm>
            <a:off x="844905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4" name="Shape 1592"/>
          <p:cNvSpPr/>
          <p:nvPr/>
        </p:nvSpPr>
        <p:spPr>
          <a:xfrm>
            <a:off x="855878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5" name="Shape 1593"/>
          <p:cNvSpPr/>
          <p:nvPr/>
        </p:nvSpPr>
        <p:spPr>
          <a:xfrm>
            <a:off x="8668512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6" name="Shape 1594"/>
          <p:cNvSpPr/>
          <p:nvPr/>
        </p:nvSpPr>
        <p:spPr>
          <a:xfrm>
            <a:off x="8778240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7" name="Shape 1595"/>
          <p:cNvSpPr/>
          <p:nvPr/>
        </p:nvSpPr>
        <p:spPr>
          <a:xfrm>
            <a:off x="8887968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8" name="Shape 1596"/>
          <p:cNvSpPr/>
          <p:nvPr/>
        </p:nvSpPr>
        <p:spPr>
          <a:xfrm>
            <a:off x="8997696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99" name="Shape 1597"/>
          <p:cNvSpPr/>
          <p:nvPr/>
        </p:nvSpPr>
        <p:spPr>
          <a:xfrm>
            <a:off x="9107424" y="3182112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4" name="Shape 1622"/>
          <p:cNvSpPr/>
          <p:nvPr/>
        </p:nvSpPr>
        <p:spPr>
          <a:xfrm>
            <a:off x="5486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5" name="Shape 1623"/>
          <p:cNvSpPr/>
          <p:nvPr/>
        </p:nvSpPr>
        <p:spPr>
          <a:xfrm>
            <a:off x="16459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6" name="Shape 1624"/>
          <p:cNvSpPr/>
          <p:nvPr/>
        </p:nvSpPr>
        <p:spPr>
          <a:xfrm>
            <a:off x="27432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7" name="Shape 1625"/>
          <p:cNvSpPr/>
          <p:nvPr/>
        </p:nvSpPr>
        <p:spPr>
          <a:xfrm>
            <a:off x="38404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8" name="Shape 1626"/>
          <p:cNvSpPr/>
          <p:nvPr/>
        </p:nvSpPr>
        <p:spPr>
          <a:xfrm>
            <a:off x="49377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9" name="Shape 1627"/>
          <p:cNvSpPr/>
          <p:nvPr/>
        </p:nvSpPr>
        <p:spPr>
          <a:xfrm>
            <a:off x="60350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0" name="Shape 1628"/>
          <p:cNvSpPr/>
          <p:nvPr/>
        </p:nvSpPr>
        <p:spPr>
          <a:xfrm>
            <a:off x="71323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1" name="Shape 1629"/>
          <p:cNvSpPr/>
          <p:nvPr/>
        </p:nvSpPr>
        <p:spPr>
          <a:xfrm>
            <a:off x="82296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2" name="Shape 1630"/>
          <p:cNvSpPr/>
          <p:nvPr/>
        </p:nvSpPr>
        <p:spPr>
          <a:xfrm>
            <a:off x="93268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3" name="Shape 1631"/>
          <p:cNvSpPr/>
          <p:nvPr/>
        </p:nvSpPr>
        <p:spPr>
          <a:xfrm>
            <a:off x="104241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4" name="Shape 1632"/>
          <p:cNvSpPr/>
          <p:nvPr/>
        </p:nvSpPr>
        <p:spPr>
          <a:xfrm>
            <a:off x="115214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5" name="Shape 1633"/>
          <p:cNvSpPr/>
          <p:nvPr/>
        </p:nvSpPr>
        <p:spPr>
          <a:xfrm>
            <a:off x="126187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6" name="Shape 1634"/>
          <p:cNvSpPr/>
          <p:nvPr/>
        </p:nvSpPr>
        <p:spPr>
          <a:xfrm>
            <a:off x="137160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7" name="Shape 1635"/>
          <p:cNvSpPr/>
          <p:nvPr/>
        </p:nvSpPr>
        <p:spPr>
          <a:xfrm>
            <a:off x="148132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8" name="Shape 1636"/>
          <p:cNvSpPr/>
          <p:nvPr/>
        </p:nvSpPr>
        <p:spPr>
          <a:xfrm>
            <a:off x="159105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9" name="Shape 1637"/>
          <p:cNvSpPr/>
          <p:nvPr/>
        </p:nvSpPr>
        <p:spPr>
          <a:xfrm>
            <a:off x="170078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0" name="Shape 1638"/>
          <p:cNvSpPr/>
          <p:nvPr/>
        </p:nvSpPr>
        <p:spPr>
          <a:xfrm>
            <a:off x="181051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1" name="Shape 1639"/>
          <p:cNvSpPr/>
          <p:nvPr/>
        </p:nvSpPr>
        <p:spPr>
          <a:xfrm>
            <a:off x="192024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2" name="Shape 1640"/>
          <p:cNvSpPr/>
          <p:nvPr/>
        </p:nvSpPr>
        <p:spPr>
          <a:xfrm>
            <a:off x="202996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3" name="Shape 1641"/>
          <p:cNvSpPr/>
          <p:nvPr/>
        </p:nvSpPr>
        <p:spPr>
          <a:xfrm>
            <a:off x="213969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4" name="Shape 1642"/>
          <p:cNvSpPr/>
          <p:nvPr/>
        </p:nvSpPr>
        <p:spPr>
          <a:xfrm>
            <a:off x="224942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5" name="Shape 1643"/>
          <p:cNvSpPr/>
          <p:nvPr/>
        </p:nvSpPr>
        <p:spPr>
          <a:xfrm>
            <a:off x="235915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6" name="Shape 1644"/>
          <p:cNvSpPr/>
          <p:nvPr/>
        </p:nvSpPr>
        <p:spPr>
          <a:xfrm>
            <a:off x="246888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7" name="Shape 1645"/>
          <p:cNvSpPr/>
          <p:nvPr/>
        </p:nvSpPr>
        <p:spPr>
          <a:xfrm>
            <a:off x="257860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8" name="Shape 1646"/>
          <p:cNvSpPr/>
          <p:nvPr/>
        </p:nvSpPr>
        <p:spPr>
          <a:xfrm>
            <a:off x="268833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9" name="Shape 1647"/>
          <p:cNvSpPr/>
          <p:nvPr/>
        </p:nvSpPr>
        <p:spPr>
          <a:xfrm>
            <a:off x="279806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0" name="Shape 1648"/>
          <p:cNvSpPr/>
          <p:nvPr/>
        </p:nvSpPr>
        <p:spPr>
          <a:xfrm>
            <a:off x="290779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1" name="Shape 1649"/>
          <p:cNvSpPr/>
          <p:nvPr/>
        </p:nvSpPr>
        <p:spPr>
          <a:xfrm>
            <a:off x="301752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2" name="Shape 1650"/>
          <p:cNvSpPr/>
          <p:nvPr/>
        </p:nvSpPr>
        <p:spPr>
          <a:xfrm>
            <a:off x="312724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3" name="Shape 1651"/>
          <p:cNvSpPr/>
          <p:nvPr/>
        </p:nvSpPr>
        <p:spPr>
          <a:xfrm>
            <a:off x="323697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4" name="Shape 1652"/>
          <p:cNvSpPr/>
          <p:nvPr/>
        </p:nvSpPr>
        <p:spPr>
          <a:xfrm>
            <a:off x="334670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5" name="Shape 1653"/>
          <p:cNvSpPr/>
          <p:nvPr/>
        </p:nvSpPr>
        <p:spPr>
          <a:xfrm>
            <a:off x="345643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6" name="Shape 1654"/>
          <p:cNvSpPr/>
          <p:nvPr/>
        </p:nvSpPr>
        <p:spPr>
          <a:xfrm>
            <a:off x="356616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7" name="Shape 1655"/>
          <p:cNvSpPr/>
          <p:nvPr/>
        </p:nvSpPr>
        <p:spPr>
          <a:xfrm>
            <a:off x="367588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8" name="Shape 1656"/>
          <p:cNvSpPr/>
          <p:nvPr/>
        </p:nvSpPr>
        <p:spPr>
          <a:xfrm>
            <a:off x="378561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9" name="Shape 1657"/>
          <p:cNvSpPr/>
          <p:nvPr/>
        </p:nvSpPr>
        <p:spPr>
          <a:xfrm>
            <a:off x="389534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0" name="Shape 1658"/>
          <p:cNvSpPr/>
          <p:nvPr/>
        </p:nvSpPr>
        <p:spPr>
          <a:xfrm>
            <a:off x="400507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1" name="Shape 1659"/>
          <p:cNvSpPr/>
          <p:nvPr/>
        </p:nvSpPr>
        <p:spPr>
          <a:xfrm>
            <a:off x="411480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2" name="Shape 1660"/>
          <p:cNvSpPr/>
          <p:nvPr/>
        </p:nvSpPr>
        <p:spPr>
          <a:xfrm>
            <a:off x="422452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3" name="Shape 1661"/>
          <p:cNvSpPr/>
          <p:nvPr/>
        </p:nvSpPr>
        <p:spPr>
          <a:xfrm>
            <a:off x="433425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4" name="Shape 1662"/>
          <p:cNvSpPr/>
          <p:nvPr/>
        </p:nvSpPr>
        <p:spPr>
          <a:xfrm>
            <a:off x="444398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5" name="Shape 1663"/>
          <p:cNvSpPr/>
          <p:nvPr/>
        </p:nvSpPr>
        <p:spPr>
          <a:xfrm>
            <a:off x="455371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6" name="Shape 1664"/>
          <p:cNvSpPr/>
          <p:nvPr/>
        </p:nvSpPr>
        <p:spPr>
          <a:xfrm>
            <a:off x="466344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7" name="Shape 1665"/>
          <p:cNvSpPr/>
          <p:nvPr/>
        </p:nvSpPr>
        <p:spPr>
          <a:xfrm>
            <a:off x="477316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8" name="Shape 1666"/>
          <p:cNvSpPr/>
          <p:nvPr/>
        </p:nvSpPr>
        <p:spPr>
          <a:xfrm>
            <a:off x="488289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9" name="Shape 1667"/>
          <p:cNvSpPr/>
          <p:nvPr/>
        </p:nvSpPr>
        <p:spPr>
          <a:xfrm>
            <a:off x="499262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0" name="Shape 1668"/>
          <p:cNvSpPr/>
          <p:nvPr/>
        </p:nvSpPr>
        <p:spPr>
          <a:xfrm>
            <a:off x="510235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1" name="Shape 1669"/>
          <p:cNvSpPr/>
          <p:nvPr/>
        </p:nvSpPr>
        <p:spPr>
          <a:xfrm>
            <a:off x="521208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2" name="Shape 1670"/>
          <p:cNvSpPr/>
          <p:nvPr/>
        </p:nvSpPr>
        <p:spPr>
          <a:xfrm>
            <a:off x="532180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3" name="Shape 1671"/>
          <p:cNvSpPr/>
          <p:nvPr/>
        </p:nvSpPr>
        <p:spPr>
          <a:xfrm>
            <a:off x="543153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4" name="Shape 1672"/>
          <p:cNvSpPr/>
          <p:nvPr/>
        </p:nvSpPr>
        <p:spPr>
          <a:xfrm>
            <a:off x="554126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5" name="Shape 1673"/>
          <p:cNvSpPr/>
          <p:nvPr/>
        </p:nvSpPr>
        <p:spPr>
          <a:xfrm>
            <a:off x="565099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6" name="Shape 1674"/>
          <p:cNvSpPr/>
          <p:nvPr/>
        </p:nvSpPr>
        <p:spPr>
          <a:xfrm>
            <a:off x="576072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7" name="Shape 1675"/>
          <p:cNvSpPr/>
          <p:nvPr/>
        </p:nvSpPr>
        <p:spPr>
          <a:xfrm>
            <a:off x="587044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8" name="Shape 1676"/>
          <p:cNvSpPr/>
          <p:nvPr/>
        </p:nvSpPr>
        <p:spPr>
          <a:xfrm>
            <a:off x="598017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9" name="Shape 1677"/>
          <p:cNvSpPr/>
          <p:nvPr/>
        </p:nvSpPr>
        <p:spPr>
          <a:xfrm>
            <a:off x="608990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0" name="Shape 1678"/>
          <p:cNvSpPr/>
          <p:nvPr/>
        </p:nvSpPr>
        <p:spPr>
          <a:xfrm>
            <a:off x="619963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1" name="Shape 1679"/>
          <p:cNvSpPr/>
          <p:nvPr/>
        </p:nvSpPr>
        <p:spPr>
          <a:xfrm>
            <a:off x="630936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2" name="Shape 1680"/>
          <p:cNvSpPr/>
          <p:nvPr/>
        </p:nvSpPr>
        <p:spPr>
          <a:xfrm>
            <a:off x="641908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3" name="Shape 1681"/>
          <p:cNvSpPr/>
          <p:nvPr/>
        </p:nvSpPr>
        <p:spPr>
          <a:xfrm>
            <a:off x="652881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4" name="Shape 1682"/>
          <p:cNvSpPr/>
          <p:nvPr/>
        </p:nvSpPr>
        <p:spPr>
          <a:xfrm>
            <a:off x="663854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5" name="Shape 1683"/>
          <p:cNvSpPr/>
          <p:nvPr/>
        </p:nvSpPr>
        <p:spPr>
          <a:xfrm>
            <a:off x="674827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6" name="Shape 1684"/>
          <p:cNvSpPr/>
          <p:nvPr/>
        </p:nvSpPr>
        <p:spPr>
          <a:xfrm>
            <a:off x="685800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7" name="Shape 1685"/>
          <p:cNvSpPr/>
          <p:nvPr/>
        </p:nvSpPr>
        <p:spPr>
          <a:xfrm>
            <a:off x="696772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8" name="Shape 1686"/>
          <p:cNvSpPr/>
          <p:nvPr/>
        </p:nvSpPr>
        <p:spPr>
          <a:xfrm>
            <a:off x="707745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9" name="Shape 1687"/>
          <p:cNvSpPr/>
          <p:nvPr/>
        </p:nvSpPr>
        <p:spPr>
          <a:xfrm>
            <a:off x="718718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0" name="Shape 1688"/>
          <p:cNvSpPr/>
          <p:nvPr/>
        </p:nvSpPr>
        <p:spPr>
          <a:xfrm>
            <a:off x="729691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1" name="Shape 1689"/>
          <p:cNvSpPr/>
          <p:nvPr/>
        </p:nvSpPr>
        <p:spPr>
          <a:xfrm>
            <a:off x="740664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2" name="Shape 1690"/>
          <p:cNvSpPr/>
          <p:nvPr/>
        </p:nvSpPr>
        <p:spPr>
          <a:xfrm>
            <a:off x="751636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3" name="Shape 1691"/>
          <p:cNvSpPr/>
          <p:nvPr/>
        </p:nvSpPr>
        <p:spPr>
          <a:xfrm>
            <a:off x="762609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4" name="Shape 1692"/>
          <p:cNvSpPr/>
          <p:nvPr/>
        </p:nvSpPr>
        <p:spPr>
          <a:xfrm>
            <a:off x="773582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5" name="Shape 1693"/>
          <p:cNvSpPr/>
          <p:nvPr/>
        </p:nvSpPr>
        <p:spPr>
          <a:xfrm>
            <a:off x="784555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6" name="Shape 1694"/>
          <p:cNvSpPr/>
          <p:nvPr/>
        </p:nvSpPr>
        <p:spPr>
          <a:xfrm>
            <a:off x="795528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7" name="Shape 1695"/>
          <p:cNvSpPr/>
          <p:nvPr/>
        </p:nvSpPr>
        <p:spPr>
          <a:xfrm>
            <a:off x="806500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8" name="Shape 1696"/>
          <p:cNvSpPr/>
          <p:nvPr/>
        </p:nvSpPr>
        <p:spPr>
          <a:xfrm>
            <a:off x="817473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9" name="Shape 1697"/>
          <p:cNvSpPr/>
          <p:nvPr/>
        </p:nvSpPr>
        <p:spPr>
          <a:xfrm>
            <a:off x="828446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0" name="Shape 1698"/>
          <p:cNvSpPr/>
          <p:nvPr/>
        </p:nvSpPr>
        <p:spPr>
          <a:xfrm>
            <a:off x="839419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1" name="Shape 1699"/>
          <p:cNvSpPr/>
          <p:nvPr/>
        </p:nvSpPr>
        <p:spPr>
          <a:xfrm>
            <a:off x="850392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2" name="Shape 1700"/>
          <p:cNvSpPr/>
          <p:nvPr/>
        </p:nvSpPr>
        <p:spPr>
          <a:xfrm>
            <a:off x="8613648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3" name="Shape 1701"/>
          <p:cNvSpPr/>
          <p:nvPr/>
        </p:nvSpPr>
        <p:spPr>
          <a:xfrm>
            <a:off x="8723376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4" name="Shape 1702"/>
          <p:cNvSpPr/>
          <p:nvPr/>
        </p:nvSpPr>
        <p:spPr>
          <a:xfrm>
            <a:off x="8833104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5" name="Shape 1703"/>
          <p:cNvSpPr/>
          <p:nvPr/>
        </p:nvSpPr>
        <p:spPr>
          <a:xfrm>
            <a:off x="8942832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6" name="Shape 1704"/>
          <p:cNvSpPr/>
          <p:nvPr/>
        </p:nvSpPr>
        <p:spPr>
          <a:xfrm>
            <a:off x="9052560" y="3291840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2" name="Shape 1730"/>
          <p:cNvSpPr/>
          <p:nvPr/>
        </p:nvSpPr>
        <p:spPr>
          <a:xfrm>
            <a:off x="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3" name="Shape 1731"/>
          <p:cNvSpPr/>
          <p:nvPr/>
        </p:nvSpPr>
        <p:spPr>
          <a:xfrm>
            <a:off x="10972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4" name="Shape 1732"/>
          <p:cNvSpPr/>
          <p:nvPr/>
        </p:nvSpPr>
        <p:spPr>
          <a:xfrm>
            <a:off x="21945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5" name="Shape 1733"/>
          <p:cNvSpPr/>
          <p:nvPr/>
        </p:nvSpPr>
        <p:spPr>
          <a:xfrm>
            <a:off x="32918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6" name="Shape 1734"/>
          <p:cNvSpPr/>
          <p:nvPr/>
        </p:nvSpPr>
        <p:spPr>
          <a:xfrm>
            <a:off x="43891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7" name="Shape 1735"/>
          <p:cNvSpPr/>
          <p:nvPr/>
        </p:nvSpPr>
        <p:spPr>
          <a:xfrm>
            <a:off x="54864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8" name="Shape 1736"/>
          <p:cNvSpPr/>
          <p:nvPr/>
        </p:nvSpPr>
        <p:spPr>
          <a:xfrm>
            <a:off x="65836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9" name="Shape 1737"/>
          <p:cNvSpPr/>
          <p:nvPr/>
        </p:nvSpPr>
        <p:spPr>
          <a:xfrm>
            <a:off x="76809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0" name="Shape 1738"/>
          <p:cNvSpPr/>
          <p:nvPr/>
        </p:nvSpPr>
        <p:spPr>
          <a:xfrm>
            <a:off x="87782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1" name="Shape 1739"/>
          <p:cNvSpPr/>
          <p:nvPr/>
        </p:nvSpPr>
        <p:spPr>
          <a:xfrm>
            <a:off x="98755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2" name="Shape 1740"/>
          <p:cNvSpPr/>
          <p:nvPr/>
        </p:nvSpPr>
        <p:spPr>
          <a:xfrm>
            <a:off x="109728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3" name="Shape 1741"/>
          <p:cNvSpPr/>
          <p:nvPr/>
        </p:nvSpPr>
        <p:spPr>
          <a:xfrm>
            <a:off x="120700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4" name="Shape 1742"/>
          <p:cNvSpPr/>
          <p:nvPr/>
        </p:nvSpPr>
        <p:spPr>
          <a:xfrm>
            <a:off x="131673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5" name="Shape 1743"/>
          <p:cNvSpPr/>
          <p:nvPr/>
        </p:nvSpPr>
        <p:spPr>
          <a:xfrm>
            <a:off x="142646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6" name="Shape 1744"/>
          <p:cNvSpPr/>
          <p:nvPr/>
        </p:nvSpPr>
        <p:spPr>
          <a:xfrm>
            <a:off x="153619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7" name="Shape 1745"/>
          <p:cNvSpPr/>
          <p:nvPr/>
        </p:nvSpPr>
        <p:spPr>
          <a:xfrm>
            <a:off x="164592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8" name="Shape 1746"/>
          <p:cNvSpPr/>
          <p:nvPr/>
        </p:nvSpPr>
        <p:spPr>
          <a:xfrm>
            <a:off x="175564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9" name="Shape 1747"/>
          <p:cNvSpPr/>
          <p:nvPr/>
        </p:nvSpPr>
        <p:spPr>
          <a:xfrm>
            <a:off x="186537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0" name="Shape 1748"/>
          <p:cNvSpPr/>
          <p:nvPr/>
        </p:nvSpPr>
        <p:spPr>
          <a:xfrm>
            <a:off x="197510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1" name="Shape 1749"/>
          <p:cNvSpPr/>
          <p:nvPr/>
        </p:nvSpPr>
        <p:spPr>
          <a:xfrm>
            <a:off x="208483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2" name="Shape 1750"/>
          <p:cNvSpPr/>
          <p:nvPr/>
        </p:nvSpPr>
        <p:spPr>
          <a:xfrm>
            <a:off x="219456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3" name="Shape 1751"/>
          <p:cNvSpPr/>
          <p:nvPr/>
        </p:nvSpPr>
        <p:spPr>
          <a:xfrm>
            <a:off x="230428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4" name="Shape 1752"/>
          <p:cNvSpPr/>
          <p:nvPr/>
        </p:nvSpPr>
        <p:spPr>
          <a:xfrm>
            <a:off x="241401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5" name="Shape 1753"/>
          <p:cNvSpPr/>
          <p:nvPr/>
        </p:nvSpPr>
        <p:spPr>
          <a:xfrm>
            <a:off x="252374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6" name="Shape 1754"/>
          <p:cNvSpPr/>
          <p:nvPr/>
        </p:nvSpPr>
        <p:spPr>
          <a:xfrm>
            <a:off x="263347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7" name="Shape 1755"/>
          <p:cNvSpPr/>
          <p:nvPr/>
        </p:nvSpPr>
        <p:spPr>
          <a:xfrm>
            <a:off x="274320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8" name="Shape 1756"/>
          <p:cNvSpPr/>
          <p:nvPr/>
        </p:nvSpPr>
        <p:spPr>
          <a:xfrm>
            <a:off x="285292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9" name="Shape 1757"/>
          <p:cNvSpPr/>
          <p:nvPr/>
        </p:nvSpPr>
        <p:spPr>
          <a:xfrm>
            <a:off x="296265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0" name="Shape 1758"/>
          <p:cNvSpPr/>
          <p:nvPr/>
        </p:nvSpPr>
        <p:spPr>
          <a:xfrm>
            <a:off x="307238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1" name="Shape 1759"/>
          <p:cNvSpPr/>
          <p:nvPr/>
        </p:nvSpPr>
        <p:spPr>
          <a:xfrm>
            <a:off x="318211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2" name="Shape 1760"/>
          <p:cNvSpPr/>
          <p:nvPr/>
        </p:nvSpPr>
        <p:spPr>
          <a:xfrm>
            <a:off x="329184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3" name="Shape 1761"/>
          <p:cNvSpPr/>
          <p:nvPr/>
        </p:nvSpPr>
        <p:spPr>
          <a:xfrm>
            <a:off x="340156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4" name="Shape 1762"/>
          <p:cNvSpPr/>
          <p:nvPr/>
        </p:nvSpPr>
        <p:spPr>
          <a:xfrm>
            <a:off x="351129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5" name="Shape 1763"/>
          <p:cNvSpPr/>
          <p:nvPr/>
        </p:nvSpPr>
        <p:spPr>
          <a:xfrm>
            <a:off x="362102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6" name="Shape 1764"/>
          <p:cNvSpPr/>
          <p:nvPr/>
        </p:nvSpPr>
        <p:spPr>
          <a:xfrm>
            <a:off x="373075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7" name="Shape 1765"/>
          <p:cNvSpPr/>
          <p:nvPr/>
        </p:nvSpPr>
        <p:spPr>
          <a:xfrm>
            <a:off x="384048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8" name="Shape 1766"/>
          <p:cNvSpPr/>
          <p:nvPr/>
        </p:nvSpPr>
        <p:spPr>
          <a:xfrm>
            <a:off x="395020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9" name="Shape 1767"/>
          <p:cNvSpPr/>
          <p:nvPr/>
        </p:nvSpPr>
        <p:spPr>
          <a:xfrm>
            <a:off x="405993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0" name="Shape 1768"/>
          <p:cNvSpPr/>
          <p:nvPr/>
        </p:nvSpPr>
        <p:spPr>
          <a:xfrm>
            <a:off x="416966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1" name="Shape 1769"/>
          <p:cNvSpPr/>
          <p:nvPr/>
        </p:nvSpPr>
        <p:spPr>
          <a:xfrm>
            <a:off x="427939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2" name="Shape 1770"/>
          <p:cNvSpPr/>
          <p:nvPr/>
        </p:nvSpPr>
        <p:spPr>
          <a:xfrm>
            <a:off x="438912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3" name="Shape 1771"/>
          <p:cNvSpPr/>
          <p:nvPr/>
        </p:nvSpPr>
        <p:spPr>
          <a:xfrm>
            <a:off x="449884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4" name="Shape 1772"/>
          <p:cNvSpPr/>
          <p:nvPr/>
        </p:nvSpPr>
        <p:spPr>
          <a:xfrm>
            <a:off x="460857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5" name="Shape 1773"/>
          <p:cNvSpPr/>
          <p:nvPr/>
        </p:nvSpPr>
        <p:spPr>
          <a:xfrm>
            <a:off x="471830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6" name="Shape 1774"/>
          <p:cNvSpPr/>
          <p:nvPr/>
        </p:nvSpPr>
        <p:spPr>
          <a:xfrm>
            <a:off x="482803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7" name="Shape 1775"/>
          <p:cNvSpPr/>
          <p:nvPr/>
        </p:nvSpPr>
        <p:spPr>
          <a:xfrm>
            <a:off x="493776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8" name="Shape 1776"/>
          <p:cNvSpPr/>
          <p:nvPr/>
        </p:nvSpPr>
        <p:spPr>
          <a:xfrm>
            <a:off x="504748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9" name="Shape 1777"/>
          <p:cNvSpPr/>
          <p:nvPr/>
        </p:nvSpPr>
        <p:spPr>
          <a:xfrm>
            <a:off x="515721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0" name="Shape 1778"/>
          <p:cNvSpPr/>
          <p:nvPr/>
        </p:nvSpPr>
        <p:spPr>
          <a:xfrm>
            <a:off x="526694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1" name="Shape 1779"/>
          <p:cNvSpPr/>
          <p:nvPr/>
        </p:nvSpPr>
        <p:spPr>
          <a:xfrm>
            <a:off x="537667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2" name="Shape 1780"/>
          <p:cNvSpPr/>
          <p:nvPr/>
        </p:nvSpPr>
        <p:spPr>
          <a:xfrm>
            <a:off x="548640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3" name="Shape 1781"/>
          <p:cNvSpPr/>
          <p:nvPr/>
        </p:nvSpPr>
        <p:spPr>
          <a:xfrm>
            <a:off x="559612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4" name="Shape 1782"/>
          <p:cNvSpPr/>
          <p:nvPr/>
        </p:nvSpPr>
        <p:spPr>
          <a:xfrm>
            <a:off x="570585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5" name="Shape 1783"/>
          <p:cNvSpPr/>
          <p:nvPr/>
        </p:nvSpPr>
        <p:spPr>
          <a:xfrm>
            <a:off x="581558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6" name="Shape 1784"/>
          <p:cNvSpPr/>
          <p:nvPr/>
        </p:nvSpPr>
        <p:spPr>
          <a:xfrm>
            <a:off x="592531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7" name="Shape 1785"/>
          <p:cNvSpPr/>
          <p:nvPr/>
        </p:nvSpPr>
        <p:spPr>
          <a:xfrm>
            <a:off x="603504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8" name="Shape 1786"/>
          <p:cNvSpPr/>
          <p:nvPr/>
        </p:nvSpPr>
        <p:spPr>
          <a:xfrm>
            <a:off x="614476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9" name="Shape 1787"/>
          <p:cNvSpPr/>
          <p:nvPr/>
        </p:nvSpPr>
        <p:spPr>
          <a:xfrm>
            <a:off x="625449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0" name="Shape 1788"/>
          <p:cNvSpPr/>
          <p:nvPr/>
        </p:nvSpPr>
        <p:spPr>
          <a:xfrm>
            <a:off x="636422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1" name="Shape 1789"/>
          <p:cNvSpPr/>
          <p:nvPr/>
        </p:nvSpPr>
        <p:spPr>
          <a:xfrm>
            <a:off x="647395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2" name="Shape 1790"/>
          <p:cNvSpPr/>
          <p:nvPr/>
        </p:nvSpPr>
        <p:spPr>
          <a:xfrm>
            <a:off x="658368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3" name="Shape 1791"/>
          <p:cNvSpPr/>
          <p:nvPr/>
        </p:nvSpPr>
        <p:spPr>
          <a:xfrm>
            <a:off x="669340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4" name="Shape 1792"/>
          <p:cNvSpPr/>
          <p:nvPr/>
        </p:nvSpPr>
        <p:spPr>
          <a:xfrm>
            <a:off x="680313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5" name="Shape 1793"/>
          <p:cNvSpPr/>
          <p:nvPr/>
        </p:nvSpPr>
        <p:spPr>
          <a:xfrm>
            <a:off x="691286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6" name="Shape 1794"/>
          <p:cNvSpPr/>
          <p:nvPr/>
        </p:nvSpPr>
        <p:spPr>
          <a:xfrm>
            <a:off x="702259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7" name="Shape 1795"/>
          <p:cNvSpPr/>
          <p:nvPr/>
        </p:nvSpPr>
        <p:spPr>
          <a:xfrm>
            <a:off x="713232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8" name="Shape 1796"/>
          <p:cNvSpPr/>
          <p:nvPr/>
        </p:nvSpPr>
        <p:spPr>
          <a:xfrm>
            <a:off x="724204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99" name="Shape 1797"/>
          <p:cNvSpPr/>
          <p:nvPr/>
        </p:nvSpPr>
        <p:spPr>
          <a:xfrm>
            <a:off x="735177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0" name="Shape 1798"/>
          <p:cNvSpPr/>
          <p:nvPr/>
        </p:nvSpPr>
        <p:spPr>
          <a:xfrm>
            <a:off x="746150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1" name="Shape 1799"/>
          <p:cNvSpPr/>
          <p:nvPr/>
        </p:nvSpPr>
        <p:spPr>
          <a:xfrm>
            <a:off x="757123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2" name="Shape 1800"/>
          <p:cNvSpPr/>
          <p:nvPr/>
        </p:nvSpPr>
        <p:spPr>
          <a:xfrm>
            <a:off x="768096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3" name="Shape 1801"/>
          <p:cNvSpPr/>
          <p:nvPr/>
        </p:nvSpPr>
        <p:spPr>
          <a:xfrm>
            <a:off x="779068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4" name="Shape 1802"/>
          <p:cNvSpPr/>
          <p:nvPr/>
        </p:nvSpPr>
        <p:spPr>
          <a:xfrm>
            <a:off x="790041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5" name="Shape 1803"/>
          <p:cNvSpPr/>
          <p:nvPr/>
        </p:nvSpPr>
        <p:spPr>
          <a:xfrm>
            <a:off x="801014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6" name="Shape 1804"/>
          <p:cNvSpPr/>
          <p:nvPr/>
        </p:nvSpPr>
        <p:spPr>
          <a:xfrm>
            <a:off x="811987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7" name="Shape 1805"/>
          <p:cNvSpPr/>
          <p:nvPr/>
        </p:nvSpPr>
        <p:spPr>
          <a:xfrm>
            <a:off x="822960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8" name="Shape 1806"/>
          <p:cNvSpPr/>
          <p:nvPr/>
        </p:nvSpPr>
        <p:spPr>
          <a:xfrm>
            <a:off x="833932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09" name="Shape 1807"/>
          <p:cNvSpPr/>
          <p:nvPr/>
        </p:nvSpPr>
        <p:spPr>
          <a:xfrm>
            <a:off x="844905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0" name="Shape 1808"/>
          <p:cNvSpPr/>
          <p:nvPr/>
        </p:nvSpPr>
        <p:spPr>
          <a:xfrm>
            <a:off x="855878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1" name="Shape 1809"/>
          <p:cNvSpPr/>
          <p:nvPr/>
        </p:nvSpPr>
        <p:spPr>
          <a:xfrm>
            <a:off x="8668512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2" name="Shape 1810"/>
          <p:cNvSpPr/>
          <p:nvPr/>
        </p:nvSpPr>
        <p:spPr>
          <a:xfrm>
            <a:off x="8778240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3" name="Shape 1811"/>
          <p:cNvSpPr/>
          <p:nvPr/>
        </p:nvSpPr>
        <p:spPr>
          <a:xfrm>
            <a:off x="8887968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4" name="Shape 1812"/>
          <p:cNvSpPr/>
          <p:nvPr/>
        </p:nvSpPr>
        <p:spPr>
          <a:xfrm>
            <a:off x="8997696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15" name="Shape 1813"/>
          <p:cNvSpPr/>
          <p:nvPr/>
        </p:nvSpPr>
        <p:spPr>
          <a:xfrm>
            <a:off x="9107424" y="3401568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0" name="Shape 1838"/>
          <p:cNvSpPr/>
          <p:nvPr/>
        </p:nvSpPr>
        <p:spPr>
          <a:xfrm>
            <a:off x="5486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1" name="Shape 1839"/>
          <p:cNvSpPr/>
          <p:nvPr/>
        </p:nvSpPr>
        <p:spPr>
          <a:xfrm>
            <a:off x="16459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2" name="Shape 1840"/>
          <p:cNvSpPr/>
          <p:nvPr/>
        </p:nvSpPr>
        <p:spPr>
          <a:xfrm>
            <a:off x="27432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3" name="Shape 1841"/>
          <p:cNvSpPr/>
          <p:nvPr/>
        </p:nvSpPr>
        <p:spPr>
          <a:xfrm>
            <a:off x="38404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4" name="Shape 1842"/>
          <p:cNvSpPr/>
          <p:nvPr/>
        </p:nvSpPr>
        <p:spPr>
          <a:xfrm>
            <a:off x="49377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5" name="Shape 1843"/>
          <p:cNvSpPr/>
          <p:nvPr/>
        </p:nvSpPr>
        <p:spPr>
          <a:xfrm>
            <a:off x="60350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6" name="Shape 1844"/>
          <p:cNvSpPr/>
          <p:nvPr/>
        </p:nvSpPr>
        <p:spPr>
          <a:xfrm>
            <a:off x="71323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7" name="Shape 1845"/>
          <p:cNvSpPr/>
          <p:nvPr/>
        </p:nvSpPr>
        <p:spPr>
          <a:xfrm>
            <a:off x="82296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8" name="Shape 1846"/>
          <p:cNvSpPr/>
          <p:nvPr/>
        </p:nvSpPr>
        <p:spPr>
          <a:xfrm>
            <a:off x="93268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9" name="Shape 1847"/>
          <p:cNvSpPr/>
          <p:nvPr/>
        </p:nvSpPr>
        <p:spPr>
          <a:xfrm>
            <a:off x="104241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0" name="Shape 1848"/>
          <p:cNvSpPr/>
          <p:nvPr/>
        </p:nvSpPr>
        <p:spPr>
          <a:xfrm>
            <a:off x="115214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1" name="Shape 1849"/>
          <p:cNvSpPr/>
          <p:nvPr/>
        </p:nvSpPr>
        <p:spPr>
          <a:xfrm>
            <a:off x="126187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2" name="Shape 1850"/>
          <p:cNvSpPr/>
          <p:nvPr/>
        </p:nvSpPr>
        <p:spPr>
          <a:xfrm>
            <a:off x="137160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3" name="Shape 1851"/>
          <p:cNvSpPr/>
          <p:nvPr/>
        </p:nvSpPr>
        <p:spPr>
          <a:xfrm>
            <a:off x="148132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4" name="Shape 1852"/>
          <p:cNvSpPr/>
          <p:nvPr/>
        </p:nvSpPr>
        <p:spPr>
          <a:xfrm>
            <a:off x="159105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5" name="Shape 1853"/>
          <p:cNvSpPr/>
          <p:nvPr/>
        </p:nvSpPr>
        <p:spPr>
          <a:xfrm>
            <a:off x="170078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6" name="Shape 1854"/>
          <p:cNvSpPr/>
          <p:nvPr/>
        </p:nvSpPr>
        <p:spPr>
          <a:xfrm>
            <a:off x="181051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7" name="Shape 1855"/>
          <p:cNvSpPr/>
          <p:nvPr/>
        </p:nvSpPr>
        <p:spPr>
          <a:xfrm>
            <a:off x="192024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8" name="Shape 1856"/>
          <p:cNvSpPr/>
          <p:nvPr/>
        </p:nvSpPr>
        <p:spPr>
          <a:xfrm>
            <a:off x="202996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9" name="Shape 1857"/>
          <p:cNvSpPr/>
          <p:nvPr/>
        </p:nvSpPr>
        <p:spPr>
          <a:xfrm>
            <a:off x="213969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0" name="Shape 1858"/>
          <p:cNvSpPr/>
          <p:nvPr/>
        </p:nvSpPr>
        <p:spPr>
          <a:xfrm>
            <a:off x="224942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1" name="Shape 1859"/>
          <p:cNvSpPr/>
          <p:nvPr/>
        </p:nvSpPr>
        <p:spPr>
          <a:xfrm>
            <a:off x="235915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2" name="Shape 1860"/>
          <p:cNvSpPr/>
          <p:nvPr/>
        </p:nvSpPr>
        <p:spPr>
          <a:xfrm>
            <a:off x="246888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3" name="Shape 1861"/>
          <p:cNvSpPr/>
          <p:nvPr/>
        </p:nvSpPr>
        <p:spPr>
          <a:xfrm>
            <a:off x="257860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4" name="Shape 1862"/>
          <p:cNvSpPr/>
          <p:nvPr/>
        </p:nvSpPr>
        <p:spPr>
          <a:xfrm>
            <a:off x="268833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5" name="Shape 1863"/>
          <p:cNvSpPr/>
          <p:nvPr/>
        </p:nvSpPr>
        <p:spPr>
          <a:xfrm>
            <a:off x="279806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6" name="Shape 1864"/>
          <p:cNvSpPr/>
          <p:nvPr/>
        </p:nvSpPr>
        <p:spPr>
          <a:xfrm>
            <a:off x="290779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7" name="Shape 1865"/>
          <p:cNvSpPr/>
          <p:nvPr/>
        </p:nvSpPr>
        <p:spPr>
          <a:xfrm>
            <a:off x="301752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8" name="Shape 1866"/>
          <p:cNvSpPr/>
          <p:nvPr/>
        </p:nvSpPr>
        <p:spPr>
          <a:xfrm>
            <a:off x="312724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9" name="Shape 1867"/>
          <p:cNvSpPr/>
          <p:nvPr/>
        </p:nvSpPr>
        <p:spPr>
          <a:xfrm>
            <a:off x="323697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0" name="Shape 1868"/>
          <p:cNvSpPr/>
          <p:nvPr/>
        </p:nvSpPr>
        <p:spPr>
          <a:xfrm>
            <a:off x="334670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1" name="Shape 1869"/>
          <p:cNvSpPr/>
          <p:nvPr/>
        </p:nvSpPr>
        <p:spPr>
          <a:xfrm>
            <a:off x="345643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2" name="Shape 1870"/>
          <p:cNvSpPr/>
          <p:nvPr/>
        </p:nvSpPr>
        <p:spPr>
          <a:xfrm>
            <a:off x="356616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3" name="Shape 1871"/>
          <p:cNvSpPr/>
          <p:nvPr/>
        </p:nvSpPr>
        <p:spPr>
          <a:xfrm>
            <a:off x="367588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4" name="Shape 1872"/>
          <p:cNvSpPr/>
          <p:nvPr/>
        </p:nvSpPr>
        <p:spPr>
          <a:xfrm>
            <a:off x="378561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5" name="Shape 1873"/>
          <p:cNvSpPr/>
          <p:nvPr/>
        </p:nvSpPr>
        <p:spPr>
          <a:xfrm>
            <a:off x="389534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6" name="Shape 1874"/>
          <p:cNvSpPr/>
          <p:nvPr/>
        </p:nvSpPr>
        <p:spPr>
          <a:xfrm>
            <a:off x="400507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7" name="Shape 1875"/>
          <p:cNvSpPr/>
          <p:nvPr/>
        </p:nvSpPr>
        <p:spPr>
          <a:xfrm>
            <a:off x="411480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8" name="Shape 1876"/>
          <p:cNvSpPr/>
          <p:nvPr/>
        </p:nvSpPr>
        <p:spPr>
          <a:xfrm>
            <a:off x="422452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9" name="Shape 1877"/>
          <p:cNvSpPr/>
          <p:nvPr/>
        </p:nvSpPr>
        <p:spPr>
          <a:xfrm>
            <a:off x="433425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0" name="Shape 1878"/>
          <p:cNvSpPr/>
          <p:nvPr/>
        </p:nvSpPr>
        <p:spPr>
          <a:xfrm>
            <a:off x="444398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1" name="Shape 1879"/>
          <p:cNvSpPr/>
          <p:nvPr/>
        </p:nvSpPr>
        <p:spPr>
          <a:xfrm>
            <a:off x="455371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2" name="Shape 1880"/>
          <p:cNvSpPr/>
          <p:nvPr/>
        </p:nvSpPr>
        <p:spPr>
          <a:xfrm>
            <a:off x="466344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3" name="Shape 1881"/>
          <p:cNvSpPr/>
          <p:nvPr/>
        </p:nvSpPr>
        <p:spPr>
          <a:xfrm>
            <a:off x="477316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4" name="Shape 1882"/>
          <p:cNvSpPr/>
          <p:nvPr/>
        </p:nvSpPr>
        <p:spPr>
          <a:xfrm>
            <a:off x="488289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5" name="Shape 1883"/>
          <p:cNvSpPr/>
          <p:nvPr/>
        </p:nvSpPr>
        <p:spPr>
          <a:xfrm>
            <a:off x="499262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6" name="Shape 1884"/>
          <p:cNvSpPr/>
          <p:nvPr/>
        </p:nvSpPr>
        <p:spPr>
          <a:xfrm>
            <a:off x="510235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7" name="Shape 1885"/>
          <p:cNvSpPr/>
          <p:nvPr/>
        </p:nvSpPr>
        <p:spPr>
          <a:xfrm>
            <a:off x="521208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8" name="Shape 1886"/>
          <p:cNvSpPr/>
          <p:nvPr/>
        </p:nvSpPr>
        <p:spPr>
          <a:xfrm>
            <a:off x="532180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89" name="Shape 1887"/>
          <p:cNvSpPr/>
          <p:nvPr/>
        </p:nvSpPr>
        <p:spPr>
          <a:xfrm>
            <a:off x="543153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0" name="Shape 1888"/>
          <p:cNvSpPr/>
          <p:nvPr/>
        </p:nvSpPr>
        <p:spPr>
          <a:xfrm>
            <a:off x="554126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1" name="Shape 1889"/>
          <p:cNvSpPr/>
          <p:nvPr/>
        </p:nvSpPr>
        <p:spPr>
          <a:xfrm>
            <a:off x="565099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2" name="Shape 1890"/>
          <p:cNvSpPr/>
          <p:nvPr/>
        </p:nvSpPr>
        <p:spPr>
          <a:xfrm>
            <a:off x="576072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3" name="Shape 1891"/>
          <p:cNvSpPr/>
          <p:nvPr/>
        </p:nvSpPr>
        <p:spPr>
          <a:xfrm>
            <a:off x="587044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4" name="Shape 1892"/>
          <p:cNvSpPr/>
          <p:nvPr/>
        </p:nvSpPr>
        <p:spPr>
          <a:xfrm>
            <a:off x="598017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5" name="Shape 1893"/>
          <p:cNvSpPr/>
          <p:nvPr/>
        </p:nvSpPr>
        <p:spPr>
          <a:xfrm>
            <a:off x="608990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6" name="Shape 1894"/>
          <p:cNvSpPr/>
          <p:nvPr/>
        </p:nvSpPr>
        <p:spPr>
          <a:xfrm>
            <a:off x="619963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7" name="Shape 1895"/>
          <p:cNvSpPr/>
          <p:nvPr/>
        </p:nvSpPr>
        <p:spPr>
          <a:xfrm>
            <a:off x="630936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8" name="Shape 1896"/>
          <p:cNvSpPr/>
          <p:nvPr/>
        </p:nvSpPr>
        <p:spPr>
          <a:xfrm>
            <a:off x="641908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9" name="Shape 1897"/>
          <p:cNvSpPr/>
          <p:nvPr/>
        </p:nvSpPr>
        <p:spPr>
          <a:xfrm>
            <a:off x="652881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0" name="Shape 1898"/>
          <p:cNvSpPr/>
          <p:nvPr/>
        </p:nvSpPr>
        <p:spPr>
          <a:xfrm>
            <a:off x="663854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1" name="Shape 1899"/>
          <p:cNvSpPr/>
          <p:nvPr/>
        </p:nvSpPr>
        <p:spPr>
          <a:xfrm>
            <a:off x="674827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2" name="Shape 1900"/>
          <p:cNvSpPr/>
          <p:nvPr/>
        </p:nvSpPr>
        <p:spPr>
          <a:xfrm>
            <a:off x="685800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3" name="Shape 1901"/>
          <p:cNvSpPr/>
          <p:nvPr/>
        </p:nvSpPr>
        <p:spPr>
          <a:xfrm>
            <a:off x="696772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4" name="Shape 1902"/>
          <p:cNvSpPr/>
          <p:nvPr/>
        </p:nvSpPr>
        <p:spPr>
          <a:xfrm>
            <a:off x="707745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5" name="Shape 1903"/>
          <p:cNvSpPr/>
          <p:nvPr/>
        </p:nvSpPr>
        <p:spPr>
          <a:xfrm>
            <a:off x="718718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6" name="Shape 1904"/>
          <p:cNvSpPr/>
          <p:nvPr/>
        </p:nvSpPr>
        <p:spPr>
          <a:xfrm>
            <a:off x="729691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7" name="Shape 1905"/>
          <p:cNvSpPr/>
          <p:nvPr/>
        </p:nvSpPr>
        <p:spPr>
          <a:xfrm>
            <a:off x="740664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8" name="Shape 1906"/>
          <p:cNvSpPr/>
          <p:nvPr/>
        </p:nvSpPr>
        <p:spPr>
          <a:xfrm>
            <a:off x="751636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9" name="Shape 1907"/>
          <p:cNvSpPr/>
          <p:nvPr/>
        </p:nvSpPr>
        <p:spPr>
          <a:xfrm>
            <a:off x="762609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0" name="Shape 1908"/>
          <p:cNvSpPr/>
          <p:nvPr/>
        </p:nvSpPr>
        <p:spPr>
          <a:xfrm>
            <a:off x="773582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1" name="Shape 1909"/>
          <p:cNvSpPr/>
          <p:nvPr/>
        </p:nvSpPr>
        <p:spPr>
          <a:xfrm>
            <a:off x="784555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2" name="Shape 1910"/>
          <p:cNvSpPr/>
          <p:nvPr/>
        </p:nvSpPr>
        <p:spPr>
          <a:xfrm>
            <a:off x="795528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3" name="Shape 1911"/>
          <p:cNvSpPr/>
          <p:nvPr/>
        </p:nvSpPr>
        <p:spPr>
          <a:xfrm>
            <a:off x="806500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4" name="Shape 1912"/>
          <p:cNvSpPr/>
          <p:nvPr/>
        </p:nvSpPr>
        <p:spPr>
          <a:xfrm>
            <a:off x="817473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5" name="Shape 1913"/>
          <p:cNvSpPr/>
          <p:nvPr/>
        </p:nvSpPr>
        <p:spPr>
          <a:xfrm>
            <a:off x="828446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6" name="Shape 1914"/>
          <p:cNvSpPr/>
          <p:nvPr/>
        </p:nvSpPr>
        <p:spPr>
          <a:xfrm>
            <a:off x="839419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7" name="Shape 1915"/>
          <p:cNvSpPr/>
          <p:nvPr/>
        </p:nvSpPr>
        <p:spPr>
          <a:xfrm>
            <a:off x="850392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8" name="Shape 1916"/>
          <p:cNvSpPr/>
          <p:nvPr/>
        </p:nvSpPr>
        <p:spPr>
          <a:xfrm>
            <a:off x="8613648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9" name="Shape 1917"/>
          <p:cNvSpPr/>
          <p:nvPr/>
        </p:nvSpPr>
        <p:spPr>
          <a:xfrm>
            <a:off x="8723376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0" name="Shape 1918"/>
          <p:cNvSpPr/>
          <p:nvPr/>
        </p:nvSpPr>
        <p:spPr>
          <a:xfrm>
            <a:off x="8833104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1" name="Shape 1919"/>
          <p:cNvSpPr/>
          <p:nvPr/>
        </p:nvSpPr>
        <p:spPr>
          <a:xfrm>
            <a:off x="8942832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2" name="Shape 1920"/>
          <p:cNvSpPr/>
          <p:nvPr/>
        </p:nvSpPr>
        <p:spPr>
          <a:xfrm>
            <a:off x="9052560" y="3511296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8" name="Shape 1946"/>
          <p:cNvSpPr/>
          <p:nvPr/>
        </p:nvSpPr>
        <p:spPr>
          <a:xfrm>
            <a:off x="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9" name="Shape 1947"/>
          <p:cNvSpPr/>
          <p:nvPr/>
        </p:nvSpPr>
        <p:spPr>
          <a:xfrm>
            <a:off x="10972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0" name="Shape 1948"/>
          <p:cNvSpPr/>
          <p:nvPr/>
        </p:nvSpPr>
        <p:spPr>
          <a:xfrm>
            <a:off x="21945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1" name="Shape 1949"/>
          <p:cNvSpPr/>
          <p:nvPr/>
        </p:nvSpPr>
        <p:spPr>
          <a:xfrm>
            <a:off x="32918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2" name="Shape 1950"/>
          <p:cNvSpPr/>
          <p:nvPr/>
        </p:nvSpPr>
        <p:spPr>
          <a:xfrm>
            <a:off x="43891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3" name="Shape 1951"/>
          <p:cNvSpPr/>
          <p:nvPr/>
        </p:nvSpPr>
        <p:spPr>
          <a:xfrm>
            <a:off x="54864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4" name="Shape 1952"/>
          <p:cNvSpPr/>
          <p:nvPr/>
        </p:nvSpPr>
        <p:spPr>
          <a:xfrm>
            <a:off x="65836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5" name="Shape 1953"/>
          <p:cNvSpPr/>
          <p:nvPr/>
        </p:nvSpPr>
        <p:spPr>
          <a:xfrm>
            <a:off x="76809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6" name="Shape 1954"/>
          <p:cNvSpPr/>
          <p:nvPr/>
        </p:nvSpPr>
        <p:spPr>
          <a:xfrm>
            <a:off x="87782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7" name="Shape 1955"/>
          <p:cNvSpPr/>
          <p:nvPr/>
        </p:nvSpPr>
        <p:spPr>
          <a:xfrm>
            <a:off x="98755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8" name="Shape 1956"/>
          <p:cNvSpPr/>
          <p:nvPr/>
        </p:nvSpPr>
        <p:spPr>
          <a:xfrm>
            <a:off x="109728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9" name="Shape 1957"/>
          <p:cNvSpPr/>
          <p:nvPr/>
        </p:nvSpPr>
        <p:spPr>
          <a:xfrm>
            <a:off x="120700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0" name="Shape 1958"/>
          <p:cNvSpPr/>
          <p:nvPr/>
        </p:nvSpPr>
        <p:spPr>
          <a:xfrm>
            <a:off x="131673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1" name="Shape 1959"/>
          <p:cNvSpPr/>
          <p:nvPr/>
        </p:nvSpPr>
        <p:spPr>
          <a:xfrm>
            <a:off x="142646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2" name="Shape 1960"/>
          <p:cNvSpPr/>
          <p:nvPr/>
        </p:nvSpPr>
        <p:spPr>
          <a:xfrm>
            <a:off x="153619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3" name="Shape 1961"/>
          <p:cNvSpPr/>
          <p:nvPr/>
        </p:nvSpPr>
        <p:spPr>
          <a:xfrm>
            <a:off x="164592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4" name="Shape 1962"/>
          <p:cNvSpPr/>
          <p:nvPr/>
        </p:nvSpPr>
        <p:spPr>
          <a:xfrm>
            <a:off x="175564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5" name="Shape 1963"/>
          <p:cNvSpPr/>
          <p:nvPr/>
        </p:nvSpPr>
        <p:spPr>
          <a:xfrm>
            <a:off x="186537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6" name="Shape 1964"/>
          <p:cNvSpPr/>
          <p:nvPr/>
        </p:nvSpPr>
        <p:spPr>
          <a:xfrm>
            <a:off x="197510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7" name="Shape 1965"/>
          <p:cNvSpPr/>
          <p:nvPr/>
        </p:nvSpPr>
        <p:spPr>
          <a:xfrm>
            <a:off x="208483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8" name="Shape 1966"/>
          <p:cNvSpPr/>
          <p:nvPr/>
        </p:nvSpPr>
        <p:spPr>
          <a:xfrm>
            <a:off x="219456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69" name="Shape 1967"/>
          <p:cNvSpPr/>
          <p:nvPr/>
        </p:nvSpPr>
        <p:spPr>
          <a:xfrm>
            <a:off x="230428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0" name="Shape 1968"/>
          <p:cNvSpPr/>
          <p:nvPr/>
        </p:nvSpPr>
        <p:spPr>
          <a:xfrm>
            <a:off x="241401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1" name="Shape 1969"/>
          <p:cNvSpPr/>
          <p:nvPr/>
        </p:nvSpPr>
        <p:spPr>
          <a:xfrm>
            <a:off x="252374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2" name="Shape 1970"/>
          <p:cNvSpPr/>
          <p:nvPr/>
        </p:nvSpPr>
        <p:spPr>
          <a:xfrm>
            <a:off x="263347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3" name="Shape 1971"/>
          <p:cNvSpPr/>
          <p:nvPr/>
        </p:nvSpPr>
        <p:spPr>
          <a:xfrm>
            <a:off x="274320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4" name="Shape 1972"/>
          <p:cNvSpPr/>
          <p:nvPr/>
        </p:nvSpPr>
        <p:spPr>
          <a:xfrm>
            <a:off x="285292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5" name="Shape 1973"/>
          <p:cNvSpPr/>
          <p:nvPr/>
        </p:nvSpPr>
        <p:spPr>
          <a:xfrm>
            <a:off x="296265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6" name="Shape 1974"/>
          <p:cNvSpPr/>
          <p:nvPr/>
        </p:nvSpPr>
        <p:spPr>
          <a:xfrm>
            <a:off x="307238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7" name="Shape 1975"/>
          <p:cNvSpPr/>
          <p:nvPr/>
        </p:nvSpPr>
        <p:spPr>
          <a:xfrm>
            <a:off x="318211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8" name="Shape 1976"/>
          <p:cNvSpPr/>
          <p:nvPr/>
        </p:nvSpPr>
        <p:spPr>
          <a:xfrm>
            <a:off x="329184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79" name="Shape 1977"/>
          <p:cNvSpPr/>
          <p:nvPr/>
        </p:nvSpPr>
        <p:spPr>
          <a:xfrm>
            <a:off x="340156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0" name="Shape 1978"/>
          <p:cNvSpPr/>
          <p:nvPr/>
        </p:nvSpPr>
        <p:spPr>
          <a:xfrm>
            <a:off x="351129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1" name="Shape 1979"/>
          <p:cNvSpPr/>
          <p:nvPr/>
        </p:nvSpPr>
        <p:spPr>
          <a:xfrm>
            <a:off x="362102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2" name="Shape 1980"/>
          <p:cNvSpPr/>
          <p:nvPr/>
        </p:nvSpPr>
        <p:spPr>
          <a:xfrm>
            <a:off x="373075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3" name="Shape 1981"/>
          <p:cNvSpPr/>
          <p:nvPr/>
        </p:nvSpPr>
        <p:spPr>
          <a:xfrm>
            <a:off x="384048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4" name="Shape 1982"/>
          <p:cNvSpPr/>
          <p:nvPr/>
        </p:nvSpPr>
        <p:spPr>
          <a:xfrm>
            <a:off x="395020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5" name="Shape 1983"/>
          <p:cNvSpPr/>
          <p:nvPr/>
        </p:nvSpPr>
        <p:spPr>
          <a:xfrm>
            <a:off x="405993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6" name="Shape 1984"/>
          <p:cNvSpPr/>
          <p:nvPr/>
        </p:nvSpPr>
        <p:spPr>
          <a:xfrm>
            <a:off x="416966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7" name="Shape 1985"/>
          <p:cNvSpPr/>
          <p:nvPr/>
        </p:nvSpPr>
        <p:spPr>
          <a:xfrm>
            <a:off x="427939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8" name="Shape 1986"/>
          <p:cNvSpPr/>
          <p:nvPr/>
        </p:nvSpPr>
        <p:spPr>
          <a:xfrm>
            <a:off x="438912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9" name="Shape 1987"/>
          <p:cNvSpPr/>
          <p:nvPr/>
        </p:nvSpPr>
        <p:spPr>
          <a:xfrm>
            <a:off x="449884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0" name="Shape 1988"/>
          <p:cNvSpPr/>
          <p:nvPr/>
        </p:nvSpPr>
        <p:spPr>
          <a:xfrm>
            <a:off x="460857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1" name="Shape 1989"/>
          <p:cNvSpPr/>
          <p:nvPr/>
        </p:nvSpPr>
        <p:spPr>
          <a:xfrm>
            <a:off x="471830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2" name="Shape 1990"/>
          <p:cNvSpPr/>
          <p:nvPr/>
        </p:nvSpPr>
        <p:spPr>
          <a:xfrm>
            <a:off x="482803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3" name="Shape 1991"/>
          <p:cNvSpPr/>
          <p:nvPr/>
        </p:nvSpPr>
        <p:spPr>
          <a:xfrm>
            <a:off x="493776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4" name="Shape 1992"/>
          <p:cNvSpPr/>
          <p:nvPr/>
        </p:nvSpPr>
        <p:spPr>
          <a:xfrm>
            <a:off x="504748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5" name="Shape 1993"/>
          <p:cNvSpPr/>
          <p:nvPr/>
        </p:nvSpPr>
        <p:spPr>
          <a:xfrm>
            <a:off x="515721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6" name="Shape 1994"/>
          <p:cNvSpPr/>
          <p:nvPr/>
        </p:nvSpPr>
        <p:spPr>
          <a:xfrm>
            <a:off x="526694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7" name="Shape 1995"/>
          <p:cNvSpPr/>
          <p:nvPr/>
        </p:nvSpPr>
        <p:spPr>
          <a:xfrm>
            <a:off x="537667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8" name="Shape 1996"/>
          <p:cNvSpPr/>
          <p:nvPr/>
        </p:nvSpPr>
        <p:spPr>
          <a:xfrm>
            <a:off x="548640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99" name="Shape 1997"/>
          <p:cNvSpPr/>
          <p:nvPr/>
        </p:nvSpPr>
        <p:spPr>
          <a:xfrm>
            <a:off x="559612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0" name="Shape 1998"/>
          <p:cNvSpPr/>
          <p:nvPr/>
        </p:nvSpPr>
        <p:spPr>
          <a:xfrm>
            <a:off x="570585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1" name="Shape 1999"/>
          <p:cNvSpPr/>
          <p:nvPr/>
        </p:nvSpPr>
        <p:spPr>
          <a:xfrm>
            <a:off x="581558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2" name="Shape 2000"/>
          <p:cNvSpPr/>
          <p:nvPr/>
        </p:nvSpPr>
        <p:spPr>
          <a:xfrm>
            <a:off x="592531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3" name="Shape 2001"/>
          <p:cNvSpPr/>
          <p:nvPr/>
        </p:nvSpPr>
        <p:spPr>
          <a:xfrm>
            <a:off x="603504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4" name="Shape 2002"/>
          <p:cNvSpPr/>
          <p:nvPr/>
        </p:nvSpPr>
        <p:spPr>
          <a:xfrm>
            <a:off x="614476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5" name="Shape 2003"/>
          <p:cNvSpPr/>
          <p:nvPr/>
        </p:nvSpPr>
        <p:spPr>
          <a:xfrm>
            <a:off x="625449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6" name="Shape 2004"/>
          <p:cNvSpPr/>
          <p:nvPr/>
        </p:nvSpPr>
        <p:spPr>
          <a:xfrm>
            <a:off x="636422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7" name="Shape 2005"/>
          <p:cNvSpPr/>
          <p:nvPr/>
        </p:nvSpPr>
        <p:spPr>
          <a:xfrm>
            <a:off x="647395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8" name="Shape 2006"/>
          <p:cNvSpPr/>
          <p:nvPr/>
        </p:nvSpPr>
        <p:spPr>
          <a:xfrm>
            <a:off x="658368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9" name="Shape 2007"/>
          <p:cNvSpPr/>
          <p:nvPr/>
        </p:nvSpPr>
        <p:spPr>
          <a:xfrm>
            <a:off x="669340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0" name="Shape 2008"/>
          <p:cNvSpPr/>
          <p:nvPr/>
        </p:nvSpPr>
        <p:spPr>
          <a:xfrm>
            <a:off x="680313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1" name="Shape 2009"/>
          <p:cNvSpPr/>
          <p:nvPr/>
        </p:nvSpPr>
        <p:spPr>
          <a:xfrm>
            <a:off x="691286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2" name="Shape 2010"/>
          <p:cNvSpPr/>
          <p:nvPr/>
        </p:nvSpPr>
        <p:spPr>
          <a:xfrm>
            <a:off x="702259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3" name="Shape 2011"/>
          <p:cNvSpPr/>
          <p:nvPr/>
        </p:nvSpPr>
        <p:spPr>
          <a:xfrm>
            <a:off x="713232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4" name="Shape 2012"/>
          <p:cNvSpPr/>
          <p:nvPr/>
        </p:nvSpPr>
        <p:spPr>
          <a:xfrm>
            <a:off x="724204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5" name="Shape 2013"/>
          <p:cNvSpPr/>
          <p:nvPr/>
        </p:nvSpPr>
        <p:spPr>
          <a:xfrm>
            <a:off x="735177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6" name="Shape 2014"/>
          <p:cNvSpPr/>
          <p:nvPr/>
        </p:nvSpPr>
        <p:spPr>
          <a:xfrm>
            <a:off x="746150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7" name="Shape 2015"/>
          <p:cNvSpPr/>
          <p:nvPr/>
        </p:nvSpPr>
        <p:spPr>
          <a:xfrm>
            <a:off x="757123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8" name="Shape 2016"/>
          <p:cNvSpPr/>
          <p:nvPr/>
        </p:nvSpPr>
        <p:spPr>
          <a:xfrm>
            <a:off x="768096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19" name="Shape 2017"/>
          <p:cNvSpPr/>
          <p:nvPr/>
        </p:nvSpPr>
        <p:spPr>
          <a:xfrm>
            <a:off x="779068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0" name="Shape 2018"/>
          <p:cNvSpPr/>
          <p:nvPr/>
        </p:nvSpPr>
        <p:spPr>
          <a:xfrm>
            <a:off x="790041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1" name="Shape 2019"/>
          <p:cNvSpPr/>
          <p:nvPr/>
        </p:nvSpPr>
        <p:spPr>
          <a:xfrm>
            <a:off x="801014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2" name="Shape 2020"/>
          <p:cNvSpPr/>
          <p:nvPr/>
        </p:nvSpPr>
        <p:spPr>
          <a:xfrm>
            <a:off x="811987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3" name="Shape 2021"/>
          <p:cNvSpPr/>
          <p:nvPr/>
        </p:nvSpPr>
        <p:spPr>
          <a:xfrm>
            <a:off x="822960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4" name="Shape 2022"/>
          <p:cNvSpPr/>
          <p:nvPr/>
        </p:nvSpPr>
        <p:spPr>
          <a:xfrm>
            <a:off x="833932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5" name="Shape 2023"/>
          <p:cNvSpPr/>
          <p:nvPr/>
        </p:nvSpPr>
        <p:spPr>
          <a:xfrm>
            <a:off x="844905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6" name="Shape 2024"/>
          <p:cNvSpPr/>
          <p:nvPr/>
        </p:nvSpPr>
        <p:spPr>
          <a:xfrm>
            <a:off x="855878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7" name="Shape 2025"/>
          <p:cNvSpPr/>
          <p:nvPr/>
        </p:nvSpPr>
        <p:spPr>
          <a:xfrm>
            <a:off x="8668512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8" name="Shape 2026"/>
          <p:cNvSpPr/>
          <p:nvPr/>
        </p:nvSpPr>
        <p:spPr>
          <a:xfrm>
            <a:off x="8778240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9" name="Shape 2027"/>
          <p:cNvSpPr/>
          <p:nvPr/>
        </p:nvSpPr>
        <p:spPr>
          <a:xfrm>
            <a:off x="8887968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0" name="Shape 2028"/>
          <p:cNvSpPr/>
          <p:nvPr/>
        </p:nvSpPr>
        <p:spPr>
          <a:xfrm>
            <a:off x="8997696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31" name="Shape 2029"/>
          <p:cNvSpPr/>
          <p:nvPr/>
        </p:nvSpPr>
        <p:spPr>
          <a:xfrm>
            <a:off x="9107424" y="3621024"/>
            <a:ext cx="27432" cy="27432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6" name="Shape 2054"/>
          <p:cNvSpPr/>
          <p:nvPr/>
        </p:nvSpPr>
        <p:spPr>
          <a:xfrm>
            <a:off x="0" y="3749040"/>
            <a:ext cx="9144000" cy="1399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7" name="Text 2055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Q &amp; A</a:t>
            </a:r>
            <a:endParaRPr lang="en-US" sz="4800" dirty="0"/>
          </a:p>
        </p:txBody>
      </p:sp>
      <p:sp>
        <p:nvSpPr>
          <p:cNvPr id="2058" name="Text 2056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2918</Words>
  <Application>Microsoft Macintosh PowerPoint</Application>
  <PresentationFormat>화면 슬라이드 쇼(16:9)</PresentationFormat>
  <Paragraphs>568</Paragraphs>
  <Slides>48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1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세미나 - 5시간 완성</dc:title>
  <dc:subject>PptxGenJS Presentation</dc:subject>
  <dc:creator>AI Education</dc:creator>
  <cp:lastModifiedBy>부장교사 한준구</cp:lastModifiedBy>
  <cp:revision>3</cp:revision>
  <dcterms:created xsi:type="dcterms:W3CDTF">2025-12-19T16:42:05Z</dcterms:created>
  <dcterms:modified xsi:type="dcterms:W3CDTF">2025-12-19T17:47:28Z</dcterms:modified>
</cp:coreProperties>
</file>